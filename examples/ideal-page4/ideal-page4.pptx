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Default Extension="gif" ContentType="image/gif"/>
  <Default Extension="webp" ContentType="image/webp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lvl1pPr algn="l">
      <a:defRPr sz="1800"/>
    </a:lvl1pPr>
    <a:lvl2pPr>
      <a:defRPr sz="1400"/>
    </a:lvl2pPr>
    <a:lvl3pPr>
      <a:defRPr sz="1200"/>
    </a:lvl3pPr>
    <a:lvl4pPr>
      <a:defRPr sz="1200"/>
    </a:lvl4pPr>
    <a:lvl5pPr>
      <a:defRPr sz="1200"/>
    </a:lvl5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/>
    </p:titleStyle>
    <p:bodyStyle>
      <a:lvl1pPr algn="l"/>
    </p:bodyStyle>
    <p:otherStyle>
      <a:lvl1pPr algn="l"/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" name="d1_s0"/>
          <p:cNvSpPr/>
          <p:nvPr/>
        </p:nvSpPr>
        <p:spPr>
          <a:xfrm>
            <a:off x="2794000" y="787400"/>
            <a:ext cx="6616700" cy="7747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BEAFE"/>
              </a:gs>
              <a:gs pos="100000">
                <a:srgbClr val="93C5FD"/>
              </a:gs>
            </a:gsLst>
            <a:lin ang="5400000" scaled="1"/>
          </a:gradFill>
          <a:ln w="12700">
            <a:solidFill>
              <a:srgbClr val="1F2937"/>
            </a:solidFill>
          </a:ln>
        </p:spPr>
        <p:txBody>
          <a:bodyPr rtlCol="0" anchor="ctr"/>
          <a:lstStyle/>
          <a:p/>
        </p:txBody>
      </p:sp>
      <p:sp>
        <p:nvSpPr>
          <p:cNvPr id="1001" name="d1_t_s0"/>
          <p:cNvSpPr txBox="1"/>
          <p:nvPr/>
        </p:nvSpPr>
        <p:spPr>
          <a:xfrm>
            <a:off x="3162300" y="889000"/>
            <a:ext cx="6146800" cy="263398"/>
          </a:xfrm>
          <a:prstGeom prst="rect">
            <a:avLst/>
          </a:prstGeom>
        </p:spPr>
        <p:txBody>
          <a:bodyPr wrap="none" lIns="0" rIns="0" tIns="0" bIns="0"/>
          <a:lstStyle/>
          <a:p>
            <a:pPr algn="l" lvl="0"/>
            <a:r>
              <a:rPr lang="zh-CN" sz="1400">
                <a:solidFill>
                  <a:srgbClr val="FFFFFF"/>
                </a:solidFill>
              </a:rPr>
              <a:t>待受理</a:t>
            </a:r>
          </a:p>
        </p:txBody>
      </p:sp>
      <p:sp>
        <p:nvSpPr>
          <p:cNvPr id="1002" name="d1_bd_s0"/>
          <p:cNvSpPr/>
          <p:nvPr/>
        </p:nvSpPr>
        <p:spPr>
          <a:xfrm>
            <a:off x="2895600" y="876300"/>
            <a:ext cx="203200" cy="203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F2937"/>
            </a:solidFill>
          </a:ln>
        </p:spPr>
        <p:txBody>
          <a:bodyPr rtlCol="0" anchor="ctr"/>
          <a:lstStyle/>
          <a:p/>
        </p:txBody>
      </p:sp>
      <p:sp>
        <p:nvSpPr>
          <p:cNvPr id="1003" name="d1_bt_s0"/>
          <p:cNvSpPr txBox="1"/>
          <p:nvPr/>
        </p:nvSpPr>
        <p:spPr>
          <a:xfrm>
            <a:off x="2895600" y="900684"/>
            <a:ext cx="203200" cy="1625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ctr" lvl="0"/>
            <a:r>
              <a:rPr lang="zh-CN" sz="880">
                <a:solidFill>
                  <a:srgbClr val="1F2937"/>
                </a:solidFill>
              </a:rPr>
              <a:t>1</a:t>
            </a:r>
          </a:p>
        </p:txBody>
      </p:sp>
      <p:sp>
        <p:nvSpPr>
          <p:cNvPr id="1004" name="d1_s_s0"/>
          <p:cNvSpPr txBox="1"/>
          <p:nvPr/>
        </p:nvSpPr>
        <p:spPr>
          <a:xfrm>
            <a:off x="2895600" y="1190244"/>
            <a:ext cx="6413500" cy="23241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148">
                <a:solidFill>
                  <a:srgbClr val="FFFFFF"/>
                </a:solidFill>
              </a:rPr>
              <a:t>工单已创建</a:t>
            </a:r>
          </a:p>
        </p:txBody>
      </p:sp>
      <p:sp>
        <p:nvSpPr>
          <p:cNvPr id="1005" name="d1_s1"/>
          <p:cNvSpPr/>
          <p:nvPr/>
        </p:nvSpPr>
        <p:spPr>
          <a:xfrm>
            <a:off x="2794000" y="1917700"/>
            <a:ext cx="6616700" cy="7747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BEAFE"/>
              </a:gs>
              <a:gs pos="100000">
                <a:srgbClr val="93C5FD"/>
              </a:gs>
            </a:gsLst>
            <a:lin ang="5400000" scaled="1"/>
          </a:gradFill>
          <a:ln w="12700">
            <a:solidFill>
              <a:srgbClr val="1F2937"/>
            </a:solidFill>
          </a:ln>
        </p:spPr>
        <p:txBody>
          <a:bodyPr rtlCol="0" anchor="ctr"/>
          <a:lstStyle/>
          <a:p/>
        </p:txBody>
      </p:sp>
      <p:sp>
        <p:nvSpPr>
          <p:cNvPr id="1006" name="d1_t_s1"/>
          <p:cNvSpPr txBox="1"/>
          <p:nvPr/>
        </p:nvSpPr>
        <p:spPr>
          <a:xfrm>
            <a:off x="3162300" y="2019300"/>
            <a:ext cx="6146800" cy="263398"/>
          </a:xfrm>
          <a:prstGeom prst="rect">
            <a:avLst/>
          </a:prstGeom>
        </p:spPr>
        <p:txBody>
          <a:bodyPr wrap="none" lIns="0" rIns="0" tIns="0" bIns="0"/>
          <a:lstStyle/>
          <a:p>
            <a:pPr algn="l" lvl="0"/>
            <a:r>
              <a:rPr lang="zh-CN" sz="1400">
                <a:solidFill>
                  <a:srgbClr val="FFFFFF"/>
                </a:solidFill>
              </a:rPr>
              <a:t>已派单</a:t>
            </a:r>
          </a:p>
        </p:txBody>
      </p:sp>
      <p:sp>
        <p:nvSpPr>
          <p:cNvPr id="1007" name="d1_bd_s1"/>
          <p:cNvSpPr/>
          <p:nvPr/>
        </p:nvSpPr>
        <p:spPr>
          <a:xfrm>
            <a:off x="2895600" y="2006600"/>
            <a:ext cx="203200" cy="203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F2937"/>
            </a:solidFill>
          </a:ln>
        </p:spPr>
        <p:txBody>
          <a:bodyPr rtlCol="0" anchor="ctr"/>
          <a:lstStyle/>
          <a:p/>
        </p:txBody>
      </p:sp>
      <p:sp>
        <p:nvSpPr>
          <p:cNvPr id="1008" name="d1_bt_s1"/>
          <p:cNvSpPr txBox="1"/>
          <p:nvPr/>
        </p:nvSpPr>
        <p:spPr>
          <a:xfrm>
            <a:off x="2895600" y="2030984"/>
            <a:ext cx="203200" cy="1625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ctr" lvl="0"/>
            <a:r>
              <a:rPr lang="zh-CN" sz="880">
                <a:solidFill>
                  <a:srgbClr val="1F2937"/>
                </a:solidFill>
              </a:rPr>
              <a:t>2</a:t>
            </a:r>
          </a:p>
        </p:txBody>
      </p:sp>
      <p:sp>
        <p:nvSpPr>
          <p:cNvPr id="1009" name="d1_s_s1"/>
          <p:cNvSpPr txBox="1"/>
          <p:nvPr/>
        </p:nvSpPr>
        <p:spPr>
          <a:xfrm>
            <a:off x="2895600" y="2320544"/>
            <a:ext cx="6413500" cy="23241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148">
                <a:solidFill>
                  <a:srgbClr val="FFFFFF"/>
                </a:solidFill>
              </a:rPr>
              <a:t>指定工程师</a:t>
            </a:r>
          </a:p>
        </p:txBody>
      </p:sp>
      <p:sp>
        <p:nvSpPr>
          <p:cNvPr id="1010" name="d1_s2"/>
          <p:cNvSpPr/>
          <p:nvPr/>
        </p:nvSpPr>
        <p:spPr>
          <a:xfrm>
            <a:off x="2794000" y="3048000"/>
            <a:ext cx="6616700" cy="7747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BEAFE"/>
              </a:gs>
              <a:gs pos="100000">
                <a:srgbClr val="93C5FD"/>
              </a:gs>
            </a:gsLst>
            <a:lin ang="5400000" scaled="1"/>
          </a:gradFill>
          <a:ln w="12700">
            <a:solidFill>
              <a:srgbClr val="1F2937"/>
            </a:solidFill>
          </a:ln>
        </p:spPr>
        <p:txBody>
          <a:bodyPr rtlCol="0" anchor="ctr"/>
          <a:lstStyle/>
          <a:p/>
        </p:txBody>
      </p:sp>
      <p:sp>
        <p:nvSpPr>
          <p:cNvPr id="1011" name="d1_t_s2"/>
          <p:cNvSpPr txBox="1"/>
          <p:nvPr/>
        </p:nvSpPr>
        <p:spPr>
          <a:xfrm>
            <a:off x="3162300" y="3149600"/>
            <a:ext cx="6146800" cy="263398"/>
          </a:xfrm>
          <a:prstGeom prst="rect">
            <a:avLst/>
          </a:prstGeom>
        </p:spPr>
        <p:txBody>
          <a:bodyPr wrap="none" lIns="0" rIns="0" tIns="0" bIns="0"/>
          <a:lstStyle/>
          <a:p>
            <a:pPr algn="l" lvl="0"/>
            <a:r>
              <a:rPr lang="zh-CN" sz="1400">
                <a:solidFill>
                  <a:srgbClr val="FFFFFF"/>
                </a:solidFill>
              </a:rPr>
              <a:t>维修中</a:t>
            </a:r>
          </a:p>
        </p:txBody>
      </p:sp>
      <p:sp>
        <p:nvSpPr>
          <p:cNvPr id="1012" name="d1_bd_s2"/>
          <p:cNvSpPr/>
          <p:nvPr/>
        </p:nvSpPr>
        <p:spPr>
          <a:xfrm>
            <a:off x="2895600" y="3136900"/>
            <a:ext cx="203200" cy="203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F2937"/>
            </a:solidFill>
          </a:ln>
        </p:spPr>
        <p:txBody>
          <a:bodyPr rtlCol="0" anchor="ctr"/>
          <a:lstStyle/>
          <a:p/>
        </p:txBody>
      </p:sp>
      <p:sp>
        <p:nvSpPr>
          <p:cNvPr id="1013" name="d1_bt_s2"/>
          <p:cNvSpPr txBox="1"/>
          <p:nvPr/>
        </p:nvSpPr>
        <p:spPr>
          <a:xfrm>
            <a:off x="2895600" y="3161284"/>
            <a:ext cx="203200" cy="1625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ctr" lvl="0"/>
            <a:r>
              <a:rPr lang="zh-CN" sz="880">
                <a:solidFill>
                  <a:srgbClr val="1F2937"/>
                </a:solidFill>
              </a:rPr>
              <a:t>3</a:t>
            </a:r>
          </a:p>
        </p:txBody>
      </p:sp>
      <p:sp>
        <p:nvSpPr>
          <p:cNvPr id="1014" name="d1_s_s2"/>
          <p:cNvSpPr txBox="1"/>
          <p:nvPr/>
        </p:nvSpPr>
        <p:spPr>
          <a:xfrm>
            <a:off x="2895600" y="3450844"/>
            <a:ext cx="6413500" cy="23241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148">
                <a:solidFill>
                  <a:srgbClr val="FFFFFF"/>
                </a:solidFill>
              </a:rPr>
              <a:t>现场处理</a:t>
            </a:r>
          </a:p>
        </p:txBody>
      </p:sp>
      <p:sp>
        <p:nvSpPr>
          <p:cNvPr id="1015" name="d1_s3"/>
          <p:cNvSpPr/>
          <p:nvPr/>
        </p:nvSpPr>
        <p:spPr>
          <a:xfrm>
            <a:off x="2794000" y="4178300"/>
            <a:ext cx="6616700" cy="7747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BEAFE"/>
              </a:gs>
              <a:gs pos="100000">
                <a:srgbClr val="93C5FD"/>
              </a:gs>
            </a:gsLst>
            <a:lin ang="5400000" scaled="1"/>
          </a:gradFill>
          <a:ln w="12700">
            <a:solidFill>
              <a:srgbClr val="1F2937"/>
            </a:solidFill>
          </a:ln>
        </p:spPr>
        <p:txBody>
          <a:bodyPr rtlCol="0" anchor="ctr"/>
          <a:lstStyle/>
          <a:p/>
        </p:txBody>
      </p:sp>
      <p:sp>
        <p:nvSpPr>
          <p:cNvPr id="1016" name="d1_t_s3"/>
          <p:cNvSpPr txBox="1"/>
          <p:nvPr/>
        </p:nvSpPr>
        <p:spPr>
          <a:xfrm>
            <a:off x="3162300" y="4279900"/>
            <a:ext cx="6146800" cy="263398"/>
          </a:xfrm>
          <a:prstGeom prst="rect">
            <a:avLst/>
          </a:prstGeom>
        </p:spPr>
        <p:txBody>
          <a:bodyPr wrap="none" lIns="0" rIns="0" tIns="0" bIns="0"/>
          <a:lstStyle/>
          <a:p>
            <a:pPr algn="l" lvl="0"/>
            <a:r>
              <a:rPr lang="zh-CN" sz="1400">
                <a:solidFill>
                  <a:srgbClr val="FFFFFF"/>
                </a:solidFill>
              </a:rPr>
              <a:t>待验收</a:t>
            </a:r>
          </a:p>
        </p:txBody>
      </p:sp>
      <p:sp>
        <p:nvSpPr>
          <p:cNvPr id="1017" name="d1_bd_s3"/>
          <p:cNvSpPr/>
          <p:nvPr/>
        </p:nvSpPr>
        <p:spPr>
          <a:xfrm>
            <a:off x="2895600" y="4267200"/>
            <a:ext cx="203200" cy="203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F2937"/>
            </a:solidFill>
          </a:ln>
        </p:spPr>
        <p:txBody>
          <a:bodyPr rtlCol="0" anchor="ctr"/>
          <a:lstStyle/>
          <a:p/>
        </p:txBody>
      </p:sp>
      <p:sp>
        <p:nvSpPr>
          <p:cNvPr id="1018" name="d1_bt_s3"/>
          <p:cNvSpPr txBox="1"/>
          <p:nvPr/>
        </p:nvSpPr>
        <p:spPr>
          <a:xfrm>
            <a:off x="2895600" y="4291584"/>
            <a:ext cx="203200" cy="1625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ctr" lvl="0"/>
            <a:r>
              <a:rPr lang="zh-CN" sz="880">
                <a:solidFill>
                  <a:srgbClr val="1F2937"/>
                </a:solidFill>
              </a:rPr>
              <a:t>4</a:t>
            </a:r>
          </a:p>
        </p:txBody>
      </p:sp>
      <p:sp>
        <p:nvSpPr>
          <p:cNvPr id="1019" name="d1_s_s3"/>
          <p:cNvSpPr txBox="1"/>
          <p:nvPr/>
        </p:nvSpPr>
        <p:spPr>
          <a:xfrm>
            <a:off x="2895600" y="4581144"/>
            <a:ext cx="6413500" cy="23241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148">
                <a:solidFill>
                  <a:srgbClr val="FFFFFF"/>
                </a:solidFill>
              </a:rPr>
              <a:t>用户确认</a:t>
            </a:r>
          </a:p>
        </p:txBody>
      </p:sp>
      <p:sp>
        <p:nvSpPr>
          <p:cNvPr id="1020" name="d1_s4"/>
          <p:cNvSpPr/>
          <p:nvPr/>
        </p:nvSpPr>
        <p:spPr>
          <a:xfrm>
            <a:off x="2794000" y="5308600"/>
            <a:ext cx="6616700" cy="7747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DBEAFE"/>
              </a:gs>
              <a:gs pos="100000">
                <a:srgbClr val="93C5FD"/>
              </a:gs>
            </a:gsLst>
            <a:lin ang="5400000" scaled="1"/>
          </a:gradFill>
          <a:ln w="12700">
            <a:solidFill>
              <a:srgbClr val="1F2937"/>
            </a:solidFill>
          </a:ln>
        </p:spPr>
        <p:txBody>
          <a:bodyPr rtlCol="0" anchor="ctr"/>
          <a:lstStyle/>
          <a:p/>
        </p:txBody>
      </p:sp>
      <p:sp>
        <p:nvSpPr>
          <p:cNvPr id="1021" name="d1_t_s4"/>
          <p:cNvSpPr txBox="1"/>
          <p:nvPr/>
        </p:nvSpPr>
        <p:spPr>
          <a:xfrm>
            <a:off x="3162300" y="5410200"/>
            <a:ext cx="6146800" cy="263398"/>
          </a:xfrm>
          <a:prstGeom prst="rect">
            <a:avLst/>
          </a:prstGeom>
        </p:spPr>
        <p:txBody>
          <a:bodyPr wrap="none" lIns="0" rIns="0" tIns="0" bIns="0"/>
          <a:lstStyle/>
          <a:p>
            <a:pPr algn="l" lvl="0"/>
            <a:r>
              <a:rPr lang="zh-CN" sz="1400">
                <a:solidFill>
                  <a:srgbClr val="FFFFFF"/>
                </a:solidFill>
              </a:rPr>
              <a:t>已归档</a:t>
            </a:r>
          </a:p>
        </p:txBody>
      </p:sp>
      <p:sp>
        <p:nvSpPr>
          <p:cNvPr id="1022" name="d1_bd_s4"/>
          <p:cNvSpPr/>
          <p:nvPr/>
        </p:nvSpPr>
        <p:spPr>
          <a:xfrm>
            <a:off x="2895600" y="5397500"/>
            <a:ext cx="203200" cy="203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F2937"/>
            </a:solidFill>
          </a:ln>
        </p:spPr>
        <p:txBody>
          <a:bodyPr rtlCol="0" anchor="ctr"/>
          <a:lstStyle/>
          <a:p/>
        </p:txBody>
      </p:sp>
      <p:sp>
        <p:nvSpPr>
          <p:cNvPr id="1023" name="d1_bt_s4"/>
          <p:cNvSpPr txBox="1"/>
          <p:nvPr/>
        </p:nvSpPr>
        <p:spPr>
          <a:xfrm>
            <a:off x="2895600" y="5421884"/>
            <a:ext cx="203200" cy="16256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ctr" lvl="0"/>
            <a:r>
              <a:rPr lang="zh-CN" sz="880">
                <a:solidFill>
                  <a:srgbClr val="1F2937"/>
                </a:solidFill>
              </a:rPr>
              <a:t>5</a:t>
            </a:r>
          </a:p>
        </p:txBody>
      </p:sp>
      <p:sp>
        <p:nvSpPr>
          <p:cNvPr id="1024" name="d1_s_s4"/>
          <p:cNvSpPr txBox="1"/>
          <p:nvPr/>
        </p:nvSpPr>
        <p:spPr>
          <a:xfrm>
            <a:off x="2895600" y="5711444"/>
            <a:ext cx="6413500" cy="232410"/>
          </a:xfrm>
          <a:prstGeom prst="rect">
            <a:avLst/>
          </a:prstGeom>
        </p:spPr>
        <p:txBody>
          <a:bodyPr wrap="square" lIns="0" rIns="0" tIns="0" bIns="0"/>
          <a:lstStyle/>
          <a:p>
            <a:pPr algn="l" lvl="0"/>
            <a:r>
              <a:rPr lang="zh-CN" sz="1148">
                <a:solidFill>
                  <a:srgbClr val="FFFFFF"/>
                </a:solidFill>
              </a:rPr>
              <a:t>计入台账</a:t>
            </a:r>
          </a:p>
        </p:txBody>
      </p:sp>
      <p:sp>
        <p:nvSpPr>
          <p:cNvPr id="1025" name="d1_ch_chain_s0_s1"/>
          <p:cNvSpPr/>
          <p:nvPr/>
        </p:nvSpPr>
        <p:spPr>
          <a:xfrm rot="16200000">
            <a:off x="5988050" y="1689100"/>
            <a:ext cx="228600" cy="177800"/>
          </a:xfrm>
          <a:prstGeom prst="chevron">
            <a:avLst>
              <a:gd name="adj" fmla="val 25000"/>
            </a:avLst>
          </a:prstGeom>
          <a:solidFill>
            <a:srgbClr val="10B981"/>
          </a:solidFill>
          <a:ln w="12700">
            <a:solidFill>
              <a:srgbClr val="1F2937"/>
            </a:solidFill>
          </a:ln>
        </p:spPr>
        <p:txBody>
          <a:bodyPr rtlCol="0" anchor="ctr"/>
          <a:lstStyle/>
          <a:p/>
        </p:txBody>
      </p:sp>
      <p:sp>
        <p:nvSpPr>
          <p:cNvPr id="1026" name="d1_ch_chain_s1_s2"/>
          <p:cNvSpPr/>
          <p:nvPr/>
        </p:nvSpPr>
        <p:spPr>
          <a:xfrm rot="16200000">
            <a:off x="5988050" y="2819400"/>
            <a:ext cx="228600" cy="177800"/>
          </a:xfrm>
          <a:prstGeom prst="chevron">
            <a:avLst>
              <a:gd name="adj" fmla="val 25000"/>
            </a:avLst>
          </a:prstGeom>
          <a:solidFill>
            <a:srgbClr val="10B981"/>
          </a:solidFill>
          <a:ln w="12700">
            <a:solidFill>
              <a:srgbClr val="1F2937"/>
            </a:solidFill>
          </a:ln>
        </p:spPr>
        <p:txBody>
          <a:bodyPr rtlCol="0" anchor="ctr"/>
          <a:lstStyle/>
          <a:p/>
        </p:txBody>
      </p:sp>
      <p:sp>
        <p:nvSpPr>
          <p:cNvPr id="1027" name="d1_ch_chain_s2_s3"/>
          <p:cNvSpPr/>
          <p:nvPr/>
        </p:nvSpPr>
        <p:spPr>
          <a:xfrm rot="16200000">
            <a:off x="5988050" y="3949700"/>
            <a:ext cx="228600" cy="177800"/>
          </a:xfrm>
          <a:prstGeom prst="chevron">
            <a:avLst>
              <a:gd name="adj" fmla="val 25000"/>
            </a:avLst>
          </a:prstGeom>
          <a:solidFill>
            <a:srgbClr val="10B981"/>
          </a:solidFill>
          <a:ln w="12700">
            <a:solidFill>
              <a:srgbClr val="1F2937"/>
            </a:solidFill>
          </a:ln>
        </p:spPr>
        <p:txBody>
          <a:bodyPr rtlCol="0" anchor="ctr"/>
          <a:lstStyle/>
          <a:p/>
        </p:txBody>
      </p:sp>
      <p:sp>
        <p:nvSpPr>
          <p:cNvPr id="1028" name="d1_ch_chain_s3_s4"/>
          <p:cNvSpPr/>
          <p:nvPr/>
        </p:nvSpPr>
        <p:spPr>
          <a:xfrm rot="16200000">
            <a:off x="5988050" y="5080000"/>
            <a:ext cx="228600" cy="177800"/>
          </a:xfrm>
          <a:prstGeom prst="chevron">
            <a:avLst>
              <a:gd name="adj" fmla="val 25000"/>
            </a:avLst>
          </a:prstGeom>
          <a:solidFill>
            <a:srgbClr val="10B981"/>
          </a:solidFill>
          <a:ln w="12700">
            <a:solidFill>
              <a:srgbClr val="1F2937"/>
            </a:solidFill>
          </a:ln>
        </p:spPr>
        <p:txBody>
          <a:bodyPr rtlCol="0" anchor="ctr"/>
          <a:lstStyle/>
          <a:p/>
        </p:txBody>
      </p:sp>
      <p:sp>
        <p:nvSpPr>
          <p:cNvPr id="1029" name="d1_e0"/>
          <p:cNvSpPr/>
          <p:nvPr/>
        </p:nvSpPr>
        <p:spPr>
          <a:xfrm>
            <a:off x="2463800" y="3435350"/>
            <a:ext cx="330200" cy="1130300"/>
          </a:xfrm>
          <a:custGeom>
            <a:avLst/>
            <a:gdLst/>
            <a:ahLst/>
            <a:cxnLst/>
            <a:rect l="l" t="t" r="r" b="b"/>
            <a:pathLst>
              <a:path w="100000" h="100000" fill="none">
                <a:moveTo>
                  <a:pt x="100000" y="100000"/>
                </a:moveTo>
                <a:lnTo>
                  <a:pt x="0" y="100000"/>
                </a:lnTo>
                <a:lnTo>
                  <a:pt x="0" y="0"/>
                </a:lnTo>
                <a:lnTo>
                  <a:pt x="100000" y="0"/>
                </a:lnTo>
              </a:path>
            </a:pathLst>
          </a:custGeom>
          <a:noFill/>
          <a:ln w="12700">
            <a:solidFill>
              <a:srgbClr val="1F2937"/>
            </a:solidFill>
            <a:prstDash val="dash"/>
            <a:tailEnd type="triangle" w="med" len="med"/>
          </a:ln>
        </p:spPr>
        <p:txBody>
          <a:bodyPr/>
          <a:lstStyle/>
          <a:p/>
        </p:txBody>
      </p:sp>
      <p:sp>
        <p:nvSpPr>
          <p:cNvPr id="1030" name="d1_el_e0"/>
          <p:cNvSpPr txBox="1"/>
          <p:nvPr/>
        </p:nvSpPr>
        <p:spPr>
          <a:xfrm>
            <a:off x="NaN" y="NaN"/>
            <a:ext cx="NaN" cy="203200"/>
          </a:xfrm>
          <a:prstGeom prst="rect">
            <a:avLst/>
          </a:prstGeom>
        </p:spPr>
        <p:txBody>
          <a:bodyPr wrap="none" lIns="0" rIns="0" tIns="0" bIns="0"/>
          <a:lstStyle/>
          <a:p>
            <a:pPr algn="ctr" lvl="0"/>
            <a:r>
              <a:rPr lang="zh-CN" sz="1200">
                <a:solidFill>
                  <a:srgbClr val="1F2937"/>
                </a:solidFill>
              </a:rPr>
              <a:t>返工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udio">
  <a:themeElements>
    <a:clrScheme name="Studio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2563EB"/>
      </a:accent1>
      <a:accent2>
        <a:srgbClr val="F59E0B"/>
      </a:accent2>
      <a:accent3>
        <a:srgbClr val="10B981"/>
      </a:accent3>
      <a:accent4>
        <a:srgbClr val="EF4444"/>
      </a:accent4>
      <a:accent5>
        <a:srgbClr val="8B5CF6"/>
      </a:accent5>
      <a:accent6>
        <a:srgbClr val="06B6D4"/>
      </a:accent6>
      <a:hlink>
        <a:srgbClr val="2563EB"/>
      </a:hlink>
      <a:folHlink>
        <a:srgbClr val="7C3AED"/>
      </a:folHlink>
    </a:clrScheme>
    <a:fontScheme name="Studio">
      <a:majorFont>
        <a:latin typeface="Calibri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Studio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</a:ln>
        <a:ln w="12700" cap="flat" cmpd="sng" algn="ctr">
          <a:solidFill>
            <a:schemeClr val="phClr"/>
          </a:solidFill>
        </a:ln>
        <a:ln w="19050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dsh-ppt-studio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目标风格（对齐用户第 4 页）</dc:title>
  <dc:creator>dsh-ppt-studio</dc:creator>
  <cp:lastModifiedBy>dsh-ppt-studio</cp:lastModifiedBy>
  <dcterms:created xmlns:dcterms="http://purl.org/dc/terms/" xmlns:xsi="http://www.w3.org/2001/XMLSchema-instance" xsi:type="dcterms:W3CDTF">2026-09-29T12:36:40.357Z</dcterms:created>
  <dcterms:modified xmlns:dcterms="http://purl.org/dc/terms/" xmlns:xsi="http://www.w3.org/2001/XMLSchema-instance" xsi:type="dcterms:W3CDTF">2026-09-29T12:36:40.357Z</dcterms:modified>
</cp:coreProperties>
</file>