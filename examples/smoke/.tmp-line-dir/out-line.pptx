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algn="l">
      <a:defRPr sz="1800"/>
    </a:lvl1pPr>
    <a:lvl2pPr>
      <a:defRPr sz="1400"/>
    </a:lvl2pPr>
    <a:lvl3pPr>
      <a:defRPr sz="1200"/>
    </a:lvl3pPr>
    <a:lvl4pPr>
      <a:defRPr sz="1200"/>
    </a:lvl4pPr>
    <a:lvl5pPr>
      <a:defRPr sz="1200"/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0" name="dr"/>
          <p:cNvCxnSpPr/>
          <p:nvPr/>
        </p:nvCxnSpPr>
        <p:spPr>
          <a:xfrm>
            <a:off x="1270000" y="1270000"/>
            <a:ext cx="1270000" cy="762000"/>
          </a:xfrm>
          <a:prstGeom prst="straightConnector1">
            <a:avLst/>
          </a:prstGeom>
          <a:ln w="25400">
            <a:solidFill>
              <a:srgbClr val="111111"/>
            </a:solidFill>
          </a:ln>
        </p:spPr>
      </p:cxnSp>
      <p:cxnSp>
        <p:nvCxnSpPr>
          <p:cNvPr id="1001" name="dl"/>
          <p:cNvCxnSpPr/>
          <p:nvPr/>
        </p:nvCxnSpPr>
        <p:spPr>
          <a:xfrm flipH="1">
            <a:off x="2540000" y="1270000"/>
            <a:ext cx="1270000" cy="762000"/>
          </a:xfrm>
          <a:prstGeom prst="straightConnector1">
            <a:avLst/>
          </a:prstGeom>
          <a:ln w="25400">
            <a:solidFill>
              <a:srgbClr val="111111"/>
            </a:solidFill>
          </a:ln>
        </p:spPr>
      </p:cxnSp>
      <p:cxnSp>
        <p:nvCxnSpPr>
          <p:cNvPr id="1002" name="ur"/>
          <p:cNvCxnSpPr/>
          <p:nvPr/>
        </p:nvCxnSpPr>
        <p:spPr>
          <a:xfrm flipV="1">
            <a:off x="5080000" y="1778000"/>
            <a:ext cx="1270000" cy="762000"/>
          </a:xfrm>
          <a:prstGeom prst="straightConnector1">
            <a:avLst/>
          </a:prstGeom>
          <a:ln w="25400">
            <a:solidFill>
              <a:srgbClr val="B7791F"/>
            </a:solidFill>
            <a:tailEnd type="triangle" w="med" len="med"/>
          </a:ln>
        </p:spPr>
      </p:cxnSp>
      <p:cxnSp>
        <p:nvCxnSpPr>
          <p:cNvPr id="1003" name="ul"/>
          <p:cNvCxnSpPr/>
          <p:nvPr/>
        </p:nvCxnSpPr>
        <p:spPr>
          <a:xfrm flipH="1" flipV="1">
            <a:off x="6350000" y="1778000"/>
            <a:ext cx="1270000" cy="762000"/>
          </a:xfrm>
          <a:prstGeom prst="straightConnector1">
            <a:avLst/>
          </a:prstGeom>
          <a:ln w="25400">
            <a:solidFill>
              <a:srgbClr val="B7791F"/>
            </a:solidFill>
          </a:ln>
        </p:spPr>
      </p:cxnSp>
      <p:cxnSp>
        <p:nvCxnSpPr>
          <p:cNvPr id="1004" name="cross1"/>
          <p:cNvCxnSpPr/>
          <p:nvPr/>
        </p:nvCxnSpPr>
        <p:spPr>
          <a:xfrm>
            <a:off x="8890000" y="3810000"/>
            <a:ext cx="177800" cy="177800"/>
          </a:xfrm>
          <a:prstGeom prst="straightConnector1">
            <a:avLst/>
          </a:prstGeom>
          <a:ln w="31750">
            <a:solidFill>
              <a:srgbClr val="B03A2E"/>
            </a:solidFill>
          </a:ln>
        </p:spPr>
      </p:cxnSp>
      <p:cxnSp>
        <p:nvCxnSpPr>
          <p:cNvPr id="1005" name="cross2"/>
          <p:cNvCxnSpPr/>
          <p:nvPr/>
        </p:nvCxnSpPr>
        <p:spPr>
          <a:xfrm flipH="1">
            <a:off x="8890000" y="3810000"/>
            <a:ext cx="177800" cy="177800"/>
          </a:xfrm>
          <a:prstGeom prst="straightConnector1">
            <a:avLst/>
          </a:prstGeom>
          <a:ln w="31750">
            <a:solidFill>
              <a:srgbClr val="B03A2E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Studio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dsh-ppt-studio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连线方向夹具</dc:title>
  <dc:creator>dsh-ppt-studio</dc:creator>
  <cp:lastModifiedBy>dsh-ppt-studio</cp:lastModifiedBy>
  <dcterms:created xmlns:dcterms="http://purl.org/dc/terms/" xmlns:xsi="http://www.w3.org/2001/XMLSchema-instance" xsi:type="dcterms:W3CDTF">2026-09-18T08:49:32.299Z</dcterms:created>
  <dcterms:modified xmlns:dcterms="http://purl.org/dc/terms/" xmlns:xsi="http://www.w3.org/2001/XMLSchema-instance" xsi:type="dcterms:W3CDTF">2026-09-18T08:49:32.299Z</dcterms:modified>
</cp:coreProperties>
</file>