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d1_stt_title"/>
          <p:cNvSpPr txBox="1"/>
          <p:nvPr/>
        </p:nvSpPr>
        <p:spPr>
          <a:xfrm>
            <a:off x="762000" y="762000"/>
            <a:ext cx="106680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500">
                <a:solidFill>
                  <a:srgbClr val="1F2937"/>
                </a:solidFill>
              </a:rPr>
              <a:t>设备报修工单状态机（默认风格）</a:t>
            </a:r>
          </a:p>
        </p:txBody>
      </p:sp>
      <p:sp>
        <p:nvSpPr>
          <p:cNvPr id="1001" name="d1_s0"/>
          <p:cNvSpPr/>
          <p:nvPr/>
        </p:nvSpPr>
        <p:spPr>
          <a:xfrm>
            <a:off x="711200" y="2072640"/>
            <a:ext cx="71120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2" name="d1_t_s0"/>
          <p:cNvSpPr txBox="1"/>
          <p:nvPr/>
        </p:nvSpPr>
        <p:spPr>
          <a:xfrm>
            <a:off x="787400" y="2299970"/>
            <a:ext cx="558800" cy="25654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待受理</a:t>
            </a:r>
          </a:p>
        </p:txBody>
      </p:sp>
      <p:sp>
        <p:nvSpPr>
          <p:cNvPr id="1003" name="d1_s1"/>
          <p:cNvSpPr/>
          <p:nvPr/>
        </p:nvSpPr>
        <p:spPr>
          <a:xfrm>
            <a:off x="3225800" y="2072640"/>
            <a:ext cx="71120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4" name="d1_t_s1"/>
          <p:cNvSpPr txBox="1"/>
          <p:nvPr/>
        </p:nvSpPr>
        <p:spPr>
          <a:xfrm>
            <a:off x="3302000" y="2299970"/>
            <a:ext cx="558800" cy="25654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已派单</a:t>
            </a:r>
          </a:p>
        </p:txBody>
      </p:sp>
      <p:sp>
        <p:nvSpPr>
          <p:cNvPr id="1005" name="d1_s2"/>
          <p:cNvSpPr/>
          <p:nvPr/>
        </p:nvSpPr>
        <p:spPr>
          <a:xfrm>
            <a:off x="5740400" y="2072640"/>
            <a:ext cx="71120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6" name="d1_t_s2"/>
          <p:cNvSpPr txBox="1"/>
          <p:nvPr/>
        </p:nvSpPr>
        <p:spPr>
          <a:xfrm>
            <a:off x="5816600" y="2299970"/>
            <a:ext cx="558800" cy="25654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维修中</a:t>
            </a:r>
          </a:p>
        </p:txBody>
      </p:sp>
      <p:sp>
        <p:nvSpPr>
          <p:cNvPr id="1007" name="d1_s3"/>
          <p:cNvSpPr/>
          <p:nvPr/>
        </p:nvSpPr>
        <p:spPr>
          <a:xfrm>
            <a:off x="8255000" y="2072640"/>
            <a:ext cx="71120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8" name="d1_t_s3"/>
          <p:cNvSpPr txBox="1"/>
          <p:nvPr/>
        </p:nvSpPr>
        <p:spPr>
          <a:xfrm>
            <a:off x="8331200" y="2299970"/>
            <a:ext cx="558800" cy="25654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待验收</a:t>
            </a:r>
          </a:p>
        </p:txBody>
      </p:sp>
      <p:sp>
        <p:nvSpPr>
          <p:cNvPr id="1009" name="d1_s4"/>
          <p:cNvSpPr/>
          <p:nvPr/>
        </p:nvSpPr>
        <p:spPr>
          <a:xfrm>
            <a:off x="10769600" y="2072640"/>
            <a:ext cx="71120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0" name="d1_t_s4"/>
          <p:cNvSpPr txBox="1"/>
          <p:nvPr/>
        </p:nvSpPr>
        <p:spPr>
          <a:xfrm>
            <a:off x="10845800" y="2299970"/>
            <a:ext cx="558800" cy="25654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已归档</a:t>
            </a:r>
          </a:p>
        </p:txBody>
      </p:sp>
      <p:sp>
        <p:nvSpPr>
          <p:cNvPr id="1011" name="d1_e0"/>
          <p:cNvSpPr/>
          <p:nvPr/>
        </p:nvSpPr>
        <p:spPr>
          <a:xfrm>
            <a:off x="1422400" y="2415540"/>
            <a:ext cx="180340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52817" y="0"/>
                </a:lnTo>
                <a:lnTo>
                  <a:pt x="52817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12" name="d1_e1"/>
          <p:cNvSpPr/>
          <p:nvPr/>
        </p:nvSpPr>
        <p:spPr>
          <a:xfrm>
            <a:off x="3937000" y="2415540"/>
            <a:ext cx="180340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52817" y="0"/>
                </a:lnTo>
                <a:lnTo>
                  <a:pt x="52817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13" name="d1_e2"/>
          <p:cNvSpPr/>
          <p:nvPr/>
        </p:nvSpPr>
        <p:spPr>
          <a:xfrm>
            <a:off x="6451600" y="2415540"/>
            <a:ext cx="180340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52817" y="0"/>
                </a:lnTo>
                <a:lnTo>
                  <a:pt x="52817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14" name="d1_e3"/>
          <p:cNvSpPr/>
          <p:nvPr/>
        </p:nvSpPr>
        <p:spPr>
          <a:xfrm>
            <a:off x="8966200" y="2415540"/>
            <a:ext cx="180340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52817" y="0"/>
                </a:lnTo>
                <a:lnTo>
                  <a:pt x="52817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15" name="d1_e4"/>
          <p:cNvSpPr/>
          <p:nvPr/>
        </p:nvSpPr>
        <p:spPr>
          <a:xfrm>
            <a:off x="6096000" y="1590040"/>
            <a:ext cx="2692400" cy="482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00000" y="100000"/>
                </a:moveTo>
                <a:lnTo>
                  <a:pt x="100000" y="1316"/>
                </a:lnTo>
                <a:lnTo>
                  <a:pt x="100000" y="0"/>
                </a:lnTo>
                <a:lnTo>
                  <a:pt x="0" y="0"/>
                </a:lnTo>
                <a:lnTo>
                  <a:pt x="0" y="1316"/>
                </a:lnTo>
                <a:lnTo>
                  <a:pt x="0" y="10000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16" name="d1_lbl_s0_s1"/>
          <p:cNvSpPr txBox="1"/>
          <p:nvPr/>
        </p:nvSpPr>
        <p:spPr>
          <a:xfrm>
            <a:off x="2565400" y="21082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受理</a:t>
            </a:r>
          </a:p>
        </p:txBody>
      </p:sp>
      <p:sp>
        <p:nvSpPr>
          <p:cNvPr id="1017" name="d1_lbl_s1_s2"/>
          <p:cNvSpPr txBox="1"/>
          <p:nvPr/>
        </p:nvSpPr>
        <p:spPr>
          <a:xfrm>
            <a:off x="5080000" y="21082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出发</a:t>
            </a:r>
          </a:p>
        </p:txBody>
      </p:sp>
      <p:sp>
        <p:nvSpPr>
          <p:cNvPr id="1018" name="d1_lbl_s2_s3"/>
          <p:cNvSpPr txBox="1"/>
          <p:nvPr/>
        </p:nvSpPr>
        <p:spPr>
          <a:xfrm>
            <a:off x="7594600" y="21082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完成</a:t>
            </a:r>
          </a:p>
        </p:txBody>
      </p:sp>
      <p:sp>
        <p:nvSpPr>
          <p:cNvPr id="1019" name="d1_lbl_s3_s4"/>
          <p:cNvSpPr txBox="1"/>
          <p:nvPr/>
        </p:nvSpPr>
        <p:spPr>
          <a:xfrm>
            <a:off x="10109200" y="21082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确认</a:t>
            </a:r>
          </a:p>
        </p:txBody>
      </p:sp>
      <p:sp>
        <p:nvSpPr>
          <p:cNvPr id="1020" name="d1_lbl_s3_s2"/>
          <p:cNvSpPr txBox="1"/>
          <p:nvPr/>
        </p:nvSpPr>
        <p:spPr>
          <a:xfrm>
            <a:off x="7200900" y="12827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返工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d2_stt_title"/>
          <p:cNvSpPr txBox="1"/>
          <p:nvPr/>
        </p:nvSpPr>
        <p:spPr>
          <a:xfrm>
            <a:off x="762000" y="762000"/>
            <a:ext cx="106680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500">
                <a:solidFill>
                  <a:srgbClr val="1F2937"/>
                </a:solidFill>
              </a:rPr>
              <a:t>设备报修工单状态机（助手自设计）</a:t>
            </a:r>
          </a:p>
        </p:txBody>
      </p:sp>
      <p:sp>
        <p:nvSpPr>
          <p:cNvPr id="1022" name="d2_s0"/>
          <p:cNvSpPr/>
          <p:nvPr/>
        </p:nvSpPr>
        <p:spPr>
          <a:xfrm>
            <a:off x="825500" y="2370582"/>
            <a:ext cx="7112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3" name="d2_t_s0"/>
          <p:cNvSpPr txBox="1"/>
          <p:nvPr/>
        </p:nvSpPr>
        <p:spPr>
          <a:xfrm>
            <a:off x="825500" y="3107182"/>
            <a:ext cx="711200" cy="25781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1F2937"/>
                </a:solidFill>
              </a:rPr>
              <a:t>待受理</a:t>
            </a:r>
          </a:p>
        </p:txBody>
      </p:sp>
      <p:sp>
        <p:nvSpPr>
          <p:cNvPr id="1024" name="d2_s1"/>
          <p:cNvSpPr/>
          <p:nvPr/>
        </p:nvSpPr>
        <p:spPr>
          <a:xfrm>
            <a:off x="3282950" y="2370582"/>
            <a:ext cx="7112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5" name="d2_t_s1"/>
          <p:cNvSpPr txBox="1"/>
          <p:nvPr/>
        </p:nvSpPr>
        <p:spPr>
          <a:xfrm>
            <a:off x="3282950" y="3107182"/>
            <a:ext cx="711200" cy="25781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1F2937"/>
                </a:solidFill>
              </a:rPr>
              <a:t>已派单</a:t>
            </a:r>
          </a:p>
        </p:txBody>
      </p:sp>
      <p:sp>
        <p:nvSpPr>
          <p:cNvPr id="1026" name="d2_s2"/>
          <p:cNvSpPr/>
          <p:nvPr/>
        </p:nvSpPr>
        <p:spPr>
          <a:xfrm>
            <a:off x="5740400" y="2370582"/>
            <a:ext cx="7112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7" name="d2_t_s2"/>
          <p:cNvSpPr txBox="1"/>
          <p:nvPr/>
        </p:nvSpPr>
        <p:spPr>
          <a:xfrm>
            <a:off x="5740400" y="3107182"/>
            <a:ext cx="711200" cy="25781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1F2937"/>
                </a:solidFill>
              </a:rPr>
              <a:t>维修中</a:t>
            </a:r>
          </a:p>
        </p:txBody>
      </p:sp>
      <p:sp>
        <p:nvSpPr>
          <p:cNvPr id="1028" name="d2_s3"/>
          <p:cNvSpPr/>
          <p:nvPr/>
        </p:nvSpPr>
        <p:spPr>
          <a:xfrm>
            <a:off x="8197850" y="2370582"/>
            <a:ext cx="7112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9" name="d2_t_s3"/>
          <p:cNvSpPr txBox="1"/>
          <p:nvPr/>
        </p:nvSpPr>
        <p:spPr>
          <a:xfrm>
            <a:off x="8197850" y="3107182"/>
            <a:ext cx="711200" cy="25781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1F2937"/>
                </a:solidFill>
              </a:rPr>
              <a:t>待验收</a:t>
            </a:r>
          </a:p>
        </p:txBody>
      </p:sp>
      <p:sp>
        <p:nvSpPr>
          <p:cNvPr id="1030" name="d2_s4"/>
          <p:cNvSpPr/>
          <p:nvPr/>
        </p:nvSpPr>
        <p:spPr>
          <a:xfrm>
            <a:off x="10655300" y="2370582"/>
            <a:ext cx="7112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31" name="d2_t_s4"/>
          <p:cNvSpPr txBox="1"/>
          <p:nvPr/>
        </p:nvSpPr>
        <p:spPr>
          <a:xfrm>
            <a:off x="10655300" y="3107182"/>
            <a:ext cx="711200" cy="25781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1F2937"/>
                </a:solidFill>
              </a:rPr>
              <a:t>已归档</a:t>
            </a:r>
          </a:p>
        </p:txBody>
      </p:sp>
      <p:sp>
        <p:nvSpPr>
          <p:cNvPr id="1032" name="d2_e0"/>
          <p:cNvSpPr/>
          <p:nvPr/>
        </p:nvSpPr>
        <p:spPr>
          <a:xfrm>
            <a:off x="1536700" y="2713482"/>
            <a:ext cx="174625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46364" y="0"/>
                </a:lnTo>
                <a:lnTo>
                  <a:pt x="46364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33" name="d2_e1"/>
          <p:cNvSpPr/>
          <p:nvPr/>
        </p:nvSpPr>
        <p:spPr>
          <a:xfrm>
            <a:off x="3994150" y="2713482"/>
            <a:ext cx="174625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46364" y="0"/>
                </a:lnTo>
                <a:lnTo>
                  <a:pt x="46364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34" name="d2_e2"/>
          <p:cNvSpPr/>
          <p:nvPr/>
        </p:nvSpPr>
        <p:spPr>
          <a:xfrm>
            <a:off x="6451600" y="2713482"/>
            <a:ext cx="174625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46364" y="0"/>
                </a:lnTo>
                <a:lnTo>
                  <a:pt x="46364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35" name="d2_e3"/>
          <p:cNvSpPr/>
          <p:nvPr/>
        </p:nvSpPr>
        <p:spPr>
          <a:xfrm>
            <a:off x="8909050" y="2713482"/>
            <a:ext cx="174625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46364" y="0"/>
                </a:lnTo>
                <a:lnTo>
                  <a:pt x="46364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36" name="d2_e4"/>
          <p:cNvSpPr/>
          <p:nvPr/>
        </p:nvSpPr>
        <p:spPr>
          <a:xfrm>
            <a:off x="5335651" y="2713482"/>
            <a:ext cx="3978275" cy="5461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9823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174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37" name="d2_lbl_s0_s1"/>
          <p:cNvSpPr txBox="1"/>
          <p:nvPr/>
        </p:nvSpPr>
        <p:spPr>
          <a:xfrm>
            <a:off x="25781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受理</a:t>
            </a:r>
          </a:p>
        </p:txBody>
      </p:sp>
      <p:sp>
        <p:nvSpPr>
          <p:cNvPr id="1038" name="d2_lbl_s1_s2"/>
          <p:cNvSpPr txBox="1"/>
          <p:nvPr/>
        </p:nvSpPr>
        <p:spPr>
          <a:xfrm>
            <a:off x="50292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出发</a:t>
            </a:r>
          </a:p>
        </p:txBody>
      </p:sp>
      <p:sp>
        <p:nvSpPr>
          <p:cNvPr id="1039" name="d2_lbl_s2_s3"/>
          <p:cNvSpPr txBox="1"/>
          <p:nvPr/>
        </p:nvSpPr>
        <p:spPr>
          <a:xfrm>
            <a:off x="74930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完成</a:t>
            </a:r>
          </a:p>
        </p:txBody>
      </p:sp>
      <p:sp>
        <p:nvSpPr>
          <p:cNvPr id="1040" name="d2_lbl_s3_s4"/>
          <p:cNvSpPr txBox="1"/>
          <p:nvPr/>
        </p:nvSpPr>
        <p:spPr>
          <a:xfrm>
            <a:off x="99441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确认</a:t>
            </a:r>
          </a:p>
        </p:txBody>
      </p:sp>
      <p:sp>
        <p:nvSpPr>
          <p:cNvPr id="1041" name="d2_lbl_s3_s2"/>
          <p:cNvSpPr txBox="1"/>
          <p:nvPr/>
        </p:nvSpPr>
        <p:spPr>
          <a:xfrm>
            <a:off x="7086600" y="29591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返工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d3_stt_title"/>
          <p:cNvSpPr txBox="1"/>
          <p:nvPr/>
        </p:nvSpPr>
        <p:spPr>
          <a:xfrm>
            <a:off x="762000" y="762000"/>
            <a:ext cx="106680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500">
                <a:solidFill>
                  <a:srgbClr val="1F2937"/>
                </a:solidFill>
              </a:rPr>
              <a:t>设备报修工单状态机（用户参考风格）</a:t>
            </a:r>
          </a:p>
        </p:txBody>
      </p:sp>
      <p:sp>
        <p:nvSpPr>
          <p:cNvPr id="1043" name="d3_s0"/>
          <p:cNvSpPr/>
          <p:nvPr/>
        </p:nvSpPr>
        <p:spPr>
          <a:xfrm>
            <a:off x="1008380" y="2226564"/>
            <a:ext cx="1270000" cy="97383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44" name="d3_t_s0"/>
          <p:cNvSpPr txBox="1"/>
          <p:nvPr/>
        </p:nvSpPr>
        <p:spPr>
          <a:xfrm>
            <a:off x="1389380" y="2290064"/>
            <a:ext cx="812800" cy="24003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待受理</a:t>
            </a:r>
          </a:p>
        </p:txBody>
      </p:sp>
      <p:sp>
        <p:nvSpPr>
          <p:cNvPr id="1045" name="d3_bd_s0"/>
          <p:cNvSpPr/>
          <p:nvPr/>
        </p:nvSpPr>
        <p:spPr>
          <a:xfrm>
            <a:off x="1071880" y="2618232"/>
            <a:ext cx="190500" cy="1905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46" name="d3_bt_s0"/>
          <p:cNvSpPr txBox="1"/>
          <p:nvPr/>
        </p:nvSpPr>
        <p:spPr>
          <a:xfrm>
            <a:off x="1071880" y="2641092"/>
            <a:ext cx="190500" cy="152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7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047" name="d3_s_s0"/>
          <p:cNvSpPr txBox="1"/>
          <p:nvPr/>
        </p:nvSpPr>
        <p:spPr>
          <a:xfrm>
            <a:off x="1389380" y="2732913"/>
            <a:ext cx="812800" cy="311658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092">
                <a:solidFill>
                  <a:srgbClr val="FFFFFF"/>
                </a:solidFill>
              </a:rPr>
              <a:t>工单已创建</a:t>
            </a:r>
          </a:p>
        </p:txBody>
      </p:sp>
      <p:sp>
        <p:nvSpPr>
          <p:cNvPr id="1048" name="d3_s1"/>
          <p:cNvSpPr/>
          <p:nvPr/>
        </p:nvSpPr>
        <p:spPr>
          <a:xfrm>
            <a:off x="3329940" y="2226564"/>
            <a:ext cx="1270000" cy="97383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49" name="d3_t_s1"/>
          <p:cNvSpPr txBox="1"/>
          <p:nvPr/>
        </p:nvSpPr>
        <p:spPr>
          <a:xfrm>
            <a:off x="3710940" y="2290064"/>
            <a:ext cx="812800" cy="24003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已派单</a:t>
            </a:r>
          </a:p>
        </p:txBody>
      </p:sp>
      <p:sp>
        <p:nvSpPr>
          <p:cNvPr id="1050" name="d3_bd_s1"/>
          <p:cNvSpPr/>
          <p:nvPr/>
        </p:nvSpPr>
        <p:spPr>
          <a:xfrm>
            <a:off x="3393440" y="2618232"/>
            <a:ext cx="190500" cy="1905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51" name="d3_bt_s1"/>
          <p:cNvSpPr txBox="1"/>
          <p:nvPr/>
        </p:nvSpPr>
        <p:spPr>
          <a:xfrm>
            <a:off x="3393440" y="2641092"/>
            <a:ext cx="190500" cy="152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7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052" name="d3_s_s1"/>
          <p:cNvSpPr txBox="1"/>
          <p:nvPr/>
        </p:nvSpPr>
        <p:spPr>
          <a:xfrm>
            <a:off x="3710940" y="2732913"/>
            <a:ext cx="812800" cy="311658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092">
                <a:solidFill>
                  <a:srgbClr val="FFFFFF"/>
                </a:solidFill>
              </a:rPr>
              <a:t>指定工程师</a:t>
            </a:r>
          </a:p>
        </p:txBody>
      </p:sp>
      <p:sp>
        <p:nvSpPr>
          <p:cNvPr id="1053" name="d3_s2"/>
          <p:cNvSpPr/>
          <p:nvPr/>
        </p:nvSpPr>
        <p:spPr>
          <a:xfrm>
            <a:off x="5651500" y="2226564"/>
            <a:ext cx="1270000" cy="97383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54" name="d3_t_s2"/>
          <p:cNvSpPr txBox="1"/>
          <p:nvPr/>
        </p:nvSpPr>
        <p:spPr>
          <a:xfrm>
            <a:off x="6032500" y="2290064"/>
            <a:ext cx="812800" cy="24003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维修中</a:t>
            </a:r>
          </a:p>
        </p:txBody>
      </p:sp>
      <p:sp>
        <p:nvSpPr>
          <p:cNvPr id="1055" name="d3_bd_s2"/>
          <p:cNvSpPr/>
          <p:nvPr/>
        </p:nvSpPr>
        <p:spPr>
          <a:xfrm>
            <a:off x="5715000" y="2618232"/>
            <a:ext cx="190500" cy="1905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56" name="d3_bt_s2"/>
          <p:cNvSpPr txBox="1"/>
          <p:nvPr/>
        </p:nvSpPr>
        <p:spPr>
          <a:xfrm>
            <a:off x="5715000" y="2641092"/>
            <a:ext cx="190500" cy="152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7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1057" name="d3_s_s2"/>
          <p:cNvSpPr txBox="1"/>
          <p:nvPr/>
        </p:nvSpPr>
        <p:spPr>
          <a:xfrm>
            <a:off x="6032500" y="2732913"/>
            <a:ext cx="812800" cy="311658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092">
                <a:solidFill>
                  <a:srgbClr val="FFFFFF"/>
                </a:solidFill>
              </a:rPr>
              <a:t>现场处理</a:t>
            </a:r>
          </a:p>
        </p:txBody>
      </p:sp>
      <p:sp>
        <p:nvSpPr>
          <p:cNvPr id="1058" name="d3_s3"/>
          <p:cNvSpPr/>
          <p:nvPr/>
        </p:nvSpPr>
        <p:spPr>
          <a:xfrm>
            <a:off x="7973060" y="2226564"/>
            <a:ext cx="1270000" cy="97383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59" name="d3_t_s3"/>
          <p:cNvSpPr txBox="1"/>
          <p:nvPr/>
        </p:nvSpPr>
        <p:spPr>
          <a:xfrm>
            <a:off x="8354060" y="2290064"/>
            <a:ext cx="812800" cy="24003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待验收</a:t>
            </a:r>
          </a:p>
        </p:txBody>
      </p:sp>
      <p:sp>
        <p:nvSpPr>
          <p:cNvPr id="1060" name="d3_bd_s3"/>
          <p:cNvSpPr/>
          <p:nvPr/>
        </p:nvSpPr>
        <p:spPr>
          <a:xfrm>
            <a:off x="8036560" y="2618232"/>
            <a:ext cx="190500" cy="1905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61" name="d3_bt_s3"/>
          <p:cNvSpPr txBox="1"/>
          <p:nvPr/>
        </p:nvSpPr>
        <p:spPr>
          <a:xfrm>
            <a:off x="8036560" y="2641092"/>
            <a:ext cx="190500" cy="152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7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1062" name="d3_s_s3"/>
          <p:cNvSpPr txBox="1"/>
          <p:nvPr/>
        </p:nvSpPr>
        <p:spPr>
          <a:xfrm>
            <a:off x="8354060" y="2732913"/>
            <a:ext cx="812800" cy="311658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092">
                <a:solidFill>
                  <a:srgbClr val="FFFFFF"/>
                </a:solidFill>
              </a:rPr>
              <a:t>用户确认</a:t>
            </a:r>
          </a:p>
        </p:txBody>
      </p:sp>
      <p:sp>
        <p:nvSpPr>
          <p:cNvPr id="1063" name="d3_s4"/>
          <p:cNvSpPr/>
          <p:nvPr/>
        </p:nvSpPr>
        <p:spPr>
          <a:xfrm>
            <a:off x="10294620" y="2226564"/>
            <a:ext cx="1270000" cy="97383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64" name="d3_t_s4"/>
          <p:cNvSpPr txBox="1"/>
          <p:nvPr/>
        </p:nvSpPr>
        <p:spPr>
          <a:xfrm>
            <a:off x="10675620" y="2290064"/>
            <a:ext cx="812800" cy="24003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</a:rPr>
              <a:t>已归档</a:t>
            </a:r>
          </a:p>
        </p:txBody>
      </p:sp>
      <p:sp>
        <p:nvSpPr>
          <p:cNvPr id="1065" name="d3_bd_s4"/>
          <p:cNvSpPr/>
          <p:nvPr/>
        </p:nvSpPr>
        <p:spPr>
          <a:xfrm>
            <a:off x="10358120" y="2618232"/>
            <a:ext cx="190500" cy="1905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66" name="d3_bt_s4"/>
          <p:cNvSpPr txBox="1"/>
          <p:nvPr/>
        </p:nvSpPr>
        <p:spPr>
          <a:xfrm>
            <a:off x="10358120" y="2641092"/>
            <a:ext cx="190500" cy="152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70">
                <a:solidFill>
                  <a:srgbClr val="1F2937"/>
                </a:solidFill>
              </a:rPr>
              <a:t>5</a:t>
            </a:r>
          </a:p>
        </p:txBody>
      </p:sp>
      <p:sp>
        <p:nvSpPr>
          <p:cNvPr id="1067" name="d3_s_s4"/>
          <p:cNvSpPr txBox="1"/>
          <p:nvPr/>
        </p:nvSpPr>
        <p:spPr>
          <a:xfrm>
            <a:off x="10675620" y="2732913"/>
            <a:ext cx="812800" cy="311658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092">
                <a:solidFill>
                  <a:srgbClr val="FFFFFF"/>
                </a:solidFill>
              </a:rPr>
              <a:t>计入台账</a:t>
            </a:r>
          </a:p>
        </p:txBody>
      </p:sp>
      <p:sp>
        <p:nvSpPr>
          <p:cNvPr id="1068" name="d3_e0"/>
          <p:cNvSpPr/>
          <p:nvPr/>
        </p:nvSpPr>
        <p:spPr>
          <a:xfrm>
            <a:off x="2278380" y="2713482"/>
            <a:ext cx="105156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62802" y="0"/>
                </a:lnTo>
                <a:lnTo>
                  <a:pt x="62802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069" name="d3_ch_e0"/>
          <p:cNvSpPr/>
          <p:nvPr/>
        </p:nvSpPr>
        <p:spPr>
          <a:xfrm>
            <a:off x="3101340" y="2624582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70" name="d3_e1"/>
          <p:cNvSpPr/>
          <p:nvPr/>
        </p:nvSpPr>
        <p:spPr>
          <a:xfrm>
            <a:off x="4599940" y="2713482"/>
            <a:ext cx="105156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62802" y="0"/>
                </a:lnTo>
                <a:lnTo>
                  <a:pt x="62802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071" name="d3_ch_e1"/>
          <p:cNvSpPr/>
          <p:nvPr/>
        </p:nvSpPr>
        <p:spPr>
          <a:xfrm>
            <a:off x="5422900" y="2624582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72" name="d3_e2"/>
          <p:cNvSpPr/>
          <p:nvPr/>
        </p:nvSpPr>
        <p:spPr>
          <a:xfrm>
            <a:off x="6921500" y="2713482"/>
            <a:ext cx="105156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62802" y="0"/>
                </a:lnTo>
                <a:lnTo>
                  <a:pt x="62802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073" name="d3_ch_e2"/>
          <p:cNvSpPr/>
          <p:nvPr/>
        </p:nvSpPr>
        <p:spPr>
          <a:xfrm>
            <a:off x="7744460" y="2624582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74" name="d3_e3"/>
          <p:cNvSpPr/>
          <p:nvPr/>
        </p:nvSpPr>
        <p:spPr>
          <a:xfrm>
            <a:off x="9243060" y="2713482"/>
            <a:ext cx="1051560" cy="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0" y="0"/>
                </a:moveTo>
                <a:lnTo>
                  <a:pt x="62802" y="0"/>
                </a:lnTo>
                <a:lnTo>
                  <a:pt x="62802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075" name="d3_ch_e3"/>
          <p:cNvSpPr/>
          <p:nvPr/>
        </p:nvSpPr>
        <p:spPr>
          <a:xfrm>
            <a:off x="10066020" y="2624582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76" name="d3_e4"/>
          <p:cNvSpPr/>
          <p:nvPr/>
        </p:nvSpPr>
        <p:spPr>
          <a:xfrm>
            <a:off x="6286500" y="1997964"/>
            <a:ext cx="2639060" cy="228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00000" y="100000"/>
                </a:moveTo>
                <a:lnTo>
                  <a:pt x="100000" y="0"/>
                </a:lnTo>
                <a:lnTo>
                  <a:pt x="0" y="0"/>
                </a:lnTo>
                <a:lnTo>
                  <a:pt x="0" y="100000"/>
                </a:lnTo>
              </a:path>
            </a:pathLst>
          </a:custGeom>
          <a:noFill/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077" name="d3_ch_e4"/>
          <p:cNvSpPr/>
          <p:nvPr/>
        </p:nvSpPr>
        <p:spPr>
          <a:xfrm rot="16200000">
            <a:off x="6172200" y="2048764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78" name="d3_lbl_s0_s1"/>
          <p:cNvSpPr txBox="1"/>
          <p:nvPr/>
        </p:nvSpPr>
        <p:spPr>
          <a:xfrm>
            <a:off x="23622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受理</a:t>
            </a:r>
          </a:p>
        </p:txBody>
      </p:sp>
      <p:sp>
        <p:nvSpPr>
          <p:cNvPr id="1079" name="d3_lbl_s1_s2"/>
          <p:cNvSpPr txBox="1"/>
          <p:nvPr/>
        </p:nvSpPr>
        <p:spPr>
          <a:xfrm>
            <a:off x="46863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出发</a:t>
            </a:r>
          </a:p>
        </p:txBody>
      </p:sp>
      <p:sp>
        <p:nvSpPr>
          <p:cNvPr id="1080" name="d3_lbl_s2_s3"/>
          <p:cNvSpPr txBox="1"/>
          <p:nvPr/>
        </p:nvSpPr>
        <p:spPr>
          <a:xfrm>
            <a:off x="70104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完成</a:t>
            </a:r>
          </a:p>
        </p:txBody>
      </p:sp>
      <p:sp>
        <p:nvSpPr>
          <p:cNvPr id="1081" name="d3_lbl_s3_s4"/>
          <p:cNvSpPr txBox="1"/>
          <p:nvPr/>
        </p:nvSpPr>
        <p:spPr>
          <a:xfrm>
            <a:off x="9334500" y="24130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确认</a:t>
            </a:r>
          </a:p>
        </p:txBody>
      </p:sp>
      <p:sp>
        <p:nvSpPr>
          <p:cNvPr id="1082" name="d3_lbl_s3_s2"/>
          <p:cNvSpPr txBox="1"/>
          <p:nvPr/>
        </p:nvSpPr>
        <p:spPr>
          <a:xfrm>
            <a:off x="7366000" y="1689100"/>
            <a:ext cx="482600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返工</a:t>
            </a:r>
          </a:p>
        </p:txBody>
      </p:sp>
      <p:cxnSp>
        <p:nvCxnSpPr>
          <p:cNvPr id="1083" name="d3_rail_return"/>
          <p:cNvCxnSpPr/>
          <p:nvPr/>
        </p:nvCxnSpPr>
        <p:spPr>
          <a:xfrm>
            <a:off x="838200" y="2302764"/>
            <a:ext cx="0" cy="821436"/>
          </a:xfrm>
          <a:prstGeom prst="straightConnector1">
            <a:avLst/>
          </a:prstGeom>
          <a:ln w="15240">
            <a:solidFill>
              <a:srgbClr val="10B981"/>
            </a:solidFill>
            <a:prstDash val="dash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3</Slides>
</Properties>
</file>

<file path=docProps/core.xml><?xml version="1.0" encoding="utf-8"?>
<cp:coreProperties xmlns:cp="http://schemas.openxmlformats.org/package/2006/metadata/core-properties" xmlns:dc="http://purl.org/dc/elements/1.1/">
  <dc:title>风格机制验证（同内容 · 三风格）</dc:title>
  <dc:creator>dsh-ppt-studio</dc:creator>
  <cp:lastModifiedBy>dsh-ppt-studio</cp:lastModifiedBy>
  <dcterms:created xmlns:dcterms="http://purl.org/dc/terms/" xmlns:xsi="http://www.w3.org/2001/XMLSchema-instance" xsi:type="dcterms:W3CDTF">2026-09-29T11:34:30.409Z</dcterms:created>
  <dcterms:modified xmlns:dcterms="http://purl.org/dc/terms/" xmlns:xsi="http://www.w3.org/2001/XMLSchema-instance" xsi:type="dcterms:W3CDTF">2026-09-29T11:34:30.409Z</dcterms:modified>
</cp:coreProperties>
</file>