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Default Extension="webp" ContentType="image/webp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lvl1pPr algn="l">
      <a:defRPr sz="1800"/>
    </a:lvl1pPr>
    <a:lvl2pPr>
      <a:defRPr sz="1400"/>
    </a:lvl2pPr>
    <a:lvl3pPr>
      <a:defRPr sz="1200"/>
    </a:lvl3pPr>
    <a:lvl4pPr>
      <a:defRPr sz="1200"/>
    </a:lvl4pPr>
    <a:lvl5pPr>
      <a:defRPr sz="1200"/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/>
    </p:titleStyle>
    <p:bodyStyle>
      <a:lvl1pPr algn="l"/>
    </p:bodyStyle>
    <p:otherStyle>
      <a:lvl1pPr algn="l"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d1_stt_title"/>
          <p:cNvSpPr txBox="1"/>
          <p:nvPr/>
        </p:nvSpPr>
        <p:spPr>
          <a:xfrm>
            <a:off x="762000" y="762000"/>
            <a:ext cx="10668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500">
                <a:solidFill>
                  <a:srgbClr val="1F2937"/>
                </a:solidFill>
              </a:rPr>
              <a:t>设备报修工单状态机（默认风格）</a:t>
            </a:r>
          </a:p>
        </p:txBody>
      </p:sp>
      <p:sp>
        <p:nvSpPr>
          <p:cNvPr id="1001" name="d1_s0"/>
          <p:cNvSpPr/>
          <p:nvPr/>
        </p:nvSpPr>
        <p:spPr>
          <a:xfrm>
            <a:off x="7112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02" name="d1_t_s0"/>
          <p:cNvSpPr txBox="1"/>
          <p:nvPr/>
        </p:nvSpPr>
        <p:spPr>
          <a:xfrm>
            <a:off x="7874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待受理</a:t>
            </a:r>
          </a:p>
        </p:txBody>
      </p:sp>
      <p:sp>
        <p:nvSpPr>
          <p:cNvPr id="1003" name="d1_s1"/>
          <p:cNvSpPr/>
          <p:nvPr/>
        </p:nvSpPr>
        <p:spPr>
          <a:xfrm>
            <a:off x="32258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04" name="d1_t_s1"/>
          <p:cNvSpPr txBox="1"/>
          <p:nvPr/>
        </p:nvSpPr>
        <p:spPr>
          <a:xfrm>
            <a:off x="33020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已派单</a:t>
            </a:r>
          </a:p>
        </p:txBody>
      </p:sp>
      <p:sp>
        <p:nvSpPr>
          <p:cNvPr id="1005" name="d1_s2"/>
          <p:cNvSpPr/>
          <p:nvPr/>
        </p:nvSpPr>
        <p:spPr>
          <a:xfrm>
            <a:off x="57404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06" name="d1_t_s2"/>
          <p:cNvSpPr txBox="1"/>
          <p:nvPr/>
        </p:nvSpPr>
        <p:spPr>
          <a:xfrm>
            <a:off x="58166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维修中</a:t>
            </a:r>
          </a:p>
        </p:txBody>
      </p:sp>
      <p:sp>
        <p:nvSpPr>
          <p:cNvPr id="1007" name="d1_s3"/>
          <p:cNvSpPr/>
          <p:nvPr/>
        </p:nvSpPr>
        <p:spPr>
          <a:xfrm>
            <a:off x="82550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08" name="d1_t_s3"/>
          <p:cNvSpPr txBox="1"/>
          <p:nvPr/>
        </p:nvSpPr>
        <p:spPr>
          <a:xfrm>
            <a:off x="83312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待验收</a:t>
            </a:r>
          </a:p>
        </p:txBody>
      </p:sp>
      <p:sp>
        <p:nvSpPr>
          <p:cNvPr id="1009" name="d1_s4"/>
          <p:cNvSpPr/>
          <p:nvPr/>
        </p:nvSpPr>
        <p:spPr>
          <a:xfrm>
            <a:off x="107696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10" name="d1_t_s4"/>
          <p:cNvSpPr txBox="1"/>
          <p:nvPr/>
        </p:nvSpPr>
        <p:spPr>
          <a:xfrm>
            <a:off x="108458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已归档</a:t>
            </a:r>
          </a:p>
        </p:txBody>
      </p:sp>
      <p:sp>
        <p:nvSpPr>
          <p:cNvPr id="1011" name="d1_e0"/>
          <p:cNvSpPr/>
          <p:nvPr/>
        </p:nvSpPr>
        <p:spPr>
          <a:xfrm>
            <a:off x="1422400" y="2415540"/>
            <a:ext cx="18034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2817" y="0"/>
                </a:lnTo>
                <a:lnTo>
                  <a:pt x="52817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2" name="d1_e1"/>
          <p:cNvSpPr/>
          <p:nvPr/>
        </p:nvSpPr>
        <p:spPr>
          <a:xfrm>
            <a:off x="3937000" y="2415540"/>
            <a:ext cx="18034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2817" y="0"/>
                </a:lnTo>
                <a:lnTo>
                  <a:pt x="52817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3" name="d1_e2"/>
          <p:cNvSpPr/>
          <p:nvPr/>
        </p:nvSpPr>
        <p:spPr>
          <a:xfrm>
            <a:off x="6451600" y="2415540"/>
            <a:ext cx="18034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2817" y="0"/>
                </a:lnTo>
                <a:lnTo>
                  <a:pt x="52817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4" name="d1_e3"/>
          <p:cNvSpPr/>
          <p:nvPr/>
        </p:nvSpPr>
        <p:spPr>
          <a:xfrm>
            <a:off x="8966200" y="2415540"/>
            <a:ext cx="18034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2817" y="0"/>
                </a:lnTo>
                <a:lnTo>
                  <a:pt x="52817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5" name="d1_e4"/>
          <p:cNvSpPr/>
          <p:nvPr/>
        </p:nvSpPr>
        <p:spPr>
          <a:xfrm>
            <a:off x="6096000" y="1590040"/>
            <a:ext cx="2692400" cy="482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100000"/>
                </a:moveTo>
                <a:lnTo>
                  <a:pt x="100000" y="1316"/>
                </a:lnTo>
                <a:lnTo>
                  <a:pt x="100000" y="0"/>
                </a:lnTo>
                <a:lnTo>
                  <a:pt x="0" y="0"/>
                </a:lnTo>
                <a:lnTo>
                  <a:pt x="0" y="1316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6" name="d1_lbl_s0_s1"/>
          <p:cNvSpPr txBox="1"/>
          <p:nvPr/>
        </p:nvSpPr>
        <p:spPr>
          <a:xfrm>
            <a:off x="2565400" y="21082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受理</a:t>
            </a:r>
          </a:p>
        </p:txBody>
      </p:sp>
      <p:sp>
        <p:nvSpPr>
          <p:cNvPr id="1017" name="d1_lbl_s1_s2"/>
          <p:cNvSpPr txBox="1"/>
          <p:nvPr/>
        </p:nvSpPr>
        <p:spPr>
          <a:xfrm>
            <a:off x="5080000" y="21082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出发</a:t>
            </a:r>
          </a:p>
        </p:txBody>
      </p:sp>
      <p:sp>
        <p:nvSpPr>
          <p:cNvPr id="1018" name="d1_lbl_s2_s3"/>
          <p:cNvSpPr txBox="1"/>
          <p:nvPr/>
        </p:nvSpPr>
        <p:spPr>
          <a:xfrm>
            <a:off x="7594600" y="21082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完成</a:t>
            </a:r>
          </a:p>
        </p:txBody>
      </p:sp>
      <p:sp>
        <p:nvSpPr>
          <p:cNvPr id="1019" name="d1_lbl_s3_s4"/>
          <p:cNvSpPr txBox="1"/>
          <p:nvPr/>
        </p:nvSpPr>
        <p:spPr>
          <a:xfrm>
            <a:off x="10109200" y="21082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确认</a:t>
            </a:r>
          </a:p>
        </p:txBody>
      </p:sp>
      <p:sp>
        <p:nvSpPr>
          <p:cNvPr id="1020" name="d1_lbl_s3_s2"/>
          <p:cNvSpPr txBox="1"/>
          <p:nvPr/>
        </p:nvSpPr>
        <p:spPr>
          <a:xfrm>
            <a:off x="7200900" y="12827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返工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d2_stt_title"/>
          <p:cNvSpPr txBox="1"/>
          <p:nvPr/>
        </p:nvSpPr>
        <p:spPr>
          <a:xfrm>
            <a:off x="762000" y="762000"/>
            <a:ext cx="10668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500">
                <a:solidFill>
                  <a:srgbClr val="1F2937"/>
                </a:solidFill>
              </a:rPr>
              <a:t>设备报修工单状态机（助手自设计）</a:t>
            </a:r>
          </a:p>
        </p:txBody>
      </p:sp>
      <p:sp>
        <p:nvSpPr>
          <p:cNvPr id="1022" name="d2_s0"/>
          <p:cNvSpPr/>
          <p:nvPr/>
        </p:nvSpPr>
        <p:spPr>
          <a:xfrm>
            <a:off x="82550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23" name="d2_t_s0"/>
          <p:cNvSpPr txBox="1"/>
          <p:nvPr/>
        </p:nvSpPr>
        <p:spPr>
          <a:xfrm>
            <a:off x="82550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待受理</a:t>
            </a:r>
          </a:p>
        </p:txBody>
      </p:sp>
      <p:sp>
        <p:nvSpPr>
          <p:cNvPr id="1024" name="d2_s1"/>
          <p:cNvSpPr/>
          <p:nvPr/>
        </p:nvSpPr>
        <p:spPr>
          <a:xfrm>
            <a:off x="328295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25" name="d2_t_s1"/>
          <p:cNvSpPr txBox="1"/>
          <p:nvPr/>
        </p:nvSpPr>
        <p:spPr>
          <a:xfrm>
            <a:off x="328295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已派单</a:t>
            </a:r>
          </a:p>
        </p:txBody>
      </p:sp>
      <p:sp>
        <p:nvSpPr>
          <p:cNvPr id="1026" name="d2_s2"/>
          <p:cNvSpPr/>
          <p:nvPr/>
        </p:nvSpPr>
        <p:spPr>
          <a:xfrm>
            <a:off x="574040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27" name="d2_t_s2"/>
          <p:cNvSpPr txBox="1"/>
          <p:nvPr/>
        </p:nvSpPr>
        <p:spPr>
          <a:xfrm>
            <a:off x="574040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维修中</a:t>
            </a:r>
          </a:p>
        </p:txBody>
      </p:sp>
      <p:sp>
        <p:nvSpPr>
          <p:cNvPr id="1028" name="d2_s3"/>
          <p:cNvSpPr/>
          <p:nvPr/>
        </p:nvSpPr>
        <p:spPr>
          <a:xfrm>
            <a:off x="819785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29" name="d2_t_s3"/>
          <p:cNvSpPr txBox="1"/>
          <p:nvPr/>
        </p:nvSpPr>
        <p:spPr>
          <a:xfrm>
            <a:off x="819785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待验收</a:t>
            </a:r>
          </a:p>
        </p:txBody>
      </p:sp>
      <p:sp>
        <p:nvSpPr>
          <p:cNvPr id="1030" name="d2_s4"/>
          <p:cNvSpPr/>
          <p:nvPr/>
        </p:nvSpPr>
        <p:spPr>
          <a:xfrm>
            <a:off x="1065530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31" name="d2_t_s4"/>
          <p:cNvSpPr txBox="1"/>
          <p:nvPr/>
        </p:nvSpPr>
        <p:spPr>
          <a:xfrm>
            <a:off x="1065530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已归档</a:t>
            </a:r>
          </a:p>
        </p:txBody>
      </p:sp>
      <p:sp>
        <p:nvSpPr>
          <p:cNvPr id="1032" name="d2_e0"/>
          <p:cNvSpPr/>
          <p:nvPr/>
        </p:nvSpPr>
        <p:spPr>
          <a:xfrm>
            <a:off x="1536700" y="2713482"/>
            <a:ext cx="174625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46364" y="0"/>
                </a:lnTo>
                <a:lnTo>
                  <a:pt x="46364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3" name="d2_e1"/>
          <p:cNvSpPr/>
          <p:nvPr/>
        </p:nvSpPr>
        <p:spPr>
          <a:xfrm>
            <a:off x="3994150" y="2713482"/>
            <a:ext cx="174625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46364" y="0"/>
                </a:lnTo>
                <a:lnTo>
                  <a:pt x="46364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4" name="d2_e2"/>
          <p:cNvSpPr/>
          <p:nvPr/>
        </p:nvSpPr>
        <p:spPr>
          <a:xfrm>
            <a:off x="6451600" y="2713482"/>
            <a:ext cx="174625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46364" y="0"/>
                </a:lnTo>
                <a:lnTo>
                  <a:pt x="46364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5" name="d2_e3"/>
          <p:cNvSpPr/>
          <p:nvPr/>
        </p:nvSpPr>
        <p:spPr>
          <a:xfrm>
            <a:off x="8909050" y="2713482"/>
            <a:ext cx="174625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46364" y="0"/>
                </a:lnTo>
                <a:lnTo>
                  <a:pt x="46364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6" name="d2_e4"/>
          <p:cNvSpPr/>
          <p:nvPr/>
        </p:nvSpPr>
        <p:spPr>
          <a:xfrm>
            <a:off x="6096000" y="3056382"/>
            <a:ext cx="2635250" cy="457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0"/>
                </a:moveTo>
                <a:lnTo>
                  <a:pt x="100000" y="88528"/>
                </a:lnTo>
                <a:lnTo>
                  <a:pt x="100000" y="100000"/>
                </a:lnTo>
                <a:lnTo>
                  <a:pt x="0" y="100000"/>
                </a:lnTo>
                <a:lnTo>
                  <a:pt x="0" y="88528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7" name="d2_lbl_s0_s1"/>
          <p:cNvSpPr txBox="1"/>
          <p:nvPr/>
        </p:nvSpPr>
        <p:spPr>
          <a:xfrm>
            <a:off x="25781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受理</a:t>
            </a:r>
          </a:p>
        </p:txBody>
      </p:sp>
      <p:sp>
        <p:nvSpPr>
          <p:cNvPr id="1038" name="d2_lbl_s1_s2"/>
          <p:cNvSpPr txBox="1"/>
          <p:nvPr/>
        </p:nvSpPr>
        <p:spPr>
          <a:xfrm>
            <a:off x="50292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出发</a:t>
            </a:r>
          </a:p>
        </p:txBody>
      </p:sp>
      <p:sp>
        <p:nvSpPr>
          <p:cNvPr id="1039" name="d2_lbl_s2_s3"/>
          <p:cNvSpPr txBox="1"/>
          <p:nvPr/>
        </p:nvSpPr>
        <p:spPr>
          <a:xfrm>
            <a:off x="74930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完成</a:t>
            </a:r>
          </a:p>
        </p:txBody>
      </p:sp>
      <p:sp>
        <p:nvSpPr>
          <p:cNvPr id="1040" name="d2_lbl_s3_s4"/>
          <p:cNvSpPr txBox="1"/>
          <p:nvPr/>
        </p:nvSpPr>
        <p:spPr>
          <a:xfrm>
            <a:off x="99441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确认</a:t>
            </a:r>
          </a:p>
        </p:txBody>
      </p:sp>
      <p:sp>
        <p:nvSpPr>
          <p:cNvPr id="1041" name="d2_lbl_s3_s2"/>
          <p:cNvSpPr txBox="1"/>
          <p:nvPr/>
        </p:nvSpPr>
        <p:spPr>
          <a:xfrm>
            <a:off x="7175500" y="32131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返工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d3_stt_title"/>
          <p:cNvSpPr txBox="1"/>
          <p:nvPr/>
        </p:nvSpPr>
        <p:spPr>
          <a:xfrm>
            <a:off x="762000" y="762000"/>
            <a:ext cx="10668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500">
                <a:solidFill>
                  <a:srgbClr val="1F2937"/>
                </a:solidFill>
              </a:rPr>
              <a:t>设备报修工单状态机（用户参考风格）</a:t>
            </a:r>
          </a:p>
        </p:txBody>
      </p:sp>
      <p:sp>
        <p:nvSpPr>
          <p:cNvPr id="1043" name="d3_s0"/>
          <p:cNvSpPr/>
          <p:nvPr/>
        </p:nvSpPr>
        <p:spPr>
          <a:xfrm>
            <a:off x="100838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44" name="d3_t_s0"/>
          <p:cNvSpPr txBox="1"/>
          <p:nvPr/>
        </p:nvSpPr>
        <p:spPr>
          <a:xfrm>
            <a:off x="138938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待受理</a:t>
            </a:r>
          </a:p>
        </p:txBody>
      </p:sp>
      <p:sp>
        <p:nvSpPr>
          <p:cNvPr id="1045" name="d3_bd_s0"/>
          <p:cNvSpPr/>
          <p:nvPr/>
        </p:nvSpPr>
        <p:spPr>
          <a:xfrm>
            <a:off x="107188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46" name="d3_bt_s0"/>
          <p:cNvSpPr txBox="1"/>
          <p:nvPr/>
        </p:nvSpPr>
        <p:spPr>
          <a:xfrm>
            <a:off x="107188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1</a:t>
            </a:r>
          </a:p>
        </p:txBody>
      </p:sp>
      <p:sp>
        <p:nvSpPr>
          <p:cNvPr id="1047" name="d3_s_s0"/>
          <p:cNvSpPr txBox="1"/>
          <p:nvPr/>
        </p:nvSpPr>
        <p:spPr>
          <a:xfrm>
            <a:off x="138938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工单已创建</a:t>
            </a:r>
          </a:p>
        </p:txBody>
      </p:sp>
      <p:sp>
        <p:nvSpPr>
          <p:cNvPr id="1048" name="d3_s1"/>
          <p:cNvSpPr/>
          <p:nvPr/>
        </p:nvSpPr>
        <p:spPr>
          <a:xfrm>
            <a:off x="332994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49" name="d3_t_s1"/>
          <p:cNvSpPr txBox="1"/>
          <p:nvPr/>
        </p:nvSpPr>
        <p:spPr>
          <a:xfrm>
            <a:off x="371094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已派单</a:t>
            </a:r>
          </a:p>
        </p:txBody>
      </p:sp>
      <p:sp>
        <p:nvSpPr>
          <p:cNvPr id="1050" name="d3_bd_s1"/>
          <p:cNvSpPr/>
          <p:nvPr/>
        </p:nvSpPr>
        <p:spPr>
          <a:xfrm>
            <a:off x="339344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51" name="d3_bt_s1"/>
          <p:cNvSpPr txBox="1"/>
          <p:nvPr/>
        </p:nvSpPr>
        <p:spPr>
          <a:xfrm>
            <a:off x="339344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2</a:t>
            </a:r>
          </a:p>
        </p:txBody>
      </p:sp>
      <p:sp>
        <p:nvSpPr>
          <p:cNvPr id="1052" name="d3_s_s1"/>
          <p:cNvSpPr txBox="1"/>
          <p:nvPr/>
        </p:nvSpPr>
        <p:spPr>
          <a:xfrm>
            <a:off x="371094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指定工程师</a:t>
            </a:r>
          </a:p>
        </p:txBody>
      </p:sp>
      <p:sp>
        <p:nvSpPr>
          <p:cNvPr id="1053" name="d3_s2"/>
          <p:cNvSpPr/>
          <p:nvPr/>
        </p:nvSpPr>
        <p:spPr>
          <a:xfrm>
            <a:off x="565150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54" name="d3_t_s2"/>
          <p:cNvSpPr txBox="1"/>
          <p:nvPr/>
        </p:nvSpPr>
        <p:spPr>
          <a:xfrm>
            <a:off x="603250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维修中</a:t>
            </a:r>
          </a:p>
        </p:txBody>
      </p:sp>
      <p:sp>
        <p:nvSpPr>
          <p:cNvPr id="1055" name="d3_bd_s2"/>
          <p:cNvSpPr/>
          <p:nvPr/>
        </p:nvSpPr>
        <p:spPr>
          <a:xfrm>
            <a:off x="571500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56" name="d3_bt_s2"/>
          <p:cNvSpPr txBox="1"/>
          <p:nvPr/>
        </p:nvSpPr>
        <p:spPr>
          <a:xfrm>
            <a:off x="571500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3</a:t>
            </a:r>
          </a:p>
        </p:txBody>
      </p:sp>
      <p:sp>
        <p:nvSpPr>
          <p:cNvPr id="1057" name="d3_s_s2"/>
          <p:cNvSpPr txBox="1"/>
          <p:nvPr/>
        </p:nvSpPr>
        <p:spPr>
          <a:xfrm>
            <a:off x="603250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现场处理</a:t>
            </a:r>
          </a:p>
        </p:txBody>
      </p:sp>
      <p:sp>
        <p:nvSpPr>
          <p:cNvPr id="1058" name="d3_s3"/>
          <p:cNvSpPr/>
          <p:nvPr/>
        </p:nvSpPr>
        <p:spPr>
          <a:xfrm>
            <a:off x="797306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59" name="d3_t_s3"/>
          <p:cNvSpPr txBox="1"/>
          <p:nvPr/>
        </p:nvSpPr>
        <p:spPr>
          <a:xfrm>
            <a:off x="835406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待验收</a:t>
            </a:r>
          </a:p>
        </p:txBody>
      </p:sp>
      <p:sp>
        <p:nvSpPr>
          <p:cNvPr id="1060" name="d3_bd_s3"/>
          <p:cNvSpPr/>
          <p:nvPr/>
        </p:nvSpPr>
        <p:spPr>
          <a:xfrm>
            <a:off x="803656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61" name="d3_bt_s3"/>
          <p:cNvSpPr txBox="1"/>
          <p:nvPr/>
        </p:nvSpPr>
        <p:spPr>
          <a:xfrm>
            <a:off x="803656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4</a:t>
            </a:r>
          </a:p>
        </p:txBody>
      </p:sp>
      <p:sp>
        <p:nvSpPr>
          <p:cNvPr id="1062" name="d3_s_s3"/>
          <p:cNvSpPr txBox="1"/>
          <p:nvPr/>
        </p:nvSpPr>
        <p:spPr>
          <a:xfrm>
            <a:off x="835406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用户确认</a:t>
            </a:r>
          </a:p>
        </p:txBody>
      </p:sp>
      <p:sp>
        <p:nvSpPr>
          <p:cNvPr id="1063" name="d3_s4"/>
          <p:cNvSpPr/>
          <p:nvPr/>
        </p:nvSpPr>
        <p:spPr>
          <a:xfrm>
            <a:off x="1029462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64" name="d3_t_s4"/>
          <p:cNvSpPr txBox="1"/>
          <p:nvPr/>
        </p:nvSpPr>
        <p:spPr>
          <a:xfrm>
            <a:off x="1067562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已归档</a:t>
            </a:r>
          </a:p>
        </p:txBody>
      </p:sp>
      <p:sp>
        <p:nvSpPr>
          <p:cNvPr id="1065" name="d3_bd_s4"/>
          <p:cNvSpPr/>
          <p:nvPr/>
        </p:nvSpPr>
        <p:spPr>
          <a:xfrm>
            <a:off x="1035812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66" name="d3_bt_s4"/>
          <p:cNvSpPr txBox="1"/>
          <p:nvPr/>
        </p:nvSpPr>
        <p:spPr>
          <a:xfrm>
            <a:off x="1035812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5</a:t>
            </a:r>
          </a:p>
        </p:txBody>
      </p:sp>
      <p:sp>
        <p:nvSpPr>
          <p:cNvPr id="1067" name="d3_s_s4"/>
          <p:cNvSpPr txBox="1"/>
          <p:nvPr/>
        </p:nvSpPr>
        <p:spPr>
          <a:xfrm>
            <a:off x="1067562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计入台账</a:t>
            </a:r>
          </a:p>
        </p:txBody>
      </p:sp>
      <p:sp>
        <p:nvSpPr>
          <p:cNvPr id="1068" name="d3_e0"/>
          <p:cNvSpPr/>
          <p:nvPr/>
        </p:nvSpPr>
        <p:spPr>
          <a:xfrm>
            <a:off x="2278380" y="2713482"/>
            <a:ext cx="105156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2802" y="0"/>
                </a:lnTo>
                <a:lnTo>
                  <a:pt x="62802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69" name="d3_ch_e0"/>
          <p:cNvSpPr/>
          <p:nvPr/>
        </p:nvSpPr>
        <p:spPr>
          <a:xfrm>
            <a:off x="3101340" y="2624582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0" name="d3_e1"/>
          <p:cNvSpPr/>
          <p:nvPr/>
        </p:nvSpPr>
        <p:spPr>
          <a:xfrm>
            <a:off x="4599940" y="2713482"/>
            <a:ext cx="105156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2802" y="0"/>
                </a:lnTo>
                <a:lnTo>
                  <a:pt x="62802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71" name="d3_ch_e1"/>
          <p:cNvSpPr/>
          <p:nvPr/>
        </p:nvSpPr>
        <p:spPr>
          <a:xfrm>
            <a:off x="5422900" y="2624582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2" name="d3_e2"/>
          <p:cNvSpPr/>
          <p:nvPr/>
        </p:nvSpPr>
        <p:spPr>
          <a:xfrm>
            <a:off x="6921500" y="2713482"/>
            <a:ext cx="105156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2802" y="0"/>
                </a:lnTo>
                <a:lnTo>
                  <a:pt x="62802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73" name="d3_ch_e2"/>
          <p:cNvSpPr/>
          <p:nvPr/>
        </p:nvSpPr>
        <p:spPr>
          <a:xfrm>
            <a:off x="7744460" y="2624582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4" name="d3_e3"/>
          <p:cNvSpPr/>
          <p:nvPr/>
        </p:nvSpPr>
        <p:spPr>
          <a:xfrm>
            <a:off x="9243060" y="2713482"/>
            <a:ext cx="105156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2802" y="0"/>
                </a:lnTo>
                <a:lnTo>
                  <a:pt x="62802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75" name="d3_ch_e3"/>
          <p:cNvSpPr/>
          <p:nvPr/>
        </p:nvSpPr>
        <p:spPr>
          <a:xfrm>
            <a:off x="10066020" y="2624582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6" name="d3_e4"/>
          <p:cNvSpPr/>
          <p:nvPr/>
        </p:nvSpPr>
        <p:spPr>
          <a:xfrm>
            <a:off x="6286500" y="1997964"/>
            <a:ext cx="263906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100000"/>
                </a:moveTo>
                <a:lnTo>
                  <a:pt x="100000" y="0"/>
                </a:lnTo>
                <a:lnTo>
                  <a:pt x="0" y="0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77" name="d3_ch_e4"/>
          <p:cNvSpPr/>
          <p:nvPr/>
        </p:nvSpPr>
        <p:spPr>
          <a:xfrm rot="16200000">
            <a:off x="6172200" y="2048764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8" name="d3_lbl_s0_s1"/>
          <p:cNvSpPr txBox="1"/>
          <p:nvPr/>
        </p:nvSpPr>
        <p:spPr>
          <a:xfrm>
            <a:off x="23622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受理</a:t>
            </a:r>
          </a:p>
        </p:txBody>
      </p:sp>
      <p:sp>
        <p:nvSpPr>
          <p:cNvPr id="1079" name="d3_lbl_s1_s2"/>
          <p:cNvSpPr txBox="1"/>
          <p:nvPr/>
        </p:nvSpPr>
        <p:spPr>
          <a:xfrm>
            <a:off x="46863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出发</a:t>
            </a:r>
          </a:p>
        </p:txBody>
      </p:sp>
      <p:sp>
        <p:nvSpPr>
          <p:cNvPr id="1080" name="d3_lbl_s2_s3"/>
          <p:cNvSpPr txBox="1"/>
          <p:nvPr/>
        </p:nvSpPr>
        <p:spPr>
          <a:xfrm>
            <a:off x="70104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完成</a:t>
            </a:r>
          </a:p>
        </p:txBody>
      </p:sp>
      <p:sp>
        <p:nvSpPr>
          <p:cNvPr id="1081" name="d3_lbl_s3_s4"/>
          <p:cNvSpPr txBox="1"/>
          <p:nvPr/>
        </p:nvSpPr>
        <p:spPr>
          <a:xfrm>
            <a:off x="93345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确认</a:t>
            </a:r>
          </a:p>
        </p:txBody>
      </p:sp>
      <p:sp>
        <p:nvSpPr>
          <p:cNvPr id="1082" name="d3_lbl_s3_s2"/>
          <p:cNvSpPr txBox="1"/>
          <p:nvPr/>
        </p:nvSpPr>
        <p:spPr>
          <a:xfrm>
            <a:off x="7366000" y="16891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返工</a:t>
            </a:r>
          </a:p>
        </p:txBody>
      </p:sp>
      <p:cxnSp>
        <p:nvCxnSpPr>
          <p:cNvPr id="1083" name="d3_rail_return"/>
          <p:cNvCxnSpPr/>
          <p:nvPr/>
        </p:nvCxnSpPr>
        <p:spPr>
          <a:xfrm>
            <a:off x="838200" y="2302764"/>
            <a:ext cx="0" cy="821436"/>
          </a:xfrm>
          <a:prstGeom prst="straightConnector1">
            <a:avLst/>
          </a:prstGeom>
          <a:ln w="15240">
            <a:solidFill>
              <a:srgbClr val="10B981"/>
            </a:solidFill>
            <a:prstDash val="dash"/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Studio">
  <a:themeElements>
    <a:clrScheme name="Studio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F59E0B"/>
      </a:accent2>
      <a:accent3>
        <a:srgbClr val="10B981"/>
      </a:accent3>
      <a:accent4>
        <a:srgbClr val="EF4444"/>
      </a:accent4>
      <a:accent5>
        <a:srgbClr val="8B5CF6"/>
      </a:accent5>
      <a:accent6>
        <a:srgbClr val="06B6D4"/>
      </a:accent6>
      <a:hlink>
        <a:srgbClr val="2563EB"/>
      </a:hlink>
      <a:folHlink>
        <a:srgbClr val="7C3AED"/>
      </a:folHlink>
    </a:clrScheme>
    <a:fontScheme name="Studio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Studi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</a:ln>
        <a:ln w="12700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dsh-ppt-studio</Application>
  <Slides>3</Slides>
</Properties>
</file>

<file path=docProps/core.xml><?xml version="1.0" encoding="utf-8"?>
<cp:coreProperties xmlns:cp="http://schemas.openxmlformats.org/package/2006/metadata/core-properties" xmlns:dc="http://purl.org/dc/elements/1.1/">
  <dc:title>风格机制验证（同内容 · 三风格）</dc:title>
  <dc:creator>dsh-ppt-studio</dc:creator>
  <cp:lastModifiedBy>dsh-ppt-studio</cp:lastModifiedBy>
  <dcterms:created xmlns:dcterms="http://purl.org/dc/terms/" xmlns:xsi="http://www.w3.org/2001/XMLSchema-instance" xsi:type="dcterms:W3CDTF">2026-09-29T11:31:50.495Z</dcterms:created>
  <dcterms:modified xmlns:dcterms="http://purl.org/dc/terms/" xmlns:xsi="http://www.w3.org/2001/XMLSchema-instance" xsi:type="dcterms:W3CDTF">2026-09-29T11:31:50.495Z</dcterms:modified>
</cp:coreProperties>
</file>