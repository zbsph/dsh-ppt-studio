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Average Percentage Error</a:t>
            </a:r>
          </a:p>
        </p:txBody>
      </p:sp>
      <p:pic>
        <p:nvPicPr>
          <p:cNvPr id="3" name="Picture 2" descr="fig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225798" cy="2926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4805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defRPr sz="1600">
                <a:solidFill>
                  <a:srgbClr val="333333"/>
                </a:solidFill>
              </a:defRPr>
            </a:pPr>
            <a:r>
              <a:t>Fig. 2. Average percentage error.</a:t>
            </a:r>
            <a:br/>
            <a:br/>
            <a:r>
              <a:t>This figure compares the average percentage error of the proposed LWPR (Locally Weighted Projection Regression) method against Linear Regression (LR), Gaussian, and SMO Regression across 8 datasets (DS1–DS8). The LWPR method achieves significantly lower percentage errors across all datasets, demonstrating superior prediction accuracy for wireless sensor network data.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Average Root Mean Square Error (RMSE)</a:t>
            </a:r>
          </a:p>
        </p:txBody>
      </p:sp>
      <p:pic>
        <p:nvPicPr>
          <p:cNvPr id="3" name="Picture 2" descr="fi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8878907" cy="2926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4805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defRPr sz="1600">
                <a:solidFill>
                  <a:srgbClr val="333333"/>
                </a:solidFill>
              </a:defRPr>
            </a:pPr>
            <a:r>
              <a:t>Fig. 3. Average RMSE.</a:t>
            </a:r>
            <a:br/>
            <a:br/>
            <a:r>
              <a:t>This figure presents the Average Root Mean Square Error (RMSE) comparison among LWPR, LR, Gaussian, and SMO Regression methods. The proposed LWPR-based prediction model consistently yields lower RMSE values across all tested datasets, confirming its effectiveness in accurately predicting sensor readings and enabling reliable anomaly detection in wireless sensor networks.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