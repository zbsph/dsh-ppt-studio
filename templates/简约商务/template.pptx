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6" r:id="rId2"/>
  </p:sldMasterIdLst>
  <p:notesMasterIdLst>
    <p:notesMasterId r:id="rId23"/>
  </p:notesMasterIdLst>
  <p:handoutMasterIdLst>
    <p:handoutMasterId r:id="rId24"/>
  </p:handoutMasterIdLst>
  <p:sldIdLst>
    <p:sldId id="411" r:id="rId3"/>
    <p:sldId id="412" r:id="rId4"/>
    <p:sldId id="413" r:id="rId5"/>
    <p:sldId id="399" r:id="rId6"/>
    <p:sldId id="402" r:id="rId7"/>
    <p:sldId id="395" r:id="rId8"/>
    <p:sldId id="414" r:id="rId9"/>
    <p:sldId id="391" r:id="rId10"/>
    <p:sldId id="398" r:id="rId11"/>
    <p:sldId id="393" r:id="rId12"/>
    <p:sldId id="396" r:id="rId13"/>
    <p:sldId id="415" r:id="rId14"/>
    <p:sldId id="400" r:id="rId15"/>
    <p:sldId id="392" r:id="rId16"/>
    <p:sldId id="394" r:id="rId17"/>
    <p:sldId id="416" r:id="rId18"/>
    <p:sldId id="387" r:id="rId19"/>
    <p:sldId id="401" r:id="rId20"/>
    <p:sldId id="397" r:id="rId21"/>
    <p:sldId id="417"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dministr" lastIdx="1"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85A8"/>
    <a:srgbClr val="79C9E2"/>
    <a:srgbClr val="2C3139"/>
    <a:srgbClr val="005875"/>
    <a:srgbClr val="26B3CB"/>
    <a:srgbClr val="0482AA"/>
    <a:srgbClr val="257B92"/>
    <a:srgbClr val="1E9EB8"/>
    <a:srgbClr val="1B8BA3"/>
    <a:srgbClr val="137A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38" autoAdjust="0"/>
    <p:restoredTop sz="96331" autoAdjust="0"/>
  </p:normalViewPr>
  <p:slideViewPr>
    <p:cSldViewPr snapToGrid="0" snapToObjects="1">
      <p:cViewPr varScale="1">
        <p:scale>
          <a:sx n="70" d="100"/>
          <a:sy n="70" d="100"/>
        </p:scale>
        <p:origin x="393"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t>2026/9/4</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t>‹#›</a:t>
            </a:fld>
            <a:endParaRPr kumimoji="1" lang="zh-CN" altLang="en-US"/>
          </a:p>
        </p:txBody>
      </p:sp>
    </p:spTree>
    <p:extLst>
      <p:ext uri="{BB962C8B-B14F-4D97-AF65-F5344CB8AC3E}">
        <p14:creationId xmlns:p14="http://schemas.microsoft.com/office/powerpoint/2010/main" val="397030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t>2026/9/4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t>‹#›</a:t>
            </a:fld>
            <a:endParaRPr kumimoji="1" lang="zh-CN" altLang="en-US"/>
          </a:p>
        </p:txBody>
      </p:sp>
    </p:spTree>
    <p:extLst>
      <p:ext uri="{BB962C8B-B14F-4D97-AF65-F5344CB8AC3E}">
        <p14:creationId xmlns:p14="http://schemas.microsoft.com/office/powerpoint/2010/main" val="47636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a:t>
            </a:fld>
            <a:endParaRPr lang="zh-CN" altLang="en-US"/>
          </a:p>
        </p:txBody>
      </p:sp>
    </p:spTree>
    <p:extLst>
      <p:ext uri="{BB962C8B-B14F-4D97-AF65-F5344CB8AC3E}">
        <p14:creationId xmlns:p14="http://schemas.microsoft.com/office/powerpoint/2010/main" val="69521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a:t>
            </a:fld>
            <a:endParaRPr lang="zh-CN" altLang="en-US"/>
          </a:p>
        </p:txBody>
      </p:sp>
    </p:spTree>
    <p:extLst>
      <p:ext uri="{BB962C8B-B14F-4D97-AF65-F5344CB8AC3E}">
        <p14:creationId xmlns:p14="http://schemas.microsoft.com/office/powerpoint/2010/main" val="348440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E2E3AE05-7DD1-4AF0-924E-BEEA496F3737}" type="slidenum">
              <a:rPr lang="zh-CN" altLang="en-US" smtClean="0"/>
              <a:t>3</a:t>
            </a:fld>
            <a:endParaRPr lang="zh-CN" altLang="en-US"/>
          </a:p>
        </p:txBody>
      </p:sp>
    </p:spTree>
    <p:extLst>
      <p:ext uri="{BB962C8B-B14F-4D97-AF65-F5344CB8AC3E}">
        <p14:creationId xmlns:p14="http://schemas.microsoft.com/office/powerpoint/2010/main" val="2280921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4</a:t>
            </a:fld>
            <a:endParaRPr lang="zh-CN" altLang="en-US"/>
          </a:p>
        </p:txBody>
      </p:sp>
    </p:spTree>
    <p:extLst>
      <p:ext uri="{BB962C8B-B14F-4D97-AF65-F5344CB8AC3E}">
        <p14:creationId xmlns:p14="http://schemas.microsoft.com/office/powerpoint/2010/main" val="169766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5</a:t>
            </a:fld>
            <a:endParaRPr lang="zh-CN" altLang="en-US"/>
          </a:p>
        </p:txBody>
      </p:sp>
    </p:spTree>
    <p:extLst>
      <p:ext uri="{BB962C8B-B14F-4D97-AF65-F5344CB8AC3E}">
        <p14:creationId xmlns:p14="http://schemas.microsoft.com/office/powerpoint/2010/main" val="1303069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6</a:t>
            </a:fld>
            <a:endParaRPr lang="zh-CN" altLang="en-US"/>
          </a:p>
        </p:txBody>
      </p:sp>
    </p:spTree>
    <p:extLst>
      <p:ext uri="{BB962C8B-B14F-4D97-AF65-F5344CB8AC3E}">
        <p14:creationId xmlns:p14="http://schemas.microsoft.com/office/powerpoint/2010/main" val="1084620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7</a:t>
            </a:fld>
            <a:endParaRPr lang="zh-CN" altLang="en-US"/>
          </a:p>
        </p:txBody>
      </p:sp>
    </p:spTree>
    <p:extLst>
      <p:ext uri="{BB962C8B-B14F-4D97-AF65-F5344CB8AC3E}">
        <p14:creationId xmlns:p14="http://schemas.microsoft.com/office/powerpoint/2010/main" val="1524103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8</a:t>
            </a:fld>
            <a:endParaRPr lang="zh-CN" altLang="en-US"/>
          </a:p>
        </p:txBody>
      </p:sp>
    </p:spTree>
    <p:extLst>
      <p:ext uri="{BB962C8B-B14F-4D97-AF65-F5344CB8AC3E}">
        <p14:creationId xmlns:p14="http://schemas.microsoft.com/office/powerpoint/2010/main" val="1873161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9</a:t>
            </a:fld>
            <a:endParaRPr lang="zh-CN" altLang="en-US"/>
          </a:p>
        </p:txBody>
      </p:sp>
    </p:spTree>
    <p:extLst>
      <p:ext uri="{BB962C8B-B14F-4D97-AF65-F5344CB8AC3E}">
        <p14:creationId xmlns:p14="http://schemas.microsoft.com/office/powerpoint/2010/main" val="1043504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10</a:t>
            </a:fld>
            <a:endParaRPr lang="zh-CN" altLang="en-US"/>
          </a:p>
        </p:txBody>
      </p:sp>
    </p:spTree>
    <p:extLst>
      <p:ext uri="{BB962C8B-B14F-4D97-AF65-F5344CB8AC3E}">
        <p14:creationId xmlns:p14="http://schemas.microsoft.com/office/powerpoint/2010/main" val="204573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11</a:t>
            </a:fld>
            <a:endParaRPr lang="zh-CN" altLang="en-US"/>
          </a:p>
        </p:txBody>
      </p:sp>
    </p:spTree>
    <p:extLst>
      <p:ext uri="{BB962C8B-B14F-4D97-AF65-F5344CB8AC3E}">
        <p14:creationId xmlns:p14="http://schemas.microsoft.com/office/powerpoint/2010/main" val="1921885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12</a:t>
            </a:fld>
            <a:endParaRPr lang="zh-CN" altLang="en-US"/>
          </a:p>
        </p:txBody>
      </p:sp>
    </p:spTree>
    <p:extLst>
      <p:ext uri="{BB962C8B-B14F-4D97-AF65-F5344CB8AC3E}">
        <p14:creationId xmlns:p14="http://schemas.microsoft.com/office/powerpoint/2010/main" val="1396459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13</a:t>
            </a:fld>
            <a:endParaRPr lang="zh-CN" altLang="en-US"/>
          </a:p>
        </p:txBody>
      </p:sp>
    </p:spTree>
    <p:extLst>
      <p:ext uri="{BB962C8B-B14F-4D97-AF65-F5344CB8AC3E}">
        <p14:creationId xmlns:p14="http://schemas.microsoft.com/office/powerpoint/2010/main" val="3239298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14</a:t>
            </a:fld>
            <a:endParaRPr lang="zh-CN" altLang="en-US"/>
          </a:p>
        </p:txBody>
      </p:sp>
    </p:spTree>
    <p:extLst>
      <p:ext uri="{BB962C8B-B14F-4D97-AF65-F5344CB8AC3E}">
        <p14:creationId xmlns:p14="http://schemas.microsoft.com/office/powerpoint/2010/main" val="1660367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15</a:t>
            </a:fld>
            <a:endParaRPr lang="zh-CN" altLang="en-US"/>
          </a:p>
        </p:txBody>
      </p:sp>
    </p:spTree>
    <p:extLst>
      <p:ext uri="{BB962C8B-B14F-4D97-AF65-F5344CB8AC3E}">
        <p14:creationId xmlns:p14="http://schemas.microsoft.com/office/powerpoint/2010/main" val="2356748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16</a:t>
            </a:fld>
            <a:endParaRPr lang="zh-CN" altLang="en-US"/>
          </a:p>
        </p:txBody>
      </p:sp>
    </p:spTree>
    <p:extLst>
      <p:ext uri="{BB962C8B-B14F-4D97-AF65-F5344CB8AC3E}">
        <p14:creationId xmlns:p14="http://schemas.microsoft.com/office/powerpoint/2010/main" val="3317041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17</a:t>
            </a:fld>
            <a:endParaRPr lang="zh-CN" altLang="en-US"/>
          </a:p>
        </p:txBody>
      </p:sp>
    </p:spTree>
    <p:extLst>
      <p:ext uri="{BB962C8B-B14F-4D97-AF65-F5344CB8AC3E}">
        <p14:creationId xmlns:p14="http://schemas.microsoft.com/office/powerpoint/2010/main" val="32762891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18</a:t>
            </a:fld>
            <a:endParaRPr lang="zh-CN" altLang="en-US"/>
          </a:p>
        </p:txBody>
      </p:sp>
    </p:spTree>
    <p:extLst>
      <p:ext uri="{BB962C8B-B14F-4D97-AF65-F5344CB8AC3E}">
        <p14:creationId xmlns:p14="http://schemas.microsoft.com/office/powerpoint/2010/main" val="3144650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19</a:t>
            </a:fld>
            <a:endParaRPr lang="zh-CN" altLang="en-US"/>
          </a:p>
        </p:txBody>
      </p:sp>
    </p:spTree>
    <p:extLst>
      <p:ext uri="{BB962C8B-B14F-4D97-AF65-F5344CB8AC3E}">
        <p14:creationId xmlns:p14="http://schemas.microsoft.com/office/powerpoint/2010/main" val="1635437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20</a:t>
            </a:fld>
            <a:endParaRPr lang="zh-CN" altLang="en-US"/>
          </a:p>
        </p:txBody>
      </p:sp>
    </p:spTree>
    <p:extLst>
      <p:ext uri="{BB962C8B-B14F-4D97-AF65-F5344CB8AC3E}">
        <p14:creationId xmlns:p14="http://schemas.microsoft.com/office/powerpoint/2010/main" val="211997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1243633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5280256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8453A59-EB70-B8DB-0A98-5EE878C1962A}"/>
              </a:ext>
            </a:extLst>
          </p:cNvPr>
          <p:cNvSpPr txBox="1"/>
          <p:nvPr userDrawn="1"/>
        </p:nvSpPr>
        <p:spPr>
          <a:xfrm>
            <a:off x="11651940" y="0"/>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642829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2026/9/4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577360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2026/9/4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05028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5459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943F643-0C6C-B8F9-8297-05FC72D5C578}"/>
              </a:ext>
            </a:extLst>
          </p:cNvPr>
          <p:cNvGrpSpPr/>
          <p:nvPr userDrawn="1"/>
        </p:nvGrpSpPr>
        <p:grpSpPr>
          <a:xfrm>
            <a:off x="0" y="-1"/>
            <a:ext cx="12192000" cy="6858001"/>
            <a:chOff x="0" y="-1"/>
            <a:chExt cx="12192000" cy="6858001"/>
          </a:xfrm>
        </p:grpSpPr>
        <p:grpSp>
          <p:nvGrpSpPr>
            <p:cNvPr id="3" name="组合 2">
              <a:extLst>
                <a:ext uri="{FF2B5EF4-FFF2-40B4-BE49-F238E27FC236}">
                  <a16:creationId xmlns:a16="http://schemas.microsoft.com/office/drawing/2014/main" id="{5FC5C99E-3CEC-6567-7929-FF7B6C276A46}"/>
                </a:ext>
              </a:extLst>
            </p:cNvPr>
            <p:cNvGrpSpPr/>
            <p:nvPr/>
          </p:nvGrpSpPr>
          <p:grpSpPr>
            <a:xfrm>
              <a:off x="0" y="-1"/>
              <a:ext cx="12192000" cy="6858001"/>
              <a:chOff x="0" y="-1"/>
              <a:chExt cx="12192000" cy="6858001"/>
            </a:xfrm>
          </p:grpSpPr>
          <p:pic>
            <p:nvPicPr>
              <p:cNvPr id="7" name="图片 6">
                <a:extLst>
                  <a:ext uri="{FF2B5EF4-FFF2-40B4-BE49-F238E27FC236}">
                    <a16:creationId xmlns:a16="http://schemas.microsoft.com/office/drawing/2014/main" id="{B9B94E49-7657-6A01-FA2E-6368D3A7A13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矩形 7">
                <a:extLst>
                  <a:ext uri="{FF2B5EF4-FFF2-40B4-BE49-F238E27FC236}">
                    <a16:creationId xmlns:a16="http://schemas.microsoft.com/office/drawing/2014/main" id="{691BC1B4-3D9B-81B0-1EAA-75E437E5AD2C}"/>
                  </a:ext>
                </a:extLst>
              </p:cNvPr>
              <p:cNvSpPr/>
              <p:nvPr/>
            </p:nvSpPr>
            <p:spPr>
              <a:xfrm>
                <a:off x="0" y="-1"/>
                <a:ext cx="12192000" cy="685799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634C0A84-2A45-8598-72EF-68D43695B8E7}"/>
                </a:ext>
              </a:extLst>
            </p:cNvPr>
            <p:cNvGrpSpPr/>
            <p:nvPr/>
          </p:nvGrpSpPr>
          <p:grpSpPr>
            <a:xfrm>
              <a:off x="1" y="1"/>
              <a:ext cx="12191999" cy="6857999"/>
              <a:chOff x="0" y="0"/>
              <a:chExt cx="12191999" cy="6857999"/>
            </a:xfrm>
          </p:grpSpPr>
          <p:pic>
            <p:nvPicPr>
              <p:cNvPr id="5" name="图片 4">
                <a:extLst>
                  <a:ext uri="{FF2B5EF4-FFF2-40B4-BE49-F238E27FC236}">
                    <a16:creationId xmlns:a16="http://schemas.microsoft.com/office/drawing/2014/main" id="{6763841A-877F-FA53-0C55-015515CC27AC}"/>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9268690" y="4546869"/>
                <a:ext cx="2923309" cy="2311130"/>
              </a:xfrm>
              <a:custGeom>
                <a:avLst/>
                <a:gdLst>
                  <a:gd name="connsiteX0" fmla="*/ 0 w 5303980"/>
                  <a:gd name="connsiteY0" fmla="*/ 0 h 4193257"/>
                  <a:gd name="connsiteX1" fmla="*/ 5303980 w 5303980"/>
                  <a:gd name="connsiteY1" fmla="*/ 0 h 4193257"/>
                  <a:gd name="connsiteX2" fmla="*/ 5303980 w 5303980"/>
                  <a:gd name="connsiteY2" fmla="*/ 4193257 h 4193257"/>
                  <a:gd name="connsiteX3" fmla="*/ 0 w 5303980"/>
                  <a:gd name="connsiteY3" fmla="*/ 4193257 h 4193257"/>
                </a:gdLst>
                <a:ahLst/>
                <a:cxnLst>
                  <a:cxn ang="0">
                    <a:pos x="connsiteX0" y="connsiteY0"/>
                  </a:cxn>
                  <a:cxn ang="0">
                    <a:pos x="connsiteX1" y="connsiteY1"/>
                  </a:cxn>
                  <a:cxn ang="0">
                    <a:pos x="connsiteX2" y="connsiteY2"/>
                  </a:cxn>
                  <a:cxn ang="0">
                    <a:pos x="connsiteX3" y="connsiteY3"/>
                  </a:cxn>
                </a:cxnLst>
                <a:rect l="l" t="t" r="r" b="b"/>
                <a:pathLst>
                  <a:path w="5303980" h="4193257">
                    <a:moveTo>
                      <a:pt x="0" y="0"/>
                    </a:moveTo>
                    <a:lnTo>
                      <a:pt x="5303980" y="0"/>
                    </a:lnTo>
                    <a:lnTo>
                      <a:pt x="5303980" y="4193257"/>
                    </a:lnTo>
                    <a:lnTo>
                      <a:pt x="0" y="4193257"/>
                    </a:lnTo>
                    <a:close/>
                  </a:path>
                </a:pathLst>
              </a:custGeom>
            </p:spPr>
          </p:pic>
          <p:pic>
            <p:nvPicPr>
              <p:cNvPr id="6" name="图片 5">
                <a:extLst>
                  <a:ext uri="{FF2B5EF4-FFF2-40B4-BE49-F238E27FC236}">
                    <a16:creationId xmlns:a16="http://schemas.microsoft.com/office/drawing/2014/main" id="{8400B147-7E40-6CD6-6B08-275BC77924CE}"/>
                  </a:ext>
                </a:extLst>
              </p:cNvPr>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a:xfrm rot="10800000">
                <a:off x="0" y="0"/>
                <a:ext cx="2757054" cy="2179691"/>
              </a:xfrm>
              <a:custGeom>
                <a:avLst/>
                <a:gdLst>
                  <a:gd name="connsiteX0" fmla="*/ 0 w 5303980"/>
                  <a:gd name="connsiteY0" fmla="*/ 0 h 4193257"/>
                  <a:gd name="connsiteX1" fmla="*/ 5303980 w 5303980"/>
                  <a:gd name="connsiteY1" fmla="*/ 0 h 4193257"/>
                  <a:gd name="connsiteX2" fmla="*/ 5303980 w 5303980"/>
                  <a:gd name="connsiteY2" fmla="*/ 4193257 h 4193257"/>
                  <a:gd name="connsiteX3" fmla="*/ 0 w 5303980"/>
                  <a:gd name="connsiteY3" fmla="*/ 4193257 h 4193257"/>
                </a:gdLst>
                <a:ahLst/>
                <a:cxnLst>
                  <a:cxn ang="0">
                    <a:pos x="connsiteX0" y="connsiteY0"/>
                  </a:cxn>
                  <a:cxn ang="0">
                    <a:pos x="connsiteX1" y="connsiteY1"/>
                  </a:cxn>
                  <a:cxn ang="0">
                    <a:pos x="connsiteX2" y="connsiteY2"/>
                  </a:cxn>
                  <a:cxn ang="0">
                    <a:pos x="connsiteX3" y="connsiteY3"/>
                  </a:cxn>
                </a:cxnLst>
                <a:rect l="l" t="t" r="r" b="b"/>
                <a:pathLst>
                  <a:path w="5303980" h="4193257">
                    <a:moveTo>
                      <a:pt x="0" y="0"/>
                    </a:moveTo>
                    <a:lnTo>
                      <a:pt x="5303980" y="0"/>
                    </a:lnTo>
                    <a:lnTo>
                      <a:pt x="5303980" y="4193257"/>
                    </a:lnTo>
                    <a:lnTo>
                      <a:pt x="0" y="4193257"/>
                    </a:lnTo>
                    <a:close/>
                  </a:path>
                </a:pathLst>
              </a:custGeom>
            </p:spPr>
          </p:pic>
        </p:grpSp>
      </p:grpSp>
    </p:spTree>
    <p:extLst>
      <p:ext uri="{BB962C8B-B14F-4D97-AF65-F5344CB8AC3E}">
        <p14:creationId xmlns:p14="http://schemas.microsoft.com/office/powerpoint/2010/main" val="1713457156"/>
      </p:ext>
    </p:extLst>
  </p:cSld>
  <p:clrMap bg1="lt1" tx1="dk1" bg2="lt2" tx2="dk2" accent1="accent1" accent2="accent2" accent3="accent3" accent4="accent4" accent5="accent5" accent6="accent6" hlink="hlink" folHlink="folHlink"/>
  <p:sldLayoutIdLst>
    <p:sldLayoutId id="2147483650" r:id="rId1"/>
    <p:sldLayoutId id="2147483655" r:id="rId2"/>
    <p:sldLayoutId id="2147483660" r:id="rId3"/>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943311"/>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6DC27E2-8940-BA04-F525-79E11E931224}"/>
              </a:ext>
            </a:extLst>
          </p:cNvPr>
          <p:cNvGrpSpPr/>
          <p:nvPr/>
        </p:nvGrpSpPr>
        <p:grpSpPr>
          <a:xfrm>
            <a:off x="0" y="0"/>
            <a:ext cx="12192000" cy="6858000"/>
            <a:chOff x="0" y="0"/>
            <a:chExt cx="12192000" cy="6858000"/>
          </a:xfrm>
        </p:grpSpPr>
        <p:pic>
          <p:nvPicPr>
            <p:cNvPr id="3" name="图片 2">
              <a:extLst>
                <a:ext uri="{FF2B5EF4-FFF2-40B4-BE49-F238E27FC236}">
                  <a16:creationId xmlns:a16="http://schemas.microsoft.com/office/drawing/2014/main" id="{CFAF5EFA-D487-B338-2979-302C0BD105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图片 4">
              <a:extLst>
                <a:ext uri="{FF2B5EF4-FFF2-40B4-BE49-F238E27FC236}">
                  <a16:creationId xmlns:a16="http://schemas.microsoft.com/office/drawing/2014/main" id="{BD0F10D5-C519-7698-3CF3-65930EBC761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9001" y="0"/>
              <a:ext cx="11302999" cy="6858000"/>
            </a:xfrm>
            <a:prstGeom prst="rect">
              <a:avLst/>
            </a:prstGeom>
          </p:spPr>
        </p:pic>
      </p:grpSp>
      <p:grpSp>
        <p:nvGrpSpPr>
          <p:cNvPr id="7" name="组合 6">
            <a:extLst>
              <a:ext uri="{FF2B5EF4-FFF2-40B4-BE49-F238E27FC236}">
                <a16:creationId xmlns:a16="http://schemas.microsoft.com/office/drawing/2014/main" id="{A54EBD13-1B94-4781-10EF-43F5F498C357}"/>
              </a:ext>
            </a:extLst>
          </p:cNvPr>
          <p:cNvGrpSpPr/>
          <p:nvPr/>
        </p:nvGrpSpPr>
        <p:grpSpPr>
          <a:xfrm>
            <a:off x="522960" y="447886"/>
            <a:ext cx="1992885" cy="691788"/>
            <a:chOff x="5140960" y="527412"/>
            <a:chExt cx="1992885" cy="691788"/>
          </a:xfrm>
        </p:grpSpPr>
        <p:sp>
          <p:nvSpPr>
            <p:cNvPr id="8" name="空心弧 7">
              <a:extLst>
                <a:ext uri="{FF2B5EF4-FFF2-40B4-BE49-F238E27FC236}">
                  <a16:creationId xmlns:a16="http://schemas.microsoft.com/office/drawing/2014/main" id="{9463860F-628B-969C-8E23-5711508C8914}"/>
                </a:ext>
              </a:extLst>
            </p:cNvPr>
            <p:cNvSpPr/>
            <p:nvPr/>
          </p:nvSpPr>
          <p:spPr>
            <a:xfrm>
              <a:off x="5140960" y="670560"/>
              <a:ext cx="548640" cy="548640"/>
            </a:xfrm>
            <a:prstGeom prst="blockArc">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9" name="空心弧 8">
              <a:extLst>
                <a:ext uri="{FF2B5EF4-FFF2-40B4-BE49-F238E27FC236}">
                  <a16:creationId xmlns:a16="http://schemas.microsoft.com/office/drawing/2014/main" id="{DCC0FB9C-AB4B-AA0C-A904-311FEA23CF2C}"/>
                </a:ext>
              </a:extLst>
            </p:cNvPr>
            <p:cNvSpPr/>
            <p:nvPr/>
          </p:nvSpPr>
          <p:spPr>
            <a:xfrm rot="10800000">
              <a:off x="5344160" y="581221"/>
              <a:ext cx="548640" cy="548640"/>
            </a:xfrm>
            <a:prstGeom prst="blockArc">
              <a:avLst/>
            </a:prstGeom>
            <a:solidFill>
              <a:srgbClr val="048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文本框 9">
              <a:extLst>
                <a:ext uri="{FF2B5EF4-FFF2-40B4-BE49-F238E27FC236}">
                  <a16:creationId xmlns:a16="http://schemas.microsoft.com/office/drawing/2014/main" id="{552CD1F5-62FB-6BDF-4987-884B5C3F7BE1}"/>
                </a:ext>
              </a:extLst>
            </p:cNvPr>
            <p:cNvSpPr txBox="1"/>
            <p:nvPr/>
          </p:nvSpPr>
          <p:spPr>
            <a:xfrm>
              <a:off x="5892800" y="527412"/>
              <a:ext cx="1241045" cy="523220"/>
            </a:xfrm>
            <a:prstGeom prst="rect">
              <a:avLst/>
            </a:prstGeom>
            <a:noFill/>
          </p:spPr>
          <p:txBody>
            <a:bodyPr wrap="none" rtlCol="0">
              <a:spAutoFit/>
            </a:bodyPr>
            <a:lstStyle/>
            <a:p>
              <a:r>
                <a:rPr kumimoji="1" lang="en-US" altLang="zh-CN" sz="2800" b="1" dirty="0">
                  <a:solidFill>
                    <a:srgbClr val="2C3139"/>
                  </a:solidFill>
                  <a:ea typeface="+mj-ea"/>
                </a:rPr>
                <a:t>LOGO</a:t>
              </a:r>
              <a:endParaRPr kumimoji="1" lang="zh-CN" altLang="en-US" sz="2800" b="1" dirty="0">
                <a:solidFill>
                  <a:srgbClr val="2C3139"/>
                </a:solidFill>
                <a:ea typeface="+mj-ea"/>
              </a:endParaRPr>
            </a:p>
          </p:txBody>
        </p:sp>
        <p:sp>
          <p:nvSpPr>
            <p:cNvPr id="11" name="文本框 10">
              <a:extLst>
                <a:ext uri="{FF2B5EF4-FFF2-40B4-BE49-F238E27FC236}">
                  <a16:creationId xmlns:a16="http://schemas.microsoft.com/office/drawing/2014/main" id="{9B111029-0403-2AE2-0F64-0664E98AEBE9}"/>
                </a:ext>
              </a:extLst>
            </p:cNvPr>
            <p:cNvSpPr txBox="1"/>
            <p:nvPr/>
          </p:nvSpPr>
          <p:spPr>
            <a:xfrm>
              <a:off x="5912838" y="951887"/>
              <a:ext cx="1200969" cy="215444"/>
            </a:xfrm>
            <a:prstGeom prst="rect">
              <a:avLst/>
            </a:prstGeom>
            <a:noFill/>
          </p:spPr>
          <p:txBody>
            <a:bodyPr wrap="square" rtlCol="0">
              <a:spAutoFit/>
            </a:bodyPr>
            <a:lstStyle/>
            <a:p>
              <a:pPr algn="dist"/>
              <a:r>
                <a:rPr kumimoji="1" lang="en-US" altLang="zh-CN" sz="800" dirty="0">
                  <a:solidFill>
                    <a:srgbClr val="2C3139"/>
                  </a:solidFill>
                  <a:ea typeface="+mj-ea"/>
                </a:rPr>
                <a:t>COMPANY</a:t>
              </a:r>
              <a:r>
                <a:rPr kumimoji="1" lang="zh-CN" altLang="en-US" sz="800" dirty="0">
                  <a:solidFill>
                    <a:srgbClr val="2C3139"/>
                  </a:solidFill>
                  <a:ea typeface="+mj-ea"/>
                </a:rPr>
                <a:t> </a:t>
              </a:r>
              <a:r>
                <a:rPr kumimoji="1" lang="en-US" altLang="zh-CN" sz="800" dirty="0">
                  <a:solidFill>
                    <a:srgbClr val="2C3139"/>
                  </a:solidFill>
                  <a:ea typeface="+mj-ea"/>
                </a:rPr>
                <a:t>SLOGAN</a:t>
              </a:r>
              <a:endParaRPr kumimoji="1" lang="zh-CN" altLang="en-US" sz="800" dirty="0">
                <a:solidFill>
                  <a:srgbClr val="2C3139"/>
                </a:solidFill>
                <a:ea typeface="+mj-ea"/>
              </a:endParaRPr>
            </a:p>
          </p:txBody>
        </p:sp>
      </p:grpSp>
      <p:sp>
        <p:nvSpPr>
          <p:cNvPr id="12" name="文本框 11">
            <a:extLst>
              <a:ext uri="{FF2B5EF4-FFF2-40B4-BE49-F238E27FC236}">
                <a16:creationId xmlns:a16="http://schemas.microsoft.com/office/drawing/2014/main" id="{549BD38D-76EA-EFD3-9080-69CFEA7736FD}"/>
              </a:ext>
            </a:extLst>
          </p:cNvPr>
          <p:cNvSpPr txBox="1"/>
          <p:nvPr/>
        </p:nvSpPr>
        <p:spPr>
          <a:xfrm>
            <a:off x="728781" y="1823897"/>
            <a:ext cx="6490726" cy="2069413"/>
          </a:xfrm>
          <a:prstGeom prst="rect">
            <a:avLst/>
          </a:prstGeom>
          <a:noFill/>
        </p:spPr>
        <p:txBody>
          <a:bodyPr wrap="square" rtlCol="0">
            <a:spAutoFit/>
          </a:bodyPr>
          <a:lstStyle/>
          <a:p>
            <a:pPr>
              <a:lnSpc>
                <a:spcPct val="110000"/>
              </a:lnSpc>
            </a:pPr>
            <a:r>
              <a:rPr kumimoji="1" lang="zh-CN" altLang="en-US" sz="6000" dirty="0">
                <a:solidFill>
                  <a:srgbClr val="2C3139"/>
                </a:solidFill>
                <a:latin typeface="思源黑体 CN Heavy" panose="020B0A00000000000000" pitchFamily="34" charset="-122"/>
                <a:ea typeface="思源黑体 CN Heavy" panose="020B0A00000000000000" pitchFamily="34" charset="-122"/>
              </a:rPr>
              <a:t>简约风部门</a:t>
            </a:r>
            <a:endParaRPr kumimoji="1" lang="en-US" altLang="zh-CN" sz="6000" dirty="0">
              <a:solidFill>
                <a:srgbClr val="2C3139"/>
              </a:solidFill>
              <a:latin typeface="思源黑体 CN Heavy" panose="020B0A00000000000000" pitchFamily="34" charset="-122"/>
              <a:ea typeface="思源黑体 CN Heavy" panose="020B0A00000000000000" pitchFamily="34" charset="-122"/>
            </a:endParaRPr>
          </a:p>
          <a:p>
            <a:pPr>
              <a:lnSpc>
                <a:spcPct val="110000"/>
              </a:lnSpc>
            </a:pPr>
            <a:r>
              <a:rPr kumimoji="1" lang="zh-CN" altLang="en-US" sz="6000" dirty="0">
                <a:solidFill>
                  <a:srgbClr val="2C3139"/>
                </a:solidFill>
                <a:latin typeface="思源黑体 CN Heavy" panose="020B0A00000000000000" pitchFamily="34" charset="-122"/>
                <a:ea typeface="思源黑体 CN Heavy" panose="020B0A00000000000000" pitchFamily="34" charset="-122"/>
              </a:rPr>
              <a:t>年中工作</a:t>
            </a:r>
            <a:r>
              <a:rPr kumimoji="1" lang="zh-CN" altLang="en-US" sz="6000" dirty="0">
                <a:solidFill>
                  <a:srgbClr val="0485A8"/>
                </a:solidFill>
                <a:latin typeface="思源黑体 CN Heavy" panose="020B0A00000000000000" pitchFamily="34" charset="-122"/>
                <a:ea typeface="思源黑体 CN Heavy" panose="020B0A00000000000000" pitchFamily="34" charset="-122"/>
              </a:rPr>
              <a:t>计划总结</a:t>
            </a:r>
          </a:p>
        </p:txBody>
      </p:sp>
      <p:sp>
        <p:nvSpPr>
          <p:cNvPr id="15" name="文本框 14">
            <a:extLst>
              <a:ext uri="{FF2B5EF4-FFF2-40B4-BE49-F238E27FC236}">
                <a16:creationId xmlns:a16="http://schemas.microsoft.com/office/drawing/2014/main" id="{3F2D4319-CD46-AB3F-6CB7-F9F5D790E241}"/>
              </a:ext>
            </a:extLst>
          </p:cNvPr>
          <p:cNvSpPr txBox="1"/>
          <p:nvPr/>
        </p:nvSpPr>
        <p:spPr>
          <a:xfrm>
            <a:off x="744366" y="3974571"/>
            <a:ext cx="5472524" cy="400110"/>
          </a:xfrm>
          <a:prstGeom prst="rect">
            <a:avLst/>
          </a:prstGeom>
          <a:noFill/>
        </p:spPr>
        <p:txBody>
          <a:bodyPr wrap="square" rtlCol="0">
            <a:spAutoFit/>
          </a:bodyPr>
          <a:lstStyle/>
          <a:p>
            <a:r>
              <a:rPr kumimoji="1" lang="en-US" altLang="zh-CN" sz="2000" b="1" dirty="0">
                <a:solidFill>
                  <a:srgbClr val="0485A8"/>
                </a:solidFill>
                <a:ea typeface="+mj-ea"/>
              </a:rPr>
              <a:t>SUMMARY OF THE MID-YEAR WORK PLAN</a:t>
            </a:r>
            <a:endParaRPr kumimoji="1" lang="zh-CN" altLang="en-US" sz="2000" b="1" dirty="0">
              <a:solidFill>
                <a:srgbClr val="0485A8"/>
              </a:solidFill>
              <a:ea typeface="+mj-ea"/>
            </a:endParaRPr>
          </a:p>
        </p:txBody>
      </p:sp>
      <p:sp>
        <p:nvSpPr>
          <p:cNvPr id="16" name="文本框 15">
            <a:extLst>
              <a:ext uri="{FF2B5EF4-FFF2-40B4-BE49-F238E27FC236}">
                <a16:creationId xmlns:a16="http://schemas.microsoft.com/office/drawing/2014/main" id="{C6A98886-608D-908A-62E7-3D39079A475C}"/>
              </a:ext>
            </a:extLst>
          </p:cNvPr>
          <p:cNvSpPr txBox="1"/>
          <p:nvPr/>
        </p:nvSpPr>
        <p:spPr>
          <a:xfrm>
            <a:off x="744367" y="4387433"/>
            <a:ext cx="5351633" cy="568810"/>
          </a:xfrm>
          <a:prstGeom prst="rect">
            <a:avLst/>
          </a:prstGeom>
          <a:noFill/>
        </p:spPr>
        <p:txBody>
          <a:bodyPr wrap="square" rtlCol="0">
            <a:spAutoFit/>
          </a:bodyPr>
          <a:lstStyle/>
          <a:p>
            <a:pPr>
              <a:lnSpc>
                <a:spcPct val="150000"/>
              </a:lnSpc>
            </a:pPr>
            <a:r>
              <a:rPr kumimoji="1" lang="en" altLang="zh-CN" sz="1100" spc="100" dirty="0">
                <a:solidFill>
                  <a:schemeClr val="tx1">
                    <a:lumMod val="50000"/>
                    <a:lumOff val="50000"/>
                  </a:schemeClr>
                </a:solidFill>
              </a:rPr>
              <a:t>your content is entered here, or by copying your text, select paste in this box and choose to retain only text. </a:t>
            </a:r>
          </a:p>
        </p:txBody>
      </p:sp>
      <p:sp>
        <p:nvSpPr>
          <p:cNvPr id="17" name="矩形: 圆角 16">
            <a:extLst>
              <a:ext uri="{FF2B5EF4-FFF2-40B4-BE49-F238E27FC236}">
                <a16:creationId xmlns:a16="http://schemas.microsoft.com/office/drawing/2014/main" id="{B861DD45-FE6E-6350-D9C9-4C0203AA8371}"/>
              </a:ext>
            </a:extLst>
          </p:cNvPr>
          <p:cNvSpPr/>
          <p:nvPr/>
        </p:nvSpPr>
        <p:spPr>
          <a:xfrm>
            <a:off x="845106" y="5338801"/>
            <a:ext cx="1649463" cy="396000"/>
          </a:xfrm>
          <a:prstGeom prst="roundRect">
            <a:avLst>
              <a:gd name="adj" fmla="val 50000"/>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300" dirty="0"/>
              <a:t>汇报人：第一</a:t>
            </a:r>
            <a:r>
              <a:rPr lang="en-US" altLang="zh-CN" sz="1300" dirty="0"/>
              <a:t>PPT</a:t>
            </a:r>
            <a:endParaRPr lang="zh-CN" altLang="en-US" sz="1300" dirty="0"/>
          </a:p>
        </p:txBody>
      </p:sp>
      <p:cxnSp>
        <p:nvCxnSpPr>
          <p:cNvPr id="21" name="直接连接符 20">
            <a:extLst>
              <a:ext uri="{FF2B5EF4-FFF2-40B4-BE49-F238E27FC236}">
                <a16:creationId xmlns:a16="http://schemas.microsoft.com/office/drawing/2014/main" id="{D261A2FF-A4D9-1342-A98A-3C63FEC31F72}"/>
              </a:ext>
            </a:extLst>
          </p:cNvPr>
          <p:cNvCxnSpPr/>
          <p:nvPr/>
        </p:nvCxnSpPr>
        <p:spPr>
          <a:xfrm>
            <a:off x="4821382" y="2327564"/>
            <a:ext cx="1395508" cy="0"/>
          </a:xfrm>
          <a:prstGeom prst="line">
            <a:avLst/>
          </a:prstGeom>
          <a:ln w="38100">
            <a:solidFill>
              <a:srgbClr val="79C9E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1338045"/>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checkerboard(across)">
                                      <p:cBhvr>
                                        <p:cTn id="15" dur="500"/>
                                        <p:tgtEl>
                                          <p:spTgt spid="15"/>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checkerboard(across)">
                                      <p:cBhvr>
                                        <p:cTn id="19" dur="500"/>
                                        <p:tgtEl>
                                          <p:spTgt spid="16"/>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4F546CDC-B5C0-53F1-75F6-3497A1BA3A7C}"/>
              </a:ext>
            </a:extLst>
          </p:cNvPr>
          <p:cNvGrpSpPr/>
          <p:nvPr/>
        </p:nvGrpSpPr>
        <p:grpSpPr>
          <a:xfrm>
            <a:off x="0" y="0"/>
            <a:ext cx="12192000" cy="6858000"/>
            <a:chOff x="0" y="0"/>
            <a:chExt cx="12192000" cy="6858000"/>
          </a:xfrm>
        </p:grpSpPr>
        <p:pic>
          <p:nvPicPr>
            <p:cNvPr id="3" name="图片 2">
              <a:extLst>
                <a:ext uri="{FF2B5EF4-FFF2-40B4-BE49-F238E27FC236}">
                  <a16:creationId xmlns:a16="http://schemas.microsoft.com/office/drawing/2014/main" id="{CFAF5EFA-D487-B338-2979-302C0BD105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18" name="组合 17">
              <a:extLst>
                <a:ext uri="{FF2B5EF4-FFF2-40B4-BE49-F238E27FC236}">
                  <a16:creationId xmlns:a16="http://schemas.microsoft.com/office/drawing/2014/main" id="{DA53B549-89B2-C5C6-69D2-1E629E9CBC81}"/>
                </a:ext>
              </a:extLst>
            </p:cNvPr>
            <p:cNvGrpSpPr/>
            <p:nvPr/>
          </p:nvGrpSpPr>
          <p:grpSpPr>
            <a:xfrm>
              <a:off x="1" y="1"/>
              <a:ext cx="12191999" cy="6857999"/>
              <a:chOff x="0" y="0"/>
              <a:chExt cx="12191999" cy="6857999"/>
            </a:xfrm>
          </p:grpSpPr>
          <p:pic>
            <p:nvPicPr>
              <p:cNvPr id="13" name="图片 12">
                <a:extLst>
                  <a:ext uri="{FF2B5EF4-FFF2-40B4-BE49-F238E27FC236}">
                    <a16:creationId xmlns:a16="http://schemas.microsoft.com/office/drawing/2014/main" id="{F09E06A1-0168-2DF8-59EB-5318C24466AC}"/>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8520544" y="3955395"/>
                <a:ext cx="3671455" cy="2902604"/>
              </a:xfrm>
              <a:custGeom>
                <a:avLst/>
                <a:gdLst>
                  <a:gd name="connsiteX0" fmla="*/ 0 w 5303980"/>
                  <a:gd name="connsiteY0" fmla="*/ 0 h 4193257"/>
                  <a:gd name="connsiteX1" fmla="*/ 5303980 w 5303980"/>
                  <a:gd name="connsiteY1" fmla="*/ 0 h 4193257"/>
                  <a:gd name="connsiteX2" fmla="*/ 5303980 w 5303980"/>
                  <a:gd name="connsiteY2" fmla="*/ 4193257 h 4193257"/>
                  <a:gd name="connsiteX3" fmla="*/ 0 w 5303980"/>
                  <a:gd name="connsiteY3" fmla="*/ 4193257 h 4193257"/>
                </a:gdLst>
                <a:ahLst/>
                <a:cxnLst>
                  <a:cxn ang="0">
                    <a:pos x="connsiteX0" y="connsiteY0"/>
                  </a:cxn>
                  <a:cxn ang="0">
                    <a:pos x="connsiteX1" y="connsiteY1"/>
                  </a:cxn>
                  <a:cxn ang="0">
                    <a:pos x="connsiteX2" y="connsiteY2"/>
                  </a:cxn>
                  <a:cxn ang="0">
                    <a:pos x="connsiteX3" y="connsiteY3"/>
                  </a:cxn>
                </a:cxnLst>
                <a:rect l="l" t="t" r="r" b="b"/>
                <a:pathLst>
                  <a:path w="5303980" h="4193257">
                    <a:moveTo>
                      <a:pt x="0" y="0"/>
                    </a:moveTo>
                    <a:lnTo>
                      <a:pt x="5303980" y="0"/>
                    </a:lnTo>
                    <a:lnTo>
                      <a:pt x="5303980" y="4193257"/>
                    </a:lnTo>
                    <a:lnTo>
                      <a:pt x="0" y="4193257"/>
                    </a:lnTo>
                    <a:close/>
                  </a:path>
                </a:pathLst>
              </a:custGeom>
            </p:spPr>
          </p:pic>
          <p:pic>
            <p:nvPicPr>
              <p:cNvPr id="14" name="图片 13">
                <a:extLst>
                  <a:ext uri="{FF2B5EF4-FFF2-40B4-BE49-F238E27FC236}">
                    <a16:creationId xmlns:a16="http://schemas.microsoft.com/office/drawing/2014/main" id="{F270EC2B-36B9-925C-462B-0EE5E1D2AA04}"/>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rot="10800000">
                <a:off x="0" y="0"/>
                <a:ext cx="3370587" cy="2664742"/>
              </a:xfrm>
              <a:custGeom>
                <a:avLst/>
                <a:gdLst>
                  <a:gd name="connsiteX0" fmla="*/ 0 w 5303980"/>
                  <a:gd name="connsiteY0" fmla="*/ 0 h 4193257"/>
                  <a:gd name="connsiteX1" fmla="*/ 5303980 w 5303980"/>
                  <a:gd name="connsiteY1" fmla="*/ 0 h 4193257"/>
                  <a:gd name="connsiteX2" fmla="*/ 5303980 w 5303980"/>
                  <a:gd name="connsiteY2" fmla="*/ 4193257 h 4193257"/>
                  <a:gd name="connsiteX3" fmla="*/ 0 w 5303980"/>
                  <a:gd name="connsiteY3" fmla="*/ 4193257 h 4193257"/>
                </a:gdLst>
                <a:ahLst/>
                <a:cxnLst>
                  <a:cxn ang="0">
                    <a:pos x="connsiteX0" y="connsiteY0"/>
                  </a:cxn>
                  <a:cxn ang="0">
                    <a:pos x="connsiteX1" y="connsiteY1"/>
                  </a:cxn>
                  <a:cxn ang="0">
                    <a:pos x="connsiteX2" y="connsiteY2"/>
                  </a:cxn>
                  <a:cxn ang="0">
                    <a:pos x="connsiteX3" y="connsiteY3"/>
                  </a:cxn>
                </a:cxnLst>
                <a:rect l="l" t="t" r="r" b="b"/>
                <a:pathLst>
                  <a:path w="5303980" h="4193257">
                    <a:moveTo>
                      <a:pt x="0" y="0"/>
                    </a:moveTo>
                    <a:lnTo>
                      <a:pt x="5303980" y="0"/>
                    </a:lnTo>
                    <a:lnTo>
                      <a:pt x="5303980" y="4193257"/>
                    </a:lnTo>
                    <a:lnTo>
                      <a:pt x="0" y="4193257"/>
                    </a:lnTo>
                    <a:close/>
                  </a:path>
                </a:pathLst>
              </a:custGeom>
            </p:spPr>
          </p:pic>
        </p:grpSp>
      </p:grpSp>
      <p:grpSp>
        <p:nvGrpSpPr>
          <p:cNvPr id="20" name="组合 19">
            <a:extLst>
              <a:ext uri="{FF2B5EF4-FFF2-40B4-BE49-F238E27FC236}">
                <a16:creationId xmlns:a16="http://schemas.microsoft.com/office/drawing/2014/main" id="{3641C681-79E5-7760-33F4-48EFA7792EFB}"/>
              </a:ext>
            </a:extLst>
          </p:cNvPr>
          <p:cNvGrpSpPr/>
          <p:nvPr/>
        </p:nvGrpSpPr>
        <p:grpSpPr>
          <a:xfrm>
            <a:off x="4069047" y="1087927"/>
            <a:ext cx="4053906" cy="923330"/>
            <a:chOff x="468152" y="1251694"/>
            <a:chExt cx="4053906" cy="923330"/>
          </a:xfrm>
        </p:grpSpPr>
        <p:sp>
          <p:nvSpPr>
            <p:cNvPr id="22" name="文本框 21">
              <a:extLst>
                <a:ext uri="{FF2B5EF4-FFF2-40B4-BE49-F238E27FC236}">
                  <a16:creationId xmlns:a16="http://schemas.microsoft.com/office/drawing/2014/main" id="{97E90C38-BF30-3487-C285-8CA6AAFD8E70}"/>
                </a:ext>
              </a:extLst>
            </p:cNvPr>
            <p:cNvSpPr txBox="1"/>
            <p:nvPr/>
          </p:nvSpPr>
          <p:spPr>
            <a:xfrm>
              <a:off x="2053423" y="1508027"/>
              <a:ext cx="2468635" cy="523220"/>
            </a:xfrm>
            <a:prstGeom prst="rect">
              <a:avLst/>
            </a:prstGeom>
            <a:noFill/>
          </p:spPr>
          <p:txBody>
            <a:bodyPr wrap="square" rtlCol="0">
              <a:spAutoFit/>
            </a:bodyPr>
            <a:lstStyle/>
            <a:p>
              <a:pPr algn="dist"/>
              <a:r>
                <a:rPr kumimoji="1" lang="en-US" altLang="zh-CN" sz="2800" b="1" dirty="0">
                  <a:solidFill>
                    <a:srgbClr val="2C3139"/>
                  </a:solidFill>
                </a:rPr>
                <a:t>/CONTENTS</a:t>
              </a:r>
              <a:endParaRPr kumimoji="1" lang="zh-CN" altLang="en-US" sz="2800" b="1" dirty="0">
                <a:solidFill>
                  <a:srgbClr val="2C3139"/>
                </a:solidFill>
              </a:endParaRPr>
            </a:p>
          </p:txBody>
        </p:sp>
        <p:sp>
          <p:nvSpPr>
            <p:cNvPr id="23" name="文本框 22">
              <a:extLst>
                <a:ext uri="{FF2B5EF4-FFF2-40B4-BE49-F238E27FC236}">
                  <a16:creationId xmlns:a16="http://schemas.microsoft.com/office/drawing/2014/main" id="{31758AC6-471A-E693-3761-8613DCD471BB}"/>
                </a:ext>
              </a:extLst>
            </p:cNvPr>
            <p:cNvSpPr txBox="1"/>
            <p:nvPr/>
          </p:nvSpPr>
          <p:spPr>
            <a:xfrm>
              <a:off x="468152" y="1251694"/>
              <a:ext cx="1734721" cy="923330"/>
            </a:xfrm>
            <a:prstGeom prst="rect">
              <a:avLst/>
            </a:prstGeom>
            <a:noFill/>
          </p:spPr>
          <p:txBody>
            <a:bodyPr wrap="square" rtlCol="0">
              <a:spAutoFit/>
            </a:bodyPr>
            <a:lstStyle/>
            <a:p>
              <a:pPr algn="ctr"/>
              <a:r>
                <a:rPr kumimoji="1" lang="zh-CN" altLang="en-US" sz="5400" dirty="0">
                  <a:solidFill>
                    <a:srgbClr val="79C9E2"/>
                  </a:solidFill>
                  <a:latin typeface="思源黑体 CN Heavy" panose="020B0A00000000000000" pitchFamily="34" charset="-122"/>
                  <a:ea typeface="思源黑体 CN Heavy" panose="020B0A00000000000000" pitchFamily="34" charset="-122"/>
                </a:rPr>
                <a:t>目 录</a:t>
              </a:r>
            </a:p>
          </p:txBody>
        </p:sp>
      </p:grpSp>
      <p:grpSp>
        <p:nvGrpSpPr>
          <p:cNvPr id="24" name="组合 23">
            <a:extLst>
              <a:ext uri="{FF2B5EF4-FFF2-40B4-BE49-F238E27FC236}">
                <a16:creationId xmlns:a16="http://schemas.microsoft.com/office/drawing/2014/main" id="{C110774C-724F-73EC-F1D9-92CC8D859F5C}"/>
              </a:ext>
            </a:extLst>
          </p:cNvPr>
          <p:cNvGrpSpPr/>
          <p:nvPr/>
        </p:nvGrpSpPr>
        <p:grpSpPr>
          <a:xfrm>
            <a:off x="1238758" y="2809377"/>
            <a:ext cx="4576673" cy="935974"/>
            <a:chOff x="2217341" y="2648245"/>
            <a:chExt cx="4576673" cy="935974"/>
          </a:xfrm>
        </p:grpSpPr>
        <p:sp>
          <p:nvSpPr>
            <p:cNvPr id="25" name="文本框 24">
              <a:extLst>
                <a:ext uri="{FF2B5EF4-FFF2-40B4-BE49-F238E27FC236}">
                  <a16:creationId xmlns:a16="http://schemas.microsoft.com/office/drawing/2014/main" id="{AABE940E-4C0E-916D-5B53-D98637EB4744}"/>
                </a:ext>
              </a:extLst>
            </p:cNvPr>
            <p:cNvSpPr txBox="1"/>
            <p:nvPr/>
          </p:nvSpPr>
          <p:spPr>
            <a:xfrm>
              <a:off x="2217341" y="2679023"/>
              <a:ext cx="867545" cy="461665"/>
            </a:xfrm>
            <a:prstGeom prst="rect">
              <a:avLst/>
            </a:prstGeom>
            <a:noFill/>
          </p:spPr>
          <p:txBody>
            <a:bodyPr wrap="square" rtlCol="0">
              <a:spAutoFit/>
            </a:bodyPr>
            <a:lstStyle/>
            <a:p>
              <a:r>
                <a:rPr lang="en-US" altLang="zh-CN" sz="2400" b="1" dirty="0">
                  <a:solidFill>
                    <a:srgbClr val="0485A8"/>
                  </a:solidFill>
                  <a:effectLst>
                    <a:outerShdw blurRad="76200" dist="50800" dir="5400000" algn="ctr" rotWithShape="0">
                      <a:schemeClr val="accent1">
                        <a:alpha val="20000"/>
                      </a:schemeClr>
                    </a:outerShdw>
                  </a:effectLst>
                  <a:latin typeface="Arial" panose="020B0604020202020204" pitchFamily="34" charset="0"/>
                  <a:ea typeface="思源黑体 CN Normal" panose="020B0400000000000000" pitchFamily="34" charset="-122"/>
                  <a:sym typeface="Arial" panose="020B0604020202020204" pitchFamily="34" charset="0"/>
                </a:rPr>
                <a:t>01 /</a:t>
              </a:r>
              <a:endParaRPr lang="zh-CN" altLang="en-US" sz="2400" b="1" dirty="0">
                <a:solidFill>
                  <a:srgbClr val="0485A8"/>
                </a:solidFill>
                <a:effectLst>
                  <a:outerShdw blurRad="76200" dist="50800" dir="5400000" algn="ctr" rotWithShape="0">
                    <a:schemeClr val="accent1">
                      <a:alpha val="20000"/>
                    </a:schemeClr>
                  </a:outerShdw>
                </a:effectLst>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文本框 25">
              <a:extLst>
                <a:ext uri="{FF2B5EF4-FFF2-40B4-BE49-F238E27FC236}">
                  <a16:creationId xmlns:a16="http://schemas.microsoft.com/office/drawing/2014/main" id="{FB840EBD-8E48-C3DA-EA47-810871A20296}"/>
                </a:ext>
              </a:extLst>
            </p:cNvPr>
            <p:cNvSpPr txBox="1"/>
            <p:nvPr/>
          </p:nvSpPr>
          <p:spPr>
            <a:xfrm>
              <a:off x="2865841" y="2648245"/>
              <a:ext cx="3928173" cy="523220"/>
            </a:xfrm>
            <a:prstGeom prst="rect">
              <a:avLst/>
            </a:prstGeom>
            <a:noFill/>
            <a:ln>
              <a:noFill/>
            </a:ln>
          </p:spPr>
          <p:txBody>
            <a:bodyPr wrap="square" lIns="91440" tIns="45720" rIns="91440" bIns="45720" anchor="ctr" anchorCtr="0">
              <a:spAutoFit/>
            </a:bodyPr>
            <a:lstStyle/>
            <a:p>
              <a:pPr>
                <a:buSzPct val="25000"/>
              </a:pPr>
              <a:r>
                <a:rPr lang="zh-CN" altLang="en-US" sz="2800" b="1"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
          <p:nvSpPr>
            <p:cNvPr id="27" name="文本框 26">
              <a:extLst>
                <a:ext uri="{FF2B5EF4-FFF2-40B4-BE49-F238E27FC236}">
                  <a16:creationId xmlns:a16="http://schemas.microsoft.com/office/drawing/2014/main" id="{1E84FF8C-4266-503F-8C05-B4EE23E22C56}"/>
                </a:ext>
              </a:extLst>
            </p:cNvPr>
            <p:cNvSpPr txBox="1"/>
            <p:nvPr/>
          </p:nvSpPr>
          <p:spPr>
            <a:xfrm>
              <a:off x="2865841" y="3132621"/>
              <a:ext cx="3821686" cy="451598"/>
            </a:xfrm>
            <a:prstGeom prst="rect">
              <a:avLst/>
            </a:prstGeom>
            <a:noFill/>
            <a:ln>
              <a:noFill/>
            </a:ln>
          </p:spPr>
          <p:txBody>
            <a:bodyPr wrap="square" lIns="91440" tIns="45720" rIns="91440" bIns="45720" anchor="t" anchorCtr="0">
              <a:spAutoFit/>
            </a:bodyPr>
            <a:lstStyle/>
            <a:p>
              <a:pPr defTabSz="913765">
                <a:lnSpc>
                  <a:spcPct val="120000"/>
                </a:lnSpc>
                <a:buSzPct val="25000"/>
                <a:defRPr/>
              </a:pPr>
              <a:r>
                <a:rPr kumimoji="0" lang="en-US" sz="1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Normal" panose="020B0400000000000000" pitchFamily="34" charset="-122"/>
                  <a:sym typeface="Arial" panose="020B0604020202020204" pitchFamily="34" charset="0"/>
                </a:rPr>
                <a:t>Theme  color makes PPT more convenient to change.</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Normal" panose="020B0400000000000000" pitchFamily="34" charset="-122"/>
                  <a:sym typeface="Arial" panose="020B0604020202020204" pitchFamily="34" charset="0"/>
                </a:rPr>
                <a:t> Theme  color makes PPT more convenient to change.</a:t>
              </a:r>
            </a:p>
          </p:txBody>
        </p:sp>
      </p:grpSp>
      <p:grpSp>
        <p:nvGrpSpPr>
          <p:cNvPr id="28" name="组合 27">
            <a:extLst>
              <a:ext uri="{FF2B5EF4-FFF2-40B4-BE49-F238E27FC236}">
                <a16:creationId xmlns:a16="http://schemas.microsoft.com/office/drawing/2014/main" id="{506F370C-96E7-00D2-E745-BC410ED4FFF8}"/>
              </a:ext>
            </a:extLst>
          </p:cNvPr>
          <p:cNvGrpSpPr/>
          <p:nvPr/>
        </p:nvGrpSpPr>
        <p:grpSpPr>
          <a:xfrm>
            <a:off x="6582353" y="2809377"/>
            <a:ext cx="4470186" cy="935974"/>
            <a:chOff x="7094142" y="2648245"/>
            <a:chExt cx="4470186" cy="935974"/>
          </a:xfrm>
        </p:grpSpPr>
        <p:sp>
          <p:nvSpPr>
            <p:cNvPr id="29" name="文本框 28">
              <a:extLst>
                <a:ext uri="{FF2B5EF4-FFF2-40B4-BE49-F238E27FC236}">
                  <a16:creationId xmlns:a16="http://schemas.microsoft.com/office/drawing/2014/main" id="{E1D13C06-009E-FDE2-8E68-B27A7DE94F0D}"/>
                </a:ext>
              </a:extLst>
            </p:cNvPr>
            <p:cNvSpPr txBox="1"/>
            <p:nvPr/>
          </p:nvSpPr>
          <p:spPr>
            <a:xfrm>
              <a:off x="7094142" y="2679023"/>
              <a:ext cx="867545" cy="461665"/>
            </a:xfrm>
            <a:prstGeom prst="rect">
              <a:avLst/>
            </a:prstGeom>
            <a:noFill/>
          </p:spPr>
          <p:txBody>
            <a:bodyPr wrap="square" rtlCol="0">
              <a:spAutoFit/>
            </a:bodyPr>
            <a:lstStyle/>
            <a:p>
              <a:r>
                <a:rPr lang="en-US" altLang="zh-CN" sz="2400" b="1" dirty="0">
                  <a:solidFill>
                    <a:srgbClr val="79C9E2"/>
                  </a:solidFill>
                  <a:effectLst>
                    <a:outerShdw blurRad="76200" dist="50800" dir="5400000" algn="ctr" rotWithShape="0">
                      <a:schemeClr val="accent2">
                        <a:alpha val="20000"/>
                      </a:schemeClr>
                    </a:outerShdw>
                  </a:effectLst>
                  <a:latin typeface="Arial" panose="020B0604020202020204" pitchFamily="34" charset="0"/>
                  <a:ea typeface="思源黑体 CN Normal" panose="020B0400000000000000" pitchFamily="34" charset="-122"/>
                  <a:sym typeface="Arial" panose="020B0604020202020204" pitchFamily="34" charset="0"/>
                </a:rPr>
                <a:t>02 /</a:t>
              </a:r>
              <a:endParaRPr lang="zh-CN" altLang="en-US" sz="2400" b="1" dirty="0">
                <a:solidFill>
                  <a:srgbClr val="79C9E2"/>
                </a:solidFill>
                <a:effectLst>
                  <a:outerShdw blurRad="76200" dist="50800" dir="5400000" algn="ctr" rotWithShape="0">
                    <a:schemeClr val="accent2">
                      <a:alpha val="20000"/>
                    </a:schemeClr>
                  </a:outerShdw>
                </a:effectLst>
                <a:latin typeface="Arial" panose="020B0604020202020204" pitchFamily="34" charset="0"/>
                <a:ea typeface="思源黑体 CN Normal" panose="020B0400000000000000" pitchFamily="34" charset="-122"/>
                <a:sym typeface="Arial" panose="020B0604020202020204" pitchFamily="34" charset="0"/>
              </a:endParaRPr>
            </a:p>
          </p:txBody>
        </p:sp>
        <p:sp>
          <p:nvSpPr>
            <p:cNvPr id="30" name="文本框 29">
              <a:extLst>
                <a:ext uri="{FF2B5EF4-FFF2-40B4-BE49-F238E27FC236}">
                  <a16:creationId xmlns:a16="http://schemas.microsoft.com/office/drawing/2014/main" id="{4A3708EE-822A-3F85-B335-11C942034153}"/>
                </a:ext>
              </a:extLst>
            </p:cNvPr>
            <p:cNvSpPr txBox="1"/>
            <p:nvPr/>
          </p:nvSpPr>
          <p:spPr>
            <a:xfrm>
              <a:off x="7742643" y="2648245"/>
              <a:ext cx="3312372" cy="523220"/>
            </a:xfrm>
            <a:prstGeom prst="rect">
              <a:avLst/>
            </a:prstGeom>
            <a:noFill/>
            <a:ln>
              <a:noFill/>
            </a:ln>
          </p:spPr>
          <p:txBody>
            <a:bodyPr wrap="square" lIns="91440" tIns="45720" rIns="91440" bIns="45720" anchor="ctr" anchorCtr="0">
              <a:spAutoFit/>
            </a:bodyPr>
            <a:lstStyle/>
            <a:p>
              <a:pPr>
                <a:buSzPct val="25000"/>
              </a:pPr>
              <a:r>
                <a:rPr lang="zh-CN" altLang="en-US" sz="2800" b="1" dirty="0">
                  <a:latin typeface="思源黑体 CN Heavy" panose="020B0A00000000000000" pitchFamily="34" charset="-122"/>
                  <a:ea typeface="思源黑体 CN Heavy" panose="020B0A00000000000000" pitchFamily="34" charset="-122"/>
                  <a:sym typeface="Arial" panose="020B0604020202020204" pitchFamily="34" charset="0"/>
                </a:rPr>
                <a:t>取得的工作成绩</a:t>
              </a:r>
            </a:p>
          </p:txBody>
        </p:sp>
        <p:sp>
          <p:nvSpPr>
            <p:cNvPr id="31" name="文本框 30">
              <a:extLst>
                <a:ext uri="{FF2B5EF4-FFF2-40B4-BE49-F238E27FC236}">
                  <a16:creationId xmlns:a16="http://schemas.microsoft.com/office/drawing/2014/main" id="{617D0063-2C41-14DD-4BFC-0948558CC2FE}"/>
                </a:ext>
              </a:extLst>
            </p:cNvPr>
            <p:cNvSpPr txBox="1"/>
            <p:nvPr/>
          </p:nvSpPr>
          <p:spPr>
            <a:xfrm>
              <a:off x="7742642" y="3132621"/>
              <a:ext cx="3821686" cy="451598"/>
            </a:xfrm>
            <a:prstGeom prst="rect">
              <a:avLst/>
            </a:prstGeom>
            <a:noFill/>
            <a:ln>
              <a:noFill/>
            </a:ln>
          </p:spPr>
          <p:txBody>
            <a:bodyPr wrap="square" lIns="91440" tIns="45720" rIns="91440" bIns="45720" anchor="t" anchorCtr="0">
              <a:spAutoFit/>
            </a:bodyPr>
            <a:lstStyle/>
            <a:p>
              <a:pPr defTabSz="913765">
                <a:lnSpc>
                  <a:spcPct val="120000"/>
                </a:lnSpc>
                <a:buSzPct val="25000"/>
                <a:defRPr/>
              </a:pPr>
              <a:r>
                <a:rPr kumimoji="0" lang="en-US" sz="1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Normal" panose="020B0400000000000000" pitchFamily="34" charset="-122"/>
                  <a:sym typeface="Arial" panose="020B0604020202020204" pitchFamily="34" charset="0"/>
                </a:rPr>
                <a:t>Theme  color makes PPT more convenient to change.</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Normal" panose="020B0400000000000000" pitchFamily="34" charset="-122"/>
                  <a:sym typeface="Arial" panose="020B0604020202020204" pitchFamily="34" charset="0"/>
                </a:rPr>
                <a:t> Theme  color makes PPT more convenient to change.</a:t>
              </a:r>
            </a:p>
          </p:txBody>
        </p:sp>
      </p:grpSp>
      <p:grpSp>
        <p:nvGrpSpPr>
          <p:cNvPr id="32" name="组合 31">
            <a:extLst>
              <a:ext uri="{FF2B5EF4-FFF2-40B4-BE49-F238E27FC236}">
                <a16:creationId xmlns:a16="http://schemas.microsoft.com/office/drawing/2014/main" id="{0C88EC03-B75F-DD15-2693-8F5A7BB45815}"/>
              </a:ext>
            </a:extLst>
          </p:cNvPr>
          <p:cNvGrpSpPr/>
          <p:nvPr/>
        </p:nvGrpSpPr>
        <p:grpSpPr>
          <a:xfrm>
            <a:off x="1238758" y="4281058"/>
            <a:ext cx="4576673" cy="935974"/>
            <a:chOff x="2217341" y="4266030"/>
            <a:chExt cx="4576673" cy="935974"/>
          </a:xfrm>
        </p:grpSpPr>
        <p:sp>
          <p:nvSpPr>
            <p:cNvPr id="33" name="文本框 32">
              <a:extLst>
                <a:ext uri="{FF2B5EF4-FFF2-40B4-BE49-F238E27FC236}">
                  <a16:creationId xmlns:a16="http://schemas.microsoft.com/office/drawing/2014/main" id="{A989B2AE-5C70-7BA7-E903-47D65D84FBE2}"/>
                </a:ext>
              </a:extLst>
            </p:cNvPr>
            <p:cNvSpPr txBox="1"/>
            <p:nvPr/>
          </p:nvSpPr>
          <p:spPr>
            <a:xfrm>
              <a:off x="2217341" y="4296808"/>
              <a:ext cx="867545" cy="461665"/>
            </a:xfrm>
            <a:prstGeom prst="rect">
              <a:avLst/>
            </a:prstGeom>
            <a:noFill/>
          </p:spPr>
          <p:txBody>
            <a:bodyPr wrap="square" rtlCol="0">
              <a:spAutoFit/>
            </a:bodyPr>
            <a:lstStyle/>
            <a:p>
              <a:r>
                <a:rPr lang="en-US" altLang="zh-CN" sz="2400" b="1" dirty="0">
                  <a:solidFill>
                    <a:srgbClr val="79C9E2"/>
                  </a:solidFill>
                  <a:effectLst>
                    <a:outerShdw blurRad="76200" dist="50800" dir="5400000" algn="ctr" rotWithShape="0">
                      <a:schemeClr val="accent3">
                        <a:alpha val="20000"/>
                      </a:schemeClr>
                    </a:outerShdw>
                  </a:effectLst>
                  <a:latin typeface="Arial" panose="020B0604020202020204" pitchFamily="34" charset="0"/>
                  <a:ea typeface="思源黑体 CN Normal" panose="020B0400000000000000" pitchFamily="34" charset="-122"/>
                  <a:sym typeface="Arial" panose="020B0604020202020204" pitchFamily="34" charset="0"/>
                </a:rPr>
                <a:t>03 /</a:t>
              </a:r>
              <a:endParaRPr lang="zh-CN" altLang="en-US" sz="2400" b="1" dirty="0">
                <a:solidFill>
                  <a:srgbClr val="79C9E2"/>
                </a:solidFill>
                <a:effectLst>
                  <a:outerShdw blurRad="76200" dist="50800" dir="5400000" algn="ctr" rotWithShape="0">
                    <a:schemeClr val="accent3">
                      <a:alpha val="20000"/>
                    </a:schemeClr>
                  </a:outerShdw>
                </a:effectLst>
                <a:latin typeface="Arial" panose="020B0604020202020204" pitchFamily="34" charset="0"/>
                <a:ea typeface="思源黑体 CN Normal" panose="020B0400000000000000" pitchFamily="34" charset="-122"/>
                <a:sym typeface="Arial" panose="020B0604020202020204" pitchFamily="34" charset="0"/>
              </a:endParaRPr>
            </a:p>
          </p:txBody>
        </p:sp>
        <p:sp>
          <p:nvSpPr>
            <p:cNvPr id="34" name="文本框 33">
              <a:extLst>
                <a:ext uri="{FF2B5EF4-FFF2-40B4-BE49-F238E27FC236}">
                  <a16:creationId xmlns:a16="http://schemas.microsoft.com/office/drawing/2014/main" id="{DE3642FE-BAEE-E756-C7B1-8ED69D6EA39B}"/>
                </a:ext>
              </a:extLst>
            </p:cNvPr>
            <p:cNvSpPr txBox="1"/>
            <p:nvPr/>
          </p:nvSpPr>
          <p:spPr>
            <a:xfrm>
              <a:off x="2865841" y="4266030"/>
              <a:ext cx="3928173" cy="523220"/>
            </a:xfrm>
            <a:prstGeom prst="rect">
              <a:avLst/>
            </a:prstGeom>
            <a:noFill/>
            <a:ln>
              <a:noFill/>
            </a:ln>
          </p:spPr>
          <p:txBody>
            <a:bodyPr wrap="square" lIns="91440" tIns="45720" rIns="91440" bIns="45720" anchor="ctr" anchorCtr="0">
              <a:spAutoFit/>
            </a:bodyPr>
            <a:lstStyle/>
            <a:p>
              <a:pPr>
                <a:buSzPct val="25000"/>
              </a:pPr>
              <a:r>
                <a:rPr lang="zh-CN" altLang="en-US" sz="2800" b="1" dirty="0">
                  <a:latin typeface="思源黑体 CN Heavy" panose="020B0A00000000000000" pitchFamily="34" charset="-122"/>
                  <a:ea typeface="思源黑体 CN Heavy" panose="020B0A00000000000000" pitchFamily="34" charset="-122"/>
                  <a:sym typeface="Arial" panose="020B0604020202020204" pitchFamily="34" charset="0"/>
                </a:rPr>
                <a:t>问题及解决方案</a:t>
              </a:r>
            </a:p>
          </p:txBody>
        </p:sp>
        <p:sp>
          <p:nvSpPr>
            <p:cNvPr id="35" name="文本框 34">
              <a:extLst>
                <a:ext uri="{FF2B5EF4-FFF2-40B4-BE49-F238E27FC236}">
                  <a16:creationId xmlns:a16="http://schemas.microsoft.com/office/drawing/2014/main" id="{E43B90FE-3682-0080-9817-61836E10C603}"/>
                </a:ext>
              </a:extLst>
            </p:cNvPr>
            <p:cNvSpPr txBox="1"/>
            <p:nvPr/>
          </p:nvSpPr>
          <p:spPr>
            <a:xfrm>
              <a:off x="2865841" y="4750406"/>
              <a:ext cx="3821686" cy="451598"/>
            </a:xfrm>
            <a:prstGeom prst="rect">
              <a:avLst/>
            </a:prstGeom>
            <a:noFill/>
            <a:ln>
              <a:noFill/>
            </a:ln>
          </p:spPr>
          <p:txBody>
            <a:bodyPr wrap="square" lIns="91440" tIns="45720" rIns="91440" bIns="45720" anchor="t" anchorCtr="0">
              <a:spAutoFit/>
            </a:bodyPr>
            <a:lstStyle/>
            <a:p>
              <a:pPr defTabSz="913765">
                <a:lnSpc>
                  <a:spcPct val="120000"/>
                </a:lnSpc>
                <a:buSzPct val="25000"/>
                <a:defRPr/>
              </a:pPr>
              <a:r>
                <a:rPr kumimoji="0" lang="en-US" sz="1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Normal" panose="020B0400000000000000" pitchFamily="34" charset="-122"/>
                  <a:sym typeface="Arial" panose="020B0604020202020204" pitchFamily="34" charset="0"/>
                </a:rPr>
                <a:t>Theme  color makes PPT more convenient to change.</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Normal" panose="020B0400000000000000" pitchFamily="34" charset="-122"/>
                  <a:sym typeface="Arial" panose="020B0604020202020204" pitchFamily="34" charset="0"/>
                </a:rPr>
                <a:t> Theme  color makes PPT more convenient to change.</a:t>
              </a:r>
            </a:p>
          </p:txBody>
        </p:sp>
      </p:grpSp>
      <p:grpSp>
        <p:nvGrpSpPr>
          <p:cNvPr id="36" name="组合 35">
            <a:extLst>
              <a:ext uri="{FF2B5EF4-FFF2-40B4-BE49-F238E27FC236}">
                <a16:creationId xmlns:a16="http://schemas.microsoft.com/office/drawing/2014/main" id="{F45DDC56-5649-8CD6-2021-3ECE97C4BA8E}"/>
              </a:ext>
            </a:extLst>
          </p:cNvPr>
          <p:cNvGrpSpPr/>
          <p:nvPr/>
        </p:nvGrpSpPr>
        <p:grpSpPr>
          <a:xfrm>
            <a:off x="6582353" y="4281058"/>
            <a:ext cx="4576673" cy="935974"/>
            <a:chOff x="7094142" y="4266030"/>
            <a:chExt cx="4576673" cy="935974"/>
          </a:xfrm>
        </p:grpSpPr>
        <p:sp>
          <p:nvSpPr>
            <p:cNvPr id="37" name="文本框 36">
              <a:extLst>
                <a:ext uri="{FF2B5EF4-FFF2-40B4-BE49-F238E27FC236}">
                  <a16:creationId xmlns:a16="http://schemas.microsoft.com/office/drawing/2014/main" id="{DFA33156-576F-B4AC-49D8-FC7D7A675F3B}"/>
                </a:ext>
              </a:extLst>
            </p:cNvPr>
            <p:cNvSpPr txBox="1"/>
            <p:nvPr/>
          </p:nvSpPr>
          <p:spPr>
            <a:xfrm>
              <a:off x="7094142" y="4296808"/>
              <a:ext cx="867545" cy="461665"/>
            </a:xfrm>
            <a:prstGeom prst="rect">
              <a:avLst/>
            </a:prstGeom>
            <a:noFill/>
          </p:spPr>
          <p:txBody>
            <a:bodyPr wrap="square" rtlCol="0">
              <a:spAutoFit/>
            </a:bodyPr>
            <a:lstStyle/>
            <a:p>
              <a:r>
                <a:rPr lang="en-US" altLang="zh-CN" sz="2400" b="1" dirty="0">
                  <a:solidFill>
                    <a:srgbClr val="0485A8"/>
                  </a:solidFill>
                  <a:effectLst>
                    <a:outerShdw blurRad="76200" dist="50800" dir="5400000" algn="ctr" rotWithShape="0">
                      <a:schemeClr val="accent4">
                        <a:alpha val="20000"/>
                      </a:schemeClr>
                    </a:outerShdw>
                  </a:effectLst>
                  <a:latin typeface="Arial" panose="020B0604020202020204" pitchFamily="34" charset="0"/>
                  <a:ea typeface="思源黑体 CN Normal" panose="020B0400000000000000" pitchFamily="34" charset="-122"/>
                  <a:sym typeface="Arial" panose="020B0604020202020204" pitchFamily="34" charset="0"/>
                </a:rPr>
                <a:t>04 /</a:t>
              </a:r>
              <a:endParaRPr lang="zh-CN" altLang="en-US" sz="2400" b="1" dirty="0">
                <a:solidFill>
                  <a:srgbClr val="0485A8"/>
                </a:solidFill>
                <a:effectLst>
                  <a:outerShdw blurRad="76200" dist="50800" dir="5400000" algn="ctr" rotWithShape="0">
                    <a:schemeClr val="accent4">
                      <a:alpha val="20000"/>
                    </a:schemeClr>
                  </a:outerShdw>
                </a:effectLst>
                <a:latin typeface="Arial" panose="020B0604020202020204" pitchFamily="34" charset="0"/>
                <a:ea typeface="思源黑体 CN Normal" panose="020B0400000000000000" pitchFamily="34" charset="-122"/>
                <a:sym typeface="Arial" panose="020B0604020202020204" pitchFamily="34" charset="0"/>
              </a:endParaRPr>
            </a:p>
          </p:txBody>
        </p:sp>
        <p:sp>
          <p:nvSpPr>
            <p:cNvPr id="38" name="文本框 37">
              <a:extLst>
                <a:ext uri="{FF2B5EF4-FFF2-40B4-BE49-F238E27FC236}">
                  <a16:creationId xmlns:a16="http://schemas.microsoft.com/office/drawing/2014/main" id="{7761EBA5-5E2C-ABD9-2D30-96D1203FF2D3}"/>
                </a:ext>
              </a:extLst>
            </p:cNvPr>
            <p:cNvSpPr txBox="1"/>
            <p:nvPr/>
          </p:nvSpPr>
          <p:spPr>
            <a:xfrm>
              <a:off x="7742642" y="4266030"/>
              <a:ext cx="3928173" cy="523220"/>
            </a:xfrm>
            <a:prstGeom prst="rect">
              <a:avLst/>
            </a:prstGeom>
            <a:noFill/>
            <a:ln>
              <a:noFill/>
            </a:ln>
          </p:spPr>
          <p:txBody>
            <a:bodyPr wrap="square" lIns="91440" tIns="45720" rIns="91440" bIns="45720" anchor="ctr" anchorCtr="0">
              <a:spAutoFit/>
            </a:bodyPr>
            <a:lstStyle/>
            <a:p>
              <a:pPr>
                <a:buSzPct val="25000"/>
              </a:pPr>
              <a:r>
                <a:rPr lang="zh-CN" altLang="en-US" sz="2800" b="1" dirty="0">
                  <a:latin typeface="思源黑体 CN Heavy" panose="020B0A00000000000000" pitchFamily="34" charset="-122"/>
                  <a:ea typeface="思源黑体 CN Heavy" panose="020B0A00000000000000" pitchFamily="34" charset="-122"/>
                  <a:sym typeface="Arial" panose="020B0604020202020204" pitchFamily="34" charset="0"/>
                </a:rPr>
                <a:t>下半年工作计划</a:t>
              </a:r>
            </a:p>
          </p:txBody>
        </p:sp>
        <p:sp>
          <p:nvSpPr>
            <p:cNvPr id="39" name="文本框 38">
              <a:extLst>
                <a:ext uri="{FF2B5EF4-FFF2-40B4-BE49-F238E27FC236}">
                  <a16:creationId xmlns:a16="http://schemas.microsoft.com/office/drawing/2014/main" id="{3F2C6F71-F6DF-ED5A-8D34-F6FD9583D271}"/>
                </a:ext>
              </a:extLst>
            </p:cNvPr>
            <p:cNvSpPr txBox="1"/>
            <p:nvPr/>
          </p:nvSpPr>
          <p:spPr>
            <a:xfrm>
              <a:off x="7742642" y="4750406"/>
              <a:ext cx="3821686" cy="451598"/>
            </a:xfrm>
            <a:prstGeom prst="rect">
              <a:avLst/>
            </a:prstGeom>
            <a:noFill/>
            <a:ln>
              <a:noFill/>
            </a:ln>
          </p:spPr>
          <p:txBody>
            <a:bodyPr wrap="square" lIns="91440" tIns="45720" rIns="91440" bIns="45720" anchor="t" anchorCtr="0">
              <a:spAutoFit/>
            </a:bodyPr>
            <a:lstStyle/>
            <a:p>
              <a:pPr defTabSz="913765">
                <a:lnSpc>
                  <a:spcPct val="120000"/>
                </a:lnSpc>
                <a:buSzPct val="25000"/>
                <a:defRPr/>
              </a:pPr>
              <a:r>
                <a:rPr kumimoji="0" lang="en-US" sz="1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Normal" panose="020B0400000000000000" pitchFamily="34" charset="-122"/>
                  <a:sym typeface="Arial" panose="020B0604020202020204" pitchFamily="34" charset="0"/>
                </a:rPr>
                <a:t>Theme  color makes PPT more convenient to change.</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思源黑体 CN Normal" panose="020B0400000000000000" pitchFamily="34" charset="-122"/>
                  <a:sym typeface="Arial" panose="020B0604020202020204" pitchFamily="34" charset="0"/>
                </a:rPr>
                <a:t> Theme  color makes PPT more convenient to change.</a:t>
              </a:r>
            </a:p>
          </p:txBody>
        </p:sp>
      </p:grpSp>
      <p:sp>
        <p:nvSpPr>
          <p:cNvPr id="4" name="TextBox 3">
            <a:extLst>
              <a:ext uri="{FF2B5EF4-FFF2-40B4-BE49-F238E27FC236}">
                <a16:creationId xmlns:a16="http://schemas.microsoft.com/office/drawing/2014/main" id="{5BF3B0D8-F1A9-054A-513A-1F210C5C5B64}"/>
              </a:ext>
            </a:extLst>
          </p:cNvPr>
          <p:cNvSpPr txBox="1"/>
          <p:nvPr/>
        </p:nvSpPr>
        <p:spPr>
          <a:xfrm>
            <a:off x="0" y="-24030"/>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76896437"/>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1000" fill="hold"/>
                                        <p:tgtEl>
                                          <p:spTgt spid="3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6DC27E2-8940-BA04-F525-79E11E931224}"/>
              </a:ext>
            </a:extLst>
          </p:cNvPr>
          <p:cNvGrpSpPr/>
          <p:nvPr/>
        </p:nvGrpSpPr>
        <p:grpSpPr>
          <a:xfrm>
            <a:off x="0" y="0"/>
            <a:ext cx="12192000" cy="6858000"/>
            <a:chOff x="0" y="0"/>
            <a:chExt cx="12192000" cy="6858000"/>
          </a:xfrm>
        </p:grpSpPr>
        <p:pic>
          <p:nvPicPr>
            <p:cNvPr id="3" name="图片 2">
              <a:extLst>
                <a:ext uri="{FF2B5EF4-FFF2-40B4-BE49-F238E27FC236}">
                  <a16:creationId xmlns:a16="http://schemas.microsoft.com/office/drawing/2014/main" id="{CFAF5EFA-D487-B338-2979-302C0BD105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图片 4">
              <a:extLst>
                <a:ext uri="{FF2B5EF4-FFF2-40B4-BE49-F238E27FC236}">
                  <a16:creationId xmlns:a16="http://schemas.microsoft.com/office/drawing/2014/main" id="{BD0F10D5-C519-7698-3CF3-65930EBC761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9001" y="0"/>
              <a:ext cx="11302999" cy="6858000"/>
            </a:xfrm>
            <a:prstGeom prst="rect">
              <a:avLst/>
            </a:prstGeom>
          </p:spPr>
        </p:pic>
      </p:grpSp>
      <p:grpSp>
        <p:nvGrpSpPr>
          <p:cNvPr id="7" name="组合 6">
            <a:extLst>
              <a:ext uri="{FF2B5EF4-FFF2-40B4-BE49-F238E27FC236}">
                <a16:creationId xmlns:a16="http://schemas.microsoft.com/office/drawing/2014/main" id="{A54EBD13-1B94-4781-10EF-43F5F498C357}"/>
              </a:ext>
            </a:extLst>
          </p:cNvPr>
          <p:cNvGrpSpPr/>
          <p:nvPr/>
        </p:nvGrpSpPr>
        <p:grpSpPr>
          <a:xfrm>
            <a:off x="522960" y="447886"/>
            <a:ext cx="1992885" cy="691788"/>
            <a:chOff x="5140960" y="527412"/>
            <a:chExt cx="1992885" cy="691788"/>
          </a:xfrm>
        </p:grpSpPr>
        <p:sp>
          <p:nvSpPr>
            <p:cNvPr id="8" name="空心弧 7">
              <a:extLst>
                <a:ext uri="{FF2B5EF4-FFF2-40B4-BE49-F238E27FC236}">
                  <a16:creationId xmlns:a16="http://schemas.microsoft.com/office/drawing/2014/main" id="{9463860F-628B-969C-8E23-5711508C8914}"/>
                </a:ext>
              </a:extLst>
            </p:cNvPr>
            <p:cNvSpPr/>
            <p:nvPr/>
          </p:nvSpPr>
          <p:spPr>
            <a:xfrm>
              <a:off x="5140960" y="670560"/>
              <a:ext cx="548640" cy="548640"/>
            </a:xfrm>
            <a:prstGeom prst="blockArc">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9" name="空心弧 8">
              <a:extLst>
                <a:ext uri="{FF2B5EF4-FFF2-40B4-BE49-F238E27FC236}">
                  <a16:creationId xmlns:a16="http://schemas.microsoft.com/office/drawing/2014/main" id="{DCC0FB9C-AB4B-AA0C-A904-311FEA23CF2C}"/>
                </a:ext>
              </a:extLst>
            </p:cNvPr>
            <p:cNvSpPr/>
            <p:nvPr/>
          </p:nvSpPr>
          <p:spPr>
            <a:xfrm rot="10800000">
              <a:off x="5344160" y="581221"/>
              <a:ext cx="548640" cy="548640"/>
            </a:xfrm>
            <a:prstGeom prst="blockArc">
              <a:avLst/>
            </a:prstGeom>
            <a:solidFill>
              <a:srgbClr val="048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文本框 9">
              <a:extLst>
                <a:ext uri="{FF2B5EF4-FFF2-40B4-BE49-F238E27FC236}">
                  <a16:creationId xmlns:a16="http://schemas.microsoft.com/office/drawing/2014/main" id="{552CD1F5-62FB-6BDF-4987-884B5C3F7BE1}"/>
                </a:ext>
              </a:extLst>
            </p:cNvPr>
            <p:cNvSpPr txBox="1"/>
            <p:nvPr/>
          </p:nvSpPr>
          <p:spPr>
            <a:xfrm>
              <a:off x="5892800" y="527412"/>
              <a:ext cx="1241045" cy="523220"/>
            </a:xfrm>
            <a:prstGeom prst="rect">
              <a:avLst/>
            </a:prstGeom>
            <a:noFill/>
          </p:spPr>
          <p:txBody>
            <a:bodyPr wrap="none" rtlCol="0">
              <a:spAutoFit/>
            </a:bodyPr>
            <a:lstStyle/>
            <a:p>
              <a:r>
                <a:rPr kumimoji="1" lang="en-US" altLang="zh-CN" sz="2800" b="1" dirty="0">
                  <a:solidFill>
                    <a:srgbClr val="2C3139"/>
                  </a:solidFill>
                  <a:ea typeface="+mj-ea"/>
                </a:rPr>
                <a:t>LOGO</a:t>
              </a:r>
              <a:endParaRPr kumimoji="1" lang="zh-CN" altLang="en-US" sz="2800" b="1" dirty="0">
                <a:solidFill>
                  <a:srgbClr val="2C3139"/>
                </a:solidFill>
                <a:ea typeface="+mj-ea"/>
              </a:endParaRPr>
            </a:p>
          </p:txBody>
        </p:sp>
        <p:sp>
          <p:nvSpPr>
            <p:cNvPr id="11" name="文本框 10">
              <a:extLst>
                <a:ext uri="{FF2B5EF4-FFF2-40B4-BE49-F238E27FC236}">
                  <a16:creationId xmlns:a16="http://schemas.microsoft.com/office/drawing/2014/main" id="{9B111029-0403-2AE2-0F64-0664E98AEBE9}"/>
                </a:ext>
              </a:extLst>
            </p:cNvPr>
            <p:cNvSpPr txBox="1"/>
            <p:nvPr/>
          </p:nvSpPr>
          <p:spPr>
            <a:xfrm>
              <a:off x="5912838" y="951887"/>
              <a:ext cx="1200969" cy="215444"/>
            </a:xfrm>
            <a:prstGeom prst="rect">
              <a:avLst/>
            </a:prstGeom>
            <a:noFill/>
          </p:spPr>
          <p:txBody>
            <a:bodyPr wrap="square" rtlCol="0">
              <a:spAutoFit/>
            </a:bodyPr>
            <a:lstStyle/>
            <a:p>
              <a:pPr algn="dist"/>
              <a:r>
                <a:rPr kumimoji="1" lang="en-US" altLang="zh-CN" sz="800" dirty="0">
                  <a:solidFill>
                    <a:srgbClr val="2C3139"/>
                  </a:solidFill>
                  <a:ea typeface="+mj-ea"/>
                </a:rPr>
                <a:t>COMPANY</a:t>
              </a:r>
              <a:r>
                <a:rPr kumimoji="1" lang="zh-CN" altLang="en-US" sz="800" dirty="0">
                  <a:solidFill>
                    <a:srgbClr val="2C3139"/>
                  </a:solidFill>
                  <a:ea typeface="+mj-ea"/>
                </a:rPr>
                <a:t> </a:t>
              </a:r>
              <a:r>
                <a:rPr kumimoji="1" lang="en-US" altLang="zh-CN" sz="800" dirty="0">
                  <a:solidFill>
                    <a:srgbClr val="2C3139"/>
                  </a:solidFill>
                  <a:ea typeface="+mj-ea"/>
                </a:rPr>
                <a:t>SLOGAN</a:t>
              </a:r>
              <a:endParaRPr kumimoji="1" lang="zh-CN" altLang="en-US" sz="800" dirty="0">
                <a:solidFill>
                  <a:srgbClr val="2C3139"/>
                </a:solidFill>
                <a:ea typeface="+mj-ea"/>
              </a:endParaRPr>
            </a:p>
          </p:txBody>
        </p:sp>
      </p:grpSp>
      <p:sp>
        <p:nvSpPr>
          <p:cNvPr id="2" name="文本框 1">
            <a:extLst>
              <a:ext uri="{FF2B5EF4-FFF2-40B4-BE49-F238E27FC236}">
                <a16:creationId xmlns:a16="http://schemas.microsoft.com/office/drawing/2014/main" id="{D12E2B83-4F13-EFE8-6DCB-57BABA14F397}"/>
              </a:ext>
            </a:extLst>
          </p:cNvPr>
          <p:cNvSpPr txBox="1"/>
          <p:nvPr/>
        </p:nvSpPr>
        <p:spPr>
          <a:xfrm>
            <a:off x="1546691" y="2783756"/>
            <a:ext cx="5367221" cy="923330"/>
          </a:xfrm>
          <a:prstGeom prst="rect">
            <a:avLst/>
          </a:prstGeom>
          <a:noFill/>
        </p:spPr>
        <p:txBody>
          <a:bodyPr wrap="square" rtlCol="0">
            <a:spAutoFit/>
          </a:bodyPr>
          <a:lstStyle/>
          <a:p>
            <a:pPr>
              <a:buSzPct val="25000"/>
            </a:pPr>
            <a:r>
              <a:rPr lang="zh-CN" altLang="en-US" sz="5400" b="1"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
        <p:nvSpPr>
          <p:cNvPr id="4" name="矩形: 圆角 3">
            <a:extLst>
              <a:ext uri="{FF2B5EF4-FFF2-40B4-BE49-F238E27FC236}">
                <a16:creationId xmlns:a16="http://schemas.microsoft.com/office/drawing/2014/main" id="{49FF9C21-50B4-FDF1-AF17-8D3901447388}"/>
              </a:ext>
            </a:extLst>
          </p:cNvPr>
          <p:cNvSpPr/>
          <p:nvPr/>
        </p:nvSpPr>
        <p:spPr>
          <a:xfrm>
            <a:off x="1650647" y="4640381"/>
            <a:ext cx="1649463" cy="396000"/>
          </a:xfrm>
          <a:prstGeom prst="roundRect">
            <a:avLst>
              <a:gd name="adj" fmla="val 50000"/>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00" dirty="0"/>
              <a:t>MORE  &gt;&gt;&gt;</a:t>
            </a:r>
            <a:endParaRPr lang="zh-CN" altLang="en-US" sz="1300" dirty="0"/>
          </a:p>
        </p:txBody>
      </p:sp>
      <p:sp>
        <p:nvSpPr>
          <p:cNvPr id="13" name="文本框 12">
            <a:extLst>
              <a:ext uri="{FF2B5EF4-FFF2-40B4-BE49-F238E27FC236}">
                <a16:creationId xmlns:a16="http://schemas.microsoft.com/office/drawing/2014/main" id="{3CD3EE6E-3B39-25E6-F267-1E453E0FC768}"/>
              </a:ext>
            </a:extLst>
          </p:cNvPr>
          <p:cNvSpPr txBox="1"/>
          <p:nvPr/>
        </p:nvSpPr>
        <p:spPr>
          <a:xfrm>
            <a:off x="1562276" y="2083682"/>
            <a:ext cx="3453070" cy="769441"/>
          </a:xfrm>
          <a:prstGeom prst="rect">
            <a:avLst/>
          </a:prstGeom>
          <a:noFill/>
        </p:spPr>
        <p:txBody>
          <a:bodyPr wrap="square" rtlCol="0">
            <a:spAutoFit/>
          </a:bodyPr>
          <a:lstStyle/>
          <a:p>
            <a:r>
              <a:rPr kumimoji="1" lang="en-US" altLang="zh-CN" sz="4400" b="1" dirty="0">
                <a:solidFill>
                  <a:srgbClr val="0485A8"/>
                </a:solidFill>
                <a:ea typeface="+mj-ea"/>
              </a:rPr>
              <a:t>PART  01</a:t>
            </a:r>
            <a:endParaRPr kumimoji="1" lang="zh-CN" altLang="en-US" sz="4400" b="1" dirty="0">
              <a:solidFill>
                <a:srgbClr val="0485A8"/>
              </a:solidFill>
              <a:ea typeface="+mj-ea"/>
            </a:endParaRPr>
          </a:p>
        </p:txBody>
      </p:sp>
      <p:sp>
        <p:nvSpPr>
          <p:cNvPr id="14" name="文本框 13">
            <a:extLst>
              <a:ext uri="{FF2B5EF4-FFF2-40B4-BE49-F238E27FC236}">
                <a16:creationId xmlns:a16="http://schemas.microsoft.com/office/drawing/2014/main" id="{B6E4E590-CB0D-92F5-6632-3B47BB607345}"/>
              </a:ext>
            </a:extLst>
          </p:cNvPr>
          <p:cNvSpPr txBox="1"/>
          <p:nvPr/>
        </p:nvSpPr>
        <p:spPr>
          <a:xfrm>
            <a:off x="1562277" y="3660347"/>
            <a:ext cx="5351633" cy="568810"/>
          </a:xfrm>
          <a:prstGeom prst="rect">
            <a:avLst/>
          </a:prstGeom>
          <a:noFill/>
        </p:spPr>
        <p:txBody>
          <a:bodyPr wrap="square" rtlCol="0">
            <a:spAutoFit/>
          </a:bodyPr>
          <a:lstStyle/>
          <a:p>
            <a:pPr>
              <a:lnSpc>
                <a:spcPct val="150000"/>
              </a:lnSpc>
            </a:pPr>
            <a:r>
              <a:rPr kumimoji="1" lang="en" altLang="zh-CN" sz="1100" spc="100" dirty="0">
                <a:solidFill>
                  <a:schemeClr val="tx1">
                    <a:lumMod val="50000"/>
                    <a:lumOff val="50000"/>
                  </a:schemeClr>
                </a:solidFill>
              </a:rPr>
              <a:t>your content is entered here, or by copying your text, select paste in this box and choose to retain only text. </a:t>
            </a:r>
          </a:p>
        </p:txBody>
      </p:sp>
    </p:spTree>
    <p:extLst>
      <p:ext uri="{BB962C8B-B14F-4D97-AF65-F5344CB8AC3E}">
        <p14:creationId xmlns:p14="http://schemas.microsoft.com/office/powerpoint/2010/main" val="3649011532"/>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checkerboard(across)">
                                      <p:cBhvr>
                                        <p:cTn id="15" dur="500"/>
                                        <p:tgtEl>
                                          <p:spTgt spid="13"/>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checkerboard(across)">
                                      <p:cBhvr>
                                        <p:cTn id="19" dur="500"/>
                                        <p:tgtEl>
                                          <p:spTgt spid="14"/>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CEE9E88F-2963-754A-6F0A-7144FED74AE9}"/>
              </a:ext>
            </a:extLst>
          </p:cNvPr>
          <p:cNvCxnSpPr/>
          <p:nvPr/>
        </p:nvCxnSpPr>
        <p:spPr>
          <a:xfrm>
            <a:off x="2708018" y="3081604"/>
            <a:ext cx="0" cy="479333"/>
          </a:xfrm>
          <a:prstGeom prst="line">
            <a:avLst/>
          </a:prstGeom>
          <a:ln>
            <a:solidFill>
              <a:srgbClr val="224477"/>
            </a:solidFill>
            <a:prstDash val="solid"/>
          </a:ln>
        </p:spPr>
        <p:style>
          <a:lnRef idx="1">
            <a:schemeClr val="accent1"/>
          </a:lnRef>
          <a:fillRef idx="0">
            <a:schemeClr val="accent1"/>
          </a:fillRef>
          <a:effectRef idx="0">
            <a:schemeClr val="accent1"/>
          </a:effectRef>
          <a:fontRef idx="minor">
            <a:schemeClr val="tx1"/>
          </a:fontRef>
        </p:style>
      </p:cxnSp>
      <p:cxnSp>
        <p:nvCxnSpPr>
          <p:cNvPr id="5" name="直接连接符 5">
            <a:extLst>
              <a:ext uri="{FF2B5EF4-FFF2-40B4-BE49-F238E27FC236}">
                <a16:creationId xmlns:a16="http://schemas.microsoft.com/office/drawing/2014/main" id="{95EABB4B-4DE1-38E6-05E8-E4FCD545DF2C}"/>
              </a:ext>
            </a:extLst>
          </p:cNvPr>
          <p:cNvCxnSpPr/>
          <p:nvPr/>
        </p:nvCxnSpPr>
        <p:spPr>
          <a:xfrm>
            <a:off x="6131997" y="3068076"/>
            <a:ext cx="0" cy="479333"/>
          </a:xfrm>
          <a:prstGeom prst="line">
            <a:avLst/>
          </a:prstGeom>
          <a:ln>
            <a:solidFill>
              <a:srgbClr val="224477"/>
            </a:solidFill>
            <a:prstDash val="solid"/>
          </a:ln>
        </p:spPr>
        <p:style>
          <a:lnRef idx="1">
            <a:schemeClr val="accent1"/>
          </a:lnRef>
          <a:fillRef idx="0">
            <a:schemeClr val="accent1"/>
          </a:fillRef>
          <a:effectRef idx="0">
            <a:schemeClr val="accent1"/>
          </a:effectRef>
          <a:fontRef idx="minor">
            <a:schemeClr val="tx1"/>
          </a:fontRef>
        </p:style>
      </p:cxnSp>
      <p:cxnSp>
        <p:nvCxnSpPr>
          <p:cNvPr id="6" name="直接连接符 7">
            <a:extLst>
              <a:ext uri="{FF2B5EF4-FFF2-40B4-BE49-F238E27FC236}">
                <a16:creationId xmlns:a16="http://schemas.microsoft.com/office/drawing/2014/main" id="{C9F4DB9C-196C-E54A-B8A1-3C85449DA42E}"/>
              </a:ext>
            </a:extLst>
          </p:cNvPr>
          <p:cNvCxnSpPr/>
          <p:nvPr/>
        </p:nvCxnSpPr>
        <p:spPr>
          <a:xfrm>
            <a:off x="9554077" y="3081604"/>
            <a:ext cx="0" cy="479333"/>
          </a:xfrm>
          <a:prstGeom prst="line">
            <a:avLst/>
          </a:prstGeom>
          <a:ln>
            <a:solidFill>
              <a:srgbClr val="224477"/>
            </a:solidFill>
            <a:prstDash val="solid"/>
          </a:ln>
        </p:spPr>
        <p:style>
          <a:lnRef idx="1">
            <a:schemeClr val="accent1"/>
          </a:lnRef>
          <a:fillRef idx="0">
            <a:schemeClr val="accent1"/>
          </a:fillRef>
          <a:effectRef idx="0">
            <a:schemeClr val="accent1"/>
          </a:effectRef>
          <a:fontRef idx="minor">
            <a:schemeClr val="tx1"/>
          </a:fontRef>
        </p:style>
      </p:cxnSp>
      <p:cxnSp>
        <p:nvCxnSpPr>
          <p:cNvPr id="7" name="直接连接符 9">
            <a:extLst>
              <a:ext uri="{FF2B5EF4-FFF2-40B4-BE49-F238E27FC236}">
                <a16:creationId xmlns:a16="http://schemas.microsoft.com/office/drawing/2014/main" id="{BA39407A-E9EF-88E8-0F95-59D2D4BEDB1B}"/>
              </a:ext>
            </a:extLst>
          </p:cNvPr>
          <p:cNvCxnSpPr/>
          <p:nvPr/>
        </p:nvCxnSpPr>
        <p:spPr>
          <a:xfrm>
            <a:off x="4415267" y="4214922"/>
            <a:ext cx="0" cy="479333"/>
          </a:xfrm>
          <a:prstGeom prst="line">
            <a:avLst/>
          </a:prstGeom>
          <a:ln>
            <a:solidFill>
              <a:srgbClr val="224477"/>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11">
            <a:extLst>
              <a:ext uri="{FF2B5EF4-FFF2-40B4-BE49-F238E27FC236}">
                <a16:creationId xmlns:a16="http://schemas.microsoft.com/office/drawing/2014/main" id="{E97679AC-19DE-EFCC-5E34-ABF39CD063C6}"/>
              </a:ext>
            </a:extLst>
          </p:cNvPr>
          <p:cNvCxnSpPr/>
          <p:nvPr/>
        </p:nvCxnSpPr>
        <p:spPr>
          <a:xfrm>
            <a:off x="7810831" y="4201394"/>
            <a:ext cx="0" cy="479333"/>
          </a:xfrm>
          <a:prstGeom prst="line">
            <a:avLst/>
          </a:prstGeom>
          <a:ln>
            <a:solidFill>
              <a:srgbClr val="224477"/>
            </a:solidFill>
            <a:prstDash val="solid"/>
          </a:ln>
        </p:spPr>
        <p:style>
          <a:lnRef idx="1">
            <a:schemeClr val="accent1"/>
          </a:lnRef>
          <a:fillRef idx="0">
            <a:schemeClr val="accent1"/>
          </a:fillRef>
          <a:effectRef idx="0">
            <a:schemeClr val="accent1"/>
          </a:effectRef>
          <a:fontRef idx="minor">
            <a:schemeClr val="tx1"/>
          </a:fontRef>
        </p:style>
      </p:cxnSp>
      <p:sp>
        <p:nvSpPr>
          <p:cNvPr id="9" name="17">
            <a:extLst>
              <a:ext uri="{FF2B5EF4-FFF2-40B4-BE49-F238E27FC236}">
                <a16:creationId xmlns:a16="http://schemas.microsoft.com/office/drawing/2014/main" id="{6CD1EB74-FBC6-87B4-6E4D-68CBA1405254}"/>
              </a:ext>
            </a:extLst>
          </p:cNvPr>
          <p:cNvSpPr/>
          <p:nvPr/>
        </p:nvSpPr>
        <p:spPr>
          <a:xfrm>
            <a:off x="2490200" y="3657010"/>
            <a:ext cx="440366" cy="440480"/>
          </a:xfrm>
          <a:custGeom>
            <a:avLst/>
            <a:gdLst/>
            <a:ahLst/>
            <a:cxnLst/>
            <a:rect l="0" t="0" r="0" b="0"/>
            <a:pathLst>
              <a:path w="120000" h="120000" extrusionOk="0">
                <a:moveTo>
                  <a:pt x="102419" y="17567"/>
                </a:moveTo>
                <a:cubicBezTo>
                  <a:pt x="125847" y="41002"/>
                  <a:pt x="125847" y="78985"/>
                  <a:pt x="102419" y="102419"/>
                </a:cubicBezTo>
                <a:cubicBezTo>
                  <a:pt x="78985" y="125853"/>
                  <a:pt x="41002" y="125853"/>
                  <a:pt x="17567" y="102419"/>
                </a:cubicBezTo>
                <a:cubicBezTo>
                  <a:pt x="-5860" y="78985"/>
                  <a:pt x="-5860" y="41002"/>
                  <a:pt x="17567" y="17567"/>
                </a:cubicBezTo>
                <a:cubicBezTo>
                  <a:pt x="41002" y="-5860"/>
                  <a:pt x="78985" y="-5860"/>
                  <a:pt x="102419" y="17567"/>
                </a:cubicBezTo>
              </a:path>
            </a:pathLst>
          </a:custGeom>
          <a:solidFill>
            <a:srgbClr val="0485A8"/>
          </a:solidFill>
          <a:ln w="25400" cap="flat" cmpd="sng">
            <a:noFill/>
            <a:prstDash val="solid"/>
            <a:miter/>
            <a:headEnd type="none" w="med" len="med"/>
            <a:tailEnd type="none" w="med" len="med"/>
          </a:ln>
        </p:spPr>
        <p:txBody>
          <a:bodyPr anchor="ctr"/>
          <a:lstStyle/>
          <a:p>
            <a:pPr algn="ctr"/>
            <a:endParaRPr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0" name="16">
            <a:extLst>
              <a:ext uri="{FF2B5EF4-FFF2-40B4-BE49-F238E27FC236}">
                <a16:creationId xmlns:a16="http://schemas.microsoft.com/office/drawing/2014/main" id="{A43891AC-8D12-8766-974F-07CB40BB99E4}"/>
              </a:ext>
            </a:extLst>
          </p:cNvPr>
          <p:cNvSpPr txBox="1"/>
          <p:nvPr/>
        </p:nvSpPr>
        <p:spPr>
          <a:xfrm>
            <a:off x="2473353" y="3749558"/>
            <a:ext cx="475578" cy="296541"/>
          </a:xfrm>
          <a:prstGeom prst="rect">
            <a:avLst/>
          </a:prstGeom>
          <a:noFill/>
        </p:spPr>
        <p:txBody>
          <a:bodyPr wrap="square">
            <a:normAutofit fontScale="92500" lnSpcReduction="10000"/>
          </a:bodyPr>
          <a:lstStyle/>
          <a:p>
            <a:pPr algn="ctr"/>
            <a:r>
              <a:rPr lang="de-DE" sz="1501"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01</a:t>
            </a:r>
          </a:p>
        </p:txBody>
      </p:sp>
      <p:sp>
        <p:nvSpPr>
          <p:cNvPr id="11" name="15">
            <a:extLst>
              <a:ext uri="{FF2B5EF4-FFF2-40B4-BE49-F238E27FC236}">
                <a16:creationId xmlns:a16="http://schemas.microsoft.com/office/drawing/2014/main" id="{46285A63-ADF5-EB8F-E943-2D50AAFC3607}"/>
              </a:ext>
            </a:extLst>
          </p:cNvPr>
          <p:cNvSpPr/>
          <p:nvPr/>
        </p:nvSpPr>
        <p:spPr>
          <a:xfrm>
            <a:off x="4191235" y="3657010"/>
            <a:ext cx="440366" cy="440480"/>
          </a:xfrm>
          <a:custGeom>
            <a:avLst/>
            <a:gdLst/>
            <a:ahLst/>
            <a:cxnLst/>
            <a:rect l="0" t="0" r="0" b="0"/>
            <a:pathLst>
              <a:path w="120000" h="120000" extrusionOk="0">
                <a:moveTo>
                  <a:pt x="102419" y="17567"/>
                </a:moveTo>
                <a:cubicBezTo>
                  <a:pt x="125847" y="41002"/>
                  <a:pt x="125847" y="78985"/>
                  <a:pt x="102419" y="102419"/>
                </a:cubicBezTo>
                <a:cubicBezTo>
                  <a:pt x="78985" y="125853"/>
                  <a:pt x="41002" y="125853"/>
                  <a:pt x="17567" y="102419"/>
                </a:cubicBezTo>
                <a:cubicBezTo>
                  <a:pt x="-5860" y="78985"/>
                  <a:pt x="-5860" y="41002"/>
                  <a:pt x="17567" y="17567"/>
                </a:cubicBezTo>
                <a:cubicBezTo>
                  <a:pt x="41002" y="-5860"/>
                  <a:pt x="78985" y="-5860"/>
                  <a:pt x="102419" y="17567"/>
                </a:cubicBezTo>
              </a:path>
            </a:pathLst>
          </a:custGeom>
          <a:solidFill>
            <a:srgbClr val="79C9E2"/>
          </a:solidFill>
          <a:ln w="25400" cap="flat" cmpd="sng">
            <a:noFill/>
            <a:prstDash val="solid"/>
            <a:miter/>
            <a:headEnd type="none" w="med" len="med"/>
            <a:tailEnd type="none" w="med" len="med"/>
          </a:ln>
        </p:spPr>
        <p:txBody>
          <a:bodyPr anchor="ctr"/>
          <a:lstStyle/>
          <a:p>
            <a:pPr algn="ctr"/>
            <a:endParaRPr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2" name="14">
            <a:extLst>
              <a:ext uri="{FF2B5EF4-FFF2-40B4-BE49-F238E27FC236}">
                <a16:creationId xmlns:a16="http://schemas.microsoft.com/office/drawing/2014/main" id="{269148B5-D529-5A84-E3CD-D0EBAF6696E4}"/>
              </a:ext>
            </a:extLst>
          </p:cNvPr>
          <p:cNvSpPr txBox="1"/>
          <p:nvPr/>
        </p:nvSpPr>
        <p:spPr>
          <a:xfrm>
            <a:off x="4173762" y="3749558"/>
            <a:ext cx="475578" cy="296541"/>
          </a:xfrm>
          <a:prstGeom prst="rect">
            <a:avLst/>
          </a:prstGeom>
          <a:noFill/>
        </p:spPr>
        <p:txBody>
          <a:bodyPr wrap="square">
            <a:normAutofit fontScale="92500" lnSpcReduction="10000"/>
          </a:bodyPr>
          <a:lstStyle/>
          <a:p>
            <a:pPr algn="ctr"/>
            <a:r>
              <a:rPr lang="de-DE" sz="1501"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02</a:t>
            </a:r>
          </a:p>
        </p:txBody>
      </p:sp>
      <p:sp>
        <p:nvSpPr>
          <p:cNvPr id="13" name="13">
            <a:extLst>
              <a:ext uri="{FF2B5EF4-FFF2-40B4-BE49-F238E27FC236}">
                <a16:creationId xmlns:a16="http://schemas.microsoft.com/office/drawing/2014/main" id="{89B826C8-B712-B069-5F07-4D10A2F50B3F}"/>
              </a:ext>
            </a:extLst>
          </p:cNvPr>
          <p:cNvSpPr/>
          <p:nvPr/>
        </p:nvSpPr>
        <p:spPr>
          <a:xfrm>
            <a:off x="5918561" y="3657010"/>
            <a:ext cx="439321" cy="440480"/>
          </a:xfrm>
          <a:custGeom>
            <a:avLst/>
            <a:gdLst/>
            <a:ahLst/>
            <a:cxnLst/>
            <a:rect l="0" t="0" r="0" b="0"/>
            <a:pathLst>
              <a:path w="120000" h="120000" extrusionOk="0">
                <a:moveTo>
                  <a:pt x="102419" y="17567"/>
                </a:moveTo>
                <a:cubicBezTo>
                  <a:pt x="125847" y="41002"/>
                  <a:pt x="125847" y="78985"/>
                  <a:pt x="102419" y="102419"/>
                </a:cubicBezTo>
                <a:cubicBezTo>
                  <a:pt x="78985" y="125853"/>
                  <a:pt x="41002" y="125853"/>
                  <a:pt x="17567" y="102419"/>
                </a:cubicBezTo>
                <a:cubicBezTo>
                  <a:pt x="-5860" y="78985"/>
                  <a:pt x="-5860" y="41002"/>
                  <a:pt x="17567" y="17567"/>
                </a:cubicBezTo>
                <a:cubicBezTo>
                  <a:pt x="41002" y="-5860"/>
                  <a:pt x="78985" y="-5860"/>
                  <a:pt x="102419" y="17567"/>
                </a:cubicBezTo>
              </a:path>
            </a:pathLst>
          </a:custGeom>
          <a:solidFill>
            <a:srgbClr val="0485A8"/>
          </a:solidFill>
          <a:ln w="25400" cap="flat" cmpd="sng">
            <a:noFill/>
            <a:prstDash val="solid"/>
            <a:miter/>
            <a:headEnd type="none" w="med" len="med"/>
            <a:tailEnd type="none" w="med" len="med"/>
          </a:ln>
        </p:spPr>
        <p:txBody>
          <a:bodyPr anchor="ctr"/>
          <a:lstStyle/>
          <a:p>
            <a:pPr algn="ctr"/>
            <a:endParaRPr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4" name="12">
            <a:extLst>
              <a:ext uri="{FF2B5EF4-FFF2-40B4-BE49-F238E27FC236}">
                <a16:creationId xmlns:a16="http://schemas.microsoft.com/office/drawing/2014/main" id="{9963D764-B561-C878-F385-C4542B89B8DE}"/>
              </a:ext>
            </a:extLst>
          </p:cNvPr>
          <p:cNvSpPr txBox="1"/>
          <p:nvPr/>
        </p:nvSpPr>
        <p:spPr>
          <a:xfrm>
            <a:off x="5906070" y="3749558"/>
            <a:ext cx="475578" cy="296541"/>
          </a:xfrm>
          <a:prstGeom prst="rect">
            <a:avLst/>
          </a:prstGeom>
          <a:noFill/>
        </p:spPr>
        <p:txBody>
          <a:bodyPr wrap="square">
            <a:normAutofit fontScale="92500" lnSpcReduction="10000"/>
          </a:bodyPr>
          <a:lstStyle/>
          <a:p>
            <a:pPr algn="ctr"/>
            <a:r>
              <a:rPr lang="de-DE" sz="1501">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03</a:t>
            </a:r>
          </a:p>
        </p:txBody>
      </p:sp>
      <p:sp>
        <p:nvSpPr>
          <p:cNvPr id="15" name="11">
            <a:extLst>
              <a:ext uri="{FF2B5EF4-FFF2-40B4-BE49-F238E27FC236}">
                <a16:creationId xmlns:a16="http://schemas.microsoft.com/office/drawing/2014/main" id="{A52A5734-80AC-8217-A88D-75C358CBA971}"/>
              </a:ext>
            </a:extLst>
          </p:cNvPr>
          <p:cNvSpPr/>
          <p:nvPr/>
        </p:nvSpPr>
        <p:spPr>
          <a:xfrm>
            <a:off x="7593810" y="3657010"/>
            <a:ext cx="440366" cy="440480"/>
          </a:xfrm>
          <a:custGeom>
            <a:avLst/>
            <a:gdLst/>
            <a:ahLst/>
            <a:cxnLst/>
            <a:rect l="0" t="0" r="0" b="0"/>
            <a:pathLst>
              <a:path w="120000" h="120000" extrusionOk="0">
                <a:moveTo>
                  <a:pt x="102419" y="17567"/>
                </a:moveTo>
                <a:cubicBezTo>
                  <a:pt x="125847" y="41002"/>
                  <a:pt x="125847" y="78985"/>
                  <a:pt x="102419" y="102419"/>
                </a:cubicBezTo>
                <a:cubicBezTo>
                  <a:pt x="78985" y="125853"/>
                  <a:pt x="41002" y="125853"/>
                  <a:pt x="17567" y="102419"/>
                </a:cubicBezTo>
                <a:cubicBezTo>
                  <a:pt x="-5860" y="78985"/>
                  <a:pt x="-5860" y="41002"/>
                  <a:pt x="17567" y="17567"/>
                </a:cubicBezTo>
                <a:cubicBezTo>
                  <a:pt x="41002" y="-5860"/>
                  <a:pt x="78985" y="-5860"/>
                  <a:pt x="102419" y="17567"/>
                </a:cubicBezTo>
              </a:path>
            </a:pathLst>
          </a:custGeom>
          <a:solidFill>
            <a:srgbClr val="79C9E2"/>
          </a:solidFill>
          <a:ln w="25400" cap="flat" cmpd="sng">
            <a:noFill/>
            <a:prstDash val="solid"/>
            <a:miter/>
            <a:headEnd type="none" w="med" len="med"/>
            <a:tailEnd type="none" w="med" len="med"/>
          </a:ln>
        </p:spPr>
        <p:txBody>
          <a:bodyPr anchor="ctr"/>
          <a:lstStyle/>
          <a:p>
            <a:pPr algn="ctr"/>
            <a:endParaRPr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6" name="0">
            <a:extLst>
              <a:ext uri="{FF2B5EF4-FFF2-40B4-BE49-F238E27FC236}">
                <a16:creationId xmlns:a16="http://schemas.microsoft.com/office/drawing/2014/main" id="{8268E0B7-15A8-84AF-1299-D2727F1B5765}"/>
              </a:ext>
            </a:extLst>
          </p:cNvPr>
          <p:cNvSpPr txBox="1"/>
          <p:nvPr/>
        </p:nvSpPr>
        <p:spPr>
          <a:xfrm>
            <a:off x="7587235" y="3749558"/>
            <a:ext cx="475578" cy="296541"/>
          </a:xfrm>
          <a:prstGeom prst="rect">
            <a:avLst/>
          </a:prstGeom>
          <a:noFill/>
        </p:spPr>
        <p:txBody>
          <a:bodyPr wrap="square">
            <a:normAutofit fontScale="92500" lnSpcReduction="10000"/>
          </a:bodyPr>
          <a:lstStyle/>
          <a:p>
            <a:pPr algn="ctr"/>
            <a:r>
              <a:rPr lang="de-DE" sz="1501">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04</a:t>
            </a:r>
          </a:p>
        </p:txBody>
      </p:sp>
      <p:sp>
        <p:nvSpPr>
          <p:cNvPr id="17" name="9">
            <a:extLst>
              <a:ext uri="{FF2B5EF4-FFF2-40B4-BE49-F238E27FC236}">
                <a16:creationId xmlns:a16="http://schemas.microsoft.com/office/drawing/2014/main" id="{C6E2686E-0952-9D3F-4E04-1304EE47D932}"/>
              </a:ext>
            </a:extLst>
          </p:cNvPr>
          <p:cNvSpPr/>
          <p:nvPr/>
        </p:nvSpPr>
        <p:spPr>
          <a:xfrm>
            <a:off x="9335267" y="3657010"/>
            <a:ext cx="439321" cy="440480"/>
          </a:xfrm>
          <a:custGeom>
            <a:avLst/>
            <a:gdLst/>
            <a:ahLst/>
            <a:cxnLst/>
            <a:rect l="0" t="0" r="0" b="0"/>
            <a:pathLst>
              <a:path w="120000" h="120000" extrusionOk="0">
                <a:moveTo>
                  <a:pt x="102419" y="17567"/>
                </a:moveTo>
                <a:cubicBezTo>
                  <a:pt x="125847" y="41002"/>
                  <a:pt x="125847" y="78985"/>
                  <a:pt x="102419" y="102419"/>
                </a:cubicBezTo>
                <a:cubicBezTo>
                  <a:pt x="78985" y="125853"/>
                  <a:pt x="41002" y="125853"/>
                  <a:pt x="17567" y="102419"/>
                </a:cubicBezTo>
                <a:cubicBezTo>
                  <a:pt x="-5860" y="78985"/>
                  <a:pt x="-5860" y="41002"/>
                  <a:pt x="17567" y="17567"/>
                </a:cubicBezTo>
                <a:cubicBezTo>
                  <a:pt x="41002" y="-5860"/>
                  <a:pt x="78985" y="-5860"/>
                  <a:pt x="102419" y="17567"/>
                </a:cubicBezTo>
              </a:path>
            </a:pathLst>
          </a:custGeom>
          <a:solidFill>
            <a:srgbClr val="0485A8"/>
          </a:solidFill>
          <a:ln w="25400" cap="flat" cmpd="sng">
            <a:noFill/>
            <a:prstDash val="solid"/>
            <a:miter/>
            <a:headEnd type="none" w="med" len="med"/>
            <a:tailEnd type="none" w="med" len="med"/>
          </a:ln>
        </p:spPr>
        <p:txBody>
          <a:bodyPr anchor="ctr"/>
          <a:lstStyle/>
          <a:p>
            <a:pPr algn="ctr"/>
            <a:endParaRPr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8" name="8">
            <a:extLst>
              <a:ext uri="{FF2B5EF4-FFF2-40B4-BE49-F238E27FC236}">
                <a16:creationId xmlns:a16="http://schemas.microsoft.com/office/drawing/2014/main" id="{10046E84-4A82-A7DC-1479-B3663AF5F261}"/>
              </a:ext>
            </a:extLst>
          </p:cNvPr>
          <p:cNvSpPr txBox="1"/>
          <p:nvPr/>
        </p:nvSpPr>
        <p:spPr>
          <a:xfrm>
            <a:off x="9327538" y="3749558"/>
            <a:ext cx="475578" cy="296541"/>
          </a:xfrm>
          <a:prstGeom prst="rect">
            <a:avLst/>
          </a:prstGeom>
          <a:noFill/>
        </p:spPr>
        <p:txBody>
          <a:bodyPr wrap="square">
            <a:normAutofit fontScale="92500" lnSpcReduction="10000"/>
          </a:bodyPr>
          <a:lstStyle/>
          <a:p>
            <a:pPr algn="ctr"/>
            <a:r>
              <a:rPr lang="de-DE" sz="1501"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05</a:t>
            </a:r>
          </a:p>
        </p:txBody>
      </p:sp>
      <p:sp>
        <p:nvSpPr>
          <p:cNvPr id="19" name="7">
            <a:extLst>
              <a:ext uri="{FF2B5EF4-FFF2-40B4-BE49-F238E27FC236}">
                <a16:creationId xmlns:a16="http://schemas.microsoft.com/office/drawing/2014/main" id="{DF925A54-918E-9C9D-57A7-440EC528BCF6}"/>
              </a:ext>
            </a:extLst>
          </p:cNvPr>
          <p:cNvSpPr/>
          <p:nvPr/>
        </p:nvSpPr>
        <p:spPr>
          <a:xfrm flipV="1">
            <a:off x="3445279" y="2887612"/>
            <a:ext cx="1951356" cy="961958"/>
          </a:xfrm>
          <a:custGeom>
            <a:avLst/>
            <a:gdLst>
              <a:gd name="connsiteX0" fmla="*/ 0 w 2223735"/>
              <a:gd name="connsiteY0" fmla="*/ 0 h 1107346"/>
              <a:gd name="connsiteX1" fmla="*/ 280086 w 2223735"/>
              <a:gd name="connsiteY1" fmla="*/ 0 h 1107346"/>
              <a:gd name="connsiteX2" fmla="*/ 284141 w 2223735"/>
              <a:gd name="connsiteY2" fmla="*/ 80308 h 1107346"/>
              <a:gd name="connsiteX3" fmla="*/ 1111867 w 2223735"/>
              <a:gd name="connsiteY3" fmla="*/ 827260 h 1107346"/>
              <a:gd name="connsiteX4" fmla="*/ 1939593 w 2223735"/>
              <a:gd name="connsiteY4" fmla="*/ 80308 h 1107346"/>
              <a:gd name="connsiteX5" fmla="*/ 1943649 w 2223735"/>
              <a:gd name="connsiteY5" fmla="*/ 0 h 1107346"/>
              <a:gd name="connsiteX6" fmla="*/ 2223735 w 2223735"/>
              <a:gd name="connsiteY6" fmla="*/ 0 h 1107346"/>
              <a:gd name="connsiteX7" fmla="*/ 2218233 w 2223735"/>
              <a:gd name="connsiteY7" fmla="*/ 108945 h 1107346"/>
              <a:gd name="connsiteX8" fmla="*/ 1111867 w 2223735"/>
              <a:gd name="connsiteY8" fmla="*/ 1107346 h 1107346"/>
              <a:gd name="connsiteX9" fmla="*/ 5501 w 2223735"/>
              <a:gd name="connsiteY9" fmla="*/ 108945 h 110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23735" h="1107346">
                <a:moveTo>
                  <a:pt x="0" y="0"/>
                </a:moveTo>
                <a:lnTo>
                  <a:pt x="280086" y="0"/>
                </a:lnTo>
                <a:lnTo>
                  <a:pt x="284141" y="80308"/>
                </a:lnTo>
                <a:cubicBezTo>
                  <a:pt x="326749" y="499860"/>
                  <a:pt x="681074" y="827260"/>
                  <a:pt x="1111867" y="827260"/>
                </a:cubicBezTo>
                <a:cubicBezTo>
                  <a:pt x="1542661" y="827260"/>
                  <a:pt x="1896986" y="499860"/>
                  <a:pt x="1939593" y="80308"/>
                </a:cubicBezTo>
                <a:lnTo>
                  <a:pt x="1943649" y="0"/>
                </a:lnTo>
                <a:lnTo>
                  <a:pt x="2223735" y="0"/>
                </a:lnTo>
                <a:lnTo>
                  <a:pt x="2218233" y="108945"/>
                </a:lnTo>
                <a:cubicBezTo>
                  <a:pt x="2161282" y="669732"/>
                  <a:pt x="1687680" y="1107346"/>
                  <a:pt x="1111867" y="1107346"/>
                </a:cubicBezTo>
                <a:cubicBezTo>
                  <a:pt x="536055" y="1107346"/>
                  <a:pt x="62452" y="669732"/>
                  <a:pt x="5501" y="108945"/>
                </a:cubicBezTo>
                <a:close/>
              </a:path>
            </a:pathLst>
          </a:custGeom>
          <a:solidFill>
            <a:srgbClr val="79C9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0" name="6">
            <a:extLst>
              <a:ext uri="{FF2B5EF4-FFF2-40B4-BE49-F238E27FC236}">
                <a16:creationId xmlns:a16="http://schemas.microsoft.com/office/drawing/2014/main" id="{0DC132A6-6F63-12D0-DE09-8EAB0EA91979}"/>
              </a:ext>
            </a:extLst>
          </p:cNvPr>
          <p:cNvSpPr/>
          <p:nvPr/>
        </p:nvSpPr>
        <p:spPr>
          <a:xfrm>
            <a:off x="1743224" y="3917210"/>
            <a:ext cx="1951356" cy="961958"/>
          </a:xfrm>
          <a:custGeom>
            <a:avLst/>
            <a:gdLst>
              <a:gd name="connsiteX0" fmla="*/ 0 w 2223735"/>
              <a:gd name="connsiteY0" fmla="*/ 0 h 1107346"/>
              <a:gd name="connsiteX1" fmla="*/ 280086 w 2223735"/>
              <a:gd name="connsiteY1" fmla="*/ 0 h 1107346"/>
              <a:gd name="connsiteX2" fmla="*/ 284141 w 2223735"/>
              <a:gd name="connsiteY2" fmla="*/ 80308 h 1107346"/>
              <a:gd name="connsiteX3" fmla="*/ 1111867 w 2223735"/>
              <a:gd name="connsiteY3" fmla="*/ 827260 h 1107346"/>
              <a:gd name="connsiteX4" fmla="*/ 1939593 w 2223735"/>
              <a:gd name="connsiteY4" fmla="*/ 80308 h 1107346"/>
              <a:gd name="connsiteX5" fmla="*/ 1943649 w 2223735"/>
              <a:gd name="connsiteY5" fmla="*/ 0 h 1107346"/>
              <a:gd name="connsiteX6" fmla="*/ 2223735 w 2223735"/>
              <a:gd name="connsiteY6" fmla="*/ 0 h 1107346"/>
              <a:gd name="connsiteX7" fmla="*/ 2218233 w 2223735"/>
              <a:gd name="connsiteY7" fmla="*/ 108945 h 1107346"/>
              <a:gd name="connsiteX8" fmla="*/ 1111867 w 2223735"/>
              <a:gd name="connsiteY8" fmla="*/ 1107346 h 1107346"/>
              <a:gd name="connsiteX9" fmla="*/ 5501 w 2223735"/>
              <a:gd name="connsiteY9" fmla="*/ 108945 h 110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23735" h="1107346">
                <a:moveTo>
                  <a:pt x="0" y="0"/>
                </a:moveTo>
                <a:lnTo>
                  <a:pt x="280086" y="0"/>
                </a:lnTo>
                <a:lnTo>
                  <a:pt x="284141" y="80308"/>
                </a:lnTo>
                <a:cubicBezTo>
                  <a:pt x="326749" y="499860"/>
                  <a:pt x="681074" y="827260"/>
                  <a:pt x="1111867" y="827260"/>
                </a:cubicBezTo>
                <a:cubicBezTo>
                  <a:pt x="1542661" y="827260"/>
                  <a:pt x="1896986" y="499860"/>
                  <a:pt x="1939593" y="80308"/>
                </a:cubicBezTo>
                <a:lnTo>
                  <a:pt x="1943649" y="0"/>
                </a:lnTo>
                <a:lnTo>
                  <a:pt x="2223735" y="0"/>
                </a:lnTo>
                <a:lnTo>
                  <a:pt x="2218233" y="108945"/>
                </a:lnTo>
                <a:cubicBezTo>
                  <a:pt x="2161282" y="669732"/>
                  <a:pt x="1687680" y="1107346"/>
                  <a:pt x="1111867" y="1107346"/>
                </a:cubicBezTo>
                <a:cubicBezTo>
                  <a:pt x="536055" y="1107346"/>
                  <a:pt x="62452" y="669732"/>
                  <a:pt x="5501" y="108945"/>
                </a:cubicBezTo>
                <a:close/>
              </a:path>
            </a:pathLst>
          </a:custGeom>
          <a:solidFill>
            <a:srgbClr val="0485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1" name="5">
            <a:extLst>
              <a:ext uri="{FF2B5EF4-FFF2-40B4-BE49-F238E27FC236}">
                <a16:creationId xmlns:a16="http://schemas.microsoft.com/office/drawing/2014/main" id="{921399E8-40CB-BC74-9735-9C3BD52F344D}"/>
              </a:ext>
            </a:extLst>
          </p:cNvPr>
          <p:cNvSpPr/>
          <p:nvPr/>
        </p:nvSpPr>
        <p:spPr>
          <a:xfrm flipV="1">
            <a:off x="6849390" y="2887612"/>
            <a:ext cx="1951356" cy="961958"/>
          </a:xfrm>
          <a:custGeom>
            <a:avLst/>
            <a:gdLst>
              <a:gd name="connsiteX0" fmla="*/ 0 w 2223735"/>
              <a:gd name="connsiteY0" fmla="*/ 0 h 1107346"/>
              <a:gd name="connsiteX1" fmla="*/ 280086 w 2223735"/>
              <a:gd name="connsiteY1" fmla="*/ 0 h 1107346"/>
              <a:gd name="connsiteX2" fmla="*/ 284141 w 2223735"/>
              <a:gd name="connsiteY2" fmla="*/ 80308 h 1107346"/>
              <a:gd name="connsiteX3" fmla="*/ 1111867 w 2223735"/>
              <a:gd name="connsiteY3" fmla="*/ 827260 h 1107346"/>
              <a:gd name="connsiteX4" fmla="*/ 1939593 w 2223735"/>
              <a:gd name="connsiteY4" fmla="*/ 80308 h 1107346"/>
              <a:gd name="connsiteX5" fmla="*/ 1943649 w 2223735"/>
              <a:gd name="connsiteY5" fmla="*/ 0 h 1107346"/>
              <a:gd name="connsiteX6" fmla="*/ 2223735 w 2223735"/>
              <a:gd name="connsiteY6" fmla="*/ 0 h 1107346"/>
              <a:gd name="connsiteX7" fmla="*/ 2218233 w 2223735"/>
              <a:gd name="connsiteY7" fmla="*/ 108945 h 1107346"/>
              <a:gd name="connsiteX8" fmla="*/ 1111867 w 2223735"/>
              <a:gd name="connsiteY8" fmla="*/ 1107346 h 1107346"/>
              <a:gd name="connsiteX9" fmla="*/ 5501 w 2223735"/>
              <a:gd name="connsiteY9" fmla="*/ 108945 h 110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23735" h="1107346">
                <a:moveTo>
                  <a:pt x="0" y="0"/>
                </a:moveTo>
                <a:lnTo>
                  <a:pt x="280086" y="0"/>
                </a:lnTo>
                <a:lnTo>
                  <a:pt x="284141" y="80308"/>
                </a:lnTo>
                <a:cubicBezTo>
                  <a:pt x="326749" y="499860"/>
                  <a:pt x="681074" y="827260"/>
                  <a:pt x="1111867" y="827260"/>
                </a:cubicBezTo>
                <a:cubicBezTo>
                  <a:pt x="1542661" y="827260"/>
                  <a:pt x="1896986" y="499860"/>
                  <a:pt x="1939593" y="80308"/>
                </a:cubicBezTo>
                <a:lnTo>
                  <a:pt x="1943649" y="0"/>
                </a:lnTo>
                <a:lnTo>
                  <a:pt x="2223735" y="0"/>
                </a:lnTo>
                <a:lnTo>
                  <a:pt x="2218233" y="108945"/>
                </a:lnTo>
                <a:cubicBezTo>
                  <a:pt x="2161282" y="669732"/>
                  <a:pt x="1687680" y="1107346"/>
                  <a:pt x="1111867" y="1107346"/>
                </a:cubicBezTo>
                <a:cubicBezTo>
                  <a:pt x="536055" y="1107346"/>
                  <a:pt x="62452" y="669732"/>
                  <a:pt x="5501" y="108945"/>
                </a:cubicBezTo>
                <a:close/>
              </a:path>
            </a:pathLst>
          </a:custGeom>
          <a:solidFill>
            <a:srgbClr val="79C9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2" name="4">
            <a:extLst>
              <a:ext uri="{FF2B5EF4-FFF2-40B4-BE49-F238E27FC236}">
                <a16:creationId xmlns:a16="http://schemas.microsoft.com/office/drawing/2014/main" id="{FC495CE0-36F0-A70F-3F27-2070373D3588}"/>
              </a:ext>
            </a:extLst>
          </p:cNvPr>
          <p:cNvSpPr/>
          <p:nvPr/>
        </p:nvSpPr>
        <p:spPr>
          <a:xfrm>
            <a:off x="5154564" y="3917210"/>
            <a:ext cx="1931487" cy="961958"/>
          </a:xfrm>
          <a:custGeom>
            <a:avLst/>
            <a:gdLst>
              <a:gd name="connsiteX0" fmla="*/ 0 w 2223735"/>
              <a:gd name="connsiteY0" fmla="*/ 0 h 1107346"/>
              <a:gd name="connsiteX1" fmla="*/ 280086 w 2223735"/>
              <a:gd name="connsiteY1" fmla="*/ 0 h 1107346"/>
              <a:gd name="connsiteX2" fmla="*/ 284141 w 2223735"/>
              <a:gd name="connsiteY2" fmla="*/ 80308 h 1107346"/>
              <a:gd name="connsiteX3" fmla="*/ 1111867 w 2223735"/>
              <a:gd name="connsiteY3" fmla="*/ 827260 h 1107346"/>
              <a:gd name="connsiteX4" fmla="*/ 1939593 w 2223735"/>
              <a:gd name="connsiteY4" fmla="*/ 80308 h 1107346"/>
              <a:gd name="connsiteX5" fmla="*/ 1943649 w 2223735"/>
              <a:gd name="connsiteY5" fmla="*/ 0 h 1107346"/>
              <a:gd name="connsiteX6" fmla="*/ 2223735 w 2223735"/>
              <a:gd name="connsiteY6" fmla="*/ 0 h 1107346"/>
              <a:gd name="connsiteX7" fmla="*/ 2218233 w 2223735"/>
              <a:gd name="connsiteY7" fmla="*/ 108945 h 1107346"/>
              <a:gd name="connsiteX8" fmla="*/ 1111867 w 2223735"/>
              <a:gd name="connsiteY8" fmla="*/ 1107346 h 1107346"/>
              <a:gd name="connsiteX9" fmla="*/ 5501 w 2223735"/>
              <a:gd name="connsiteY9" fmla="*/ 108945 h 110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23735" h="1107346">
                <a:moveTo>
                  <a:pt x="0" y="0"/>
                </a:moveTo>
                <a:lnTo>
                  <a:pt x="280086" y="0"/>
                </a:lnTo>
                <a:lnTo>
                  <a:pt x="284141" y="80308"/>
                </a:lnTo>
                <a:cubicBezTo>
                  <a:pt x="326749" y="499860"/>
                  <a:pt x="681074" y="827260"/>
                  <a:pt x="1111867" y="827260"/>
                </a:cubicBezTo>
                <a:cubicBezTo>
                  <a:pt x="1542661" y="827260"/>
                  <a:pt x="1896986" y="499860"/>
                  <a:pt x="1939593" y="80308"/>
                </a:cubicBezTo>
                <a:lnTo>
                  <a:pt x="1943649" y="0"/>
                </a:lnTo>
                <a:lnTo>
                  <a:pt x="2223735" y="0"/>
                </a:lnTo>
                <a:lnTo>
                  <a:pt x="2218233" y="108945"/>
                </a:lnTo>
                <a:cubicBezTo>
                  <a:pt x="2161282" y="669732"/>
                  <a:pt x="1687680" y="1107346"/>
                  <a:pt x="1111867" y="1107346"/>
                </a:cubicBezTo>
                <a:cubicBezTo>
                  <a:pt x="536055" y="1107346"/>
                  <a:pt x="62452" y="669732"/>
                  <a:pt x="5501" y="108945"/>
                </a:cubicBezTo>
                <a:close/>
              </a:path>
            </a:pathLst>
          </a:custGeom>
          <a:solidFill>
            <a:srgbClr val="0485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3" name="3">
            <a:extLst>
              <a:ext uri="{FF2B5EF4-FFF2-40B4-BE49-F238E27FC236}">
                <a16:creationId xmlns:a16="http://schemas.microsoft.com/office/drawing/2014/main" id="{2A419D72-C276-6B96-6594-EFB6A09B40F5}"/>
              </a:ext>
            </a:extLst>
          </p:cNvPr>
          <p:cNvSpPr/>
          <p:nvPr/>
        </p:nvSpPr>
        <p:spPr>
          <a:xfrm>
            <a:off x="8558675" y="3917210"/>
            <a:ext cx="1951356" cy="961958"/>
          </a:xfrm>
          <a:custGeom>
            <a:avLst/>
            <a:gdLst>
              <a:gd name="connsiteX0" fmla="*/ 0 w 2223735"/>
              <a:gd name="connsiteY0" fmla="*/ 0 h 1107346"/>
              <a:gd name="connsiteX1" fmla="*/ 280086 w 2223735"/>
              <a:gd name="connsiteY1" fmla="*/ 0 h 1107346"/>
              <a:gd name="connsiteX2" fmla="*/ 284141 w 2223735"/>
              <a:gd name="connsiteY2" fmla="*/ 80308 h 1107346"/>
              <a:gd name="connsiteX3" fmla="*/ 1111867 w 2223735"/>
              <a:gd name="connsiteY3" fmla="*/ 827260 h 1107346"/>
              <a:gd name="connsiteX4" fmla="*/ 1939593 w 2223735"/>
              <a:gd name="connsiteY4" fmla="*/ 80308 h 1107346"/>
              <a:gd name="connsiteX5" fmla="*/ 1943649 w 2223735"/>
              <a:gd name="connsiteY5" fmla="*/ 0 h 1107346"/>
              <a:gd name="connsiteX6" fmla="*/ 2223735 w 2223735"/>
              <a:gd name="connsiteY6" fmla="*/ 0 h 1107346"/>
              <a:gd name="connsiteX7" fmla="*/ 2218233 w 2223735"/>
              <a:gd name="connsiteY7" fmla="*/ 108945 h 1107346"/>
              <a:gd name="connsiteX8" fmla="*/ 1111867 w 2223735"/>
              <a:gd name="connsiteY8" fmla="*/ 1107346 h 1107346"/>
              <a:gd name="connsiteX9" fmla="*/ 5501 w 2223735"/>
              <a:gd name="connsiteY9" fmla="*/ 108945 h 110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23735" h="1107346">
                <a:moveTo>
                  <a:pt x="0" y="0"/>
                </a:moveTo>
                <a:lnTo>
                  <a:pt x="280086" y="0"/>
                </a:lnTo>
                <a:lnTo>
                  <a:pt x="284141" y="80308"/>
                </a:lnTo>
                <a:cubicBezTo>
                  <a:pt x="326749" y="499860"/>
                  <a:pt x="681074" y="827260"/>
                  <a:pt x="1111867" y="827260"/>
                </a:cubicBezTo>
                <a:cubicBezTo>
                  <a:pt x="1542661" y="827260"/>
                  <a:pt x="1896986" y="499860"/>
                  <a:pt x="1939593" y="80308"/>
                </a:cubicBezTo>
                <a:lnTo>
                  <a:pt x="1943649" y="0"/>
                </a:lnTo>
                <a:lnTo>
                  <a:pt x="2223735" y="0"/>
                </a:lnTo>
                <a:lnTo>
                  <a:pt x="2218233" y="108945"/>
                </a:lnTo>
                <a:cubicBezTo>
                  <a:pt x="2161282" y="669732"/>
                  <a:pt x="1687680" y="1107346"/>
                  <a:pt x="1111867" y="1107346"/>
                </a:cubicBezTo>
                <a:cubicBezTo>
                  <a:pt x="536055" y="1107346"/>
                  <a:pt x="62452" y="669732"/>
                  <a:pt x="5501" y="108945"/>
                </a:cubicBezTo>
                <a:close/>
              </a:path>
            </a:pathLst>
          </a:custGeom>
          <a:solidFill>
            <a:srgbClr val="0485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4" name="文本框 23">
            <a:extLst>
              <a:ext uri="{FF2B5EF4-FFF2-40B4-BE49-F238E27FC236}">
                <a16:creationId xmlns:a16="http://schemas.microsoft.com/office/drawing/2014/main" id="{E9C16BFC-B466-6061-EA98-ECD6E3A97A17}"/>
              </a:ext>
            </a:extLst>
          </p:cNvPr>
          <p:cNvSpPr txBox="1"/>
          <p:nvPr/>
        </p:nvSpPr>
        <p:spPr>
          <a:xfrm>
            <a:off x="1755164" y="1838125"/>
            <a:ext cx="1927474" cy="381451"/>
          </a:xfrm>
          <a:prstGeom prst="rect">
            <a:avLst/>
          </a:prstGeom>
          <a:noFill/>
        </p:spPr>
        <p:txBody>
          <a:bodyPr wrap="square" rtlCol="0">
            <a:spAutoFit/>
          </a:bodyPr>
          <a:lstStyle/>
          <a:p>
            <a:pPr algn="ctr">
              <a:lnSpc>
                <a:spcPct val="15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25" name="文本框 24">
            <a:extLst>
              <a:ext uri="{FF2B5EF4-FFF2-40B4-BE49-F238E27FC236}">
                <a16:creationId xmlns:a16="http://schemas.microsoft.com/office/drawing/2014/main" id="{83AF1FF0-536B-3C6C-C2BB-A4C0BE49A42B}"/>
              </a:ext>
            </a:extLst>
          </p:cNvPr>
          <p:cNvSpPr txBox="1"/>
          <p:nvPr/>
        </p:nvSpPr>
        <p:spPr>
          <a:xfrm>
            <a:off x="1644718" y="2213351"/>
            <a:ext cx="2148367" cy="676211"/>
          </a:xfrm>
          <a:prstGeom prst="rect">
            <a:avLst/>
          </a:prstGeom>
          <a:noFill/>
        </p:spPr>
        <p:txBody>
          <a:bodyPr wrap="square" rtlCol="0">
            <a:spAutoFit/>
          </a:bodyPr>
          <a:lstStyle/>
          <a:p>
            <a:pPr algn="ctr">
              <a:lnSpc>
                <a:spcPct val="130000"/>
              </a:lnSpc>
            </a:pPr>
            <a:r>
              <a:rPr lang="zh-CN" altLang="en-US" sz="1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26" name="文本框 25">
            <a:extLst>
              <a:ext uri="{FF2B5EF4-FFF2-40B4-BE49-F238E27FC236}">
                <a16:creationId xmlns:a16="http://schemas.microsoft.com/office/drawing/2014/main" id="{67542D9C-42C1-7479-D3CD-9369E8FA8763}"/>
              </a:ext>
            </a:extLst>
          </p:cNvPr>
          <p:cNvSpPr txBox="1"/>
          <p:nvPr/>
        </p:nvSpPr>
        <p:spPr>
          <a:xfrm>
            <a:off x="5168087" y="1838125"/>
            <a:ext cx="1927474" cy="381451"/>
          </a:xfrm>
          <a:prstGeom prst="rect">
            <a:avLst/>
          </a:prstGeom>
          <a:noFill/>
        </p:spPr>
        <p:txBody>
          <a:bodyPr wrap="square" rtlCol="0">
            <a:spAutoFit/>
          </a:bodyPr>
          <a:lstStyle/>
          <a:p>
            <a:pPr algn="ctr">
              <a:lnSpc>
                <a:spcPct val="15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27" name="文本框 26">
            <a:extLst>
              <a:ext uri="{FF2B5EF4-FFF2-40B4-BE49-F238E27FC236}">
                <a16:creationId xmlns:a16="http://schemas.microsoft.com/office/drawing/2014/main" id="{3215F281-963E-4848-FEF4-9D489E1F9BBC}"/>
              </a:ext>
            </a:extLst>
          </p:cNvPr>
          <p:cNvSpPr txBox="1"/>
          <p:nvPr/>
        </p:nvSpPr>
        <p:spPr>
          <a:xfrm>
            <a:off x="5057641" y="2213351"/>
            <a:ext cx="2148367" cy="676211"/>
          </a:xfrm>
          <a:prstGeom prst="rect">
            <a:avLst/>
          </a:prstGeom>
          <a:noFill/>
        </p:spPr>
        <p:txBody>
          <a:bodyPr wrap="square" rtlCol="0">
            <a:spAutoFit/>
          </a:bodyPr>
          <a:lstStyle/>
          <a:p>
            <a:pPr algn="ctr">
              <a:lnSpc>
                <a:spcPct val="130000"/>
              </a:lnSpc>
            </a:pPr>
            <a:r>
              <a:rPr lang="zh-CN" altLang="en-US" sz="1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28" name="文本框 27">
            <a:extLst>
              <a:ext uri="{FF2B5EF4-FFF2-40B4-BE49-F238E27FC236}">
                <a16:creationId xmlns:a16="http://schemas.microsoft.com/office/drawing/2014/main" id="{5D82301A-145B-5013-7133-6D9AFA063087}"/>
              </a:ext>
            </a:extLst>
          </p:cNvPr>
          <p:cNvSpPr txBox="1"/>
          <p:nvPr/>
        </p:nvSpPr>
        <p:spPr>
          <a:xfrm>
            <a:off x="8570321" y="1838125"/>
            <a:ext cx="1927474" cy="381451"/>
          </a:xfrm>
          <a:prstGeom prst="rect">
            <a:avLst/>
          </a:prstGeom>
          <a:noFill/>
        </p:spPr>
        <p:txBody>
          <a:bodyPr wrap="square" rtlCol="0">
            <a:spAutoFit/>
          </a:bodyPr>
          <a:lstStyle/>
          <a:p>
            <a:pPr algn="ctr">
              <a:lnSpc>
                <a:spcPct val="15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29" name="文本框 28">
            <a:extLst>
              <a:ext uri="{FF2B5EF4-FFF2-40B4-BE49-F238E27FC236}">
                <a16:creationId xmlns:a16="http://schemas.microsoft.com/office/drawing/2014/main" id="{D352B8A9-8825-8DE1-7337-42D5236F7D4A}"/>
              </a:ext>
            </a:extLst>
          </p:cNvPr>
          <p:cNvSpPr txBox="1"/>
          <p:nvPr/>
        </p:nvSpPr>
        <p:spPr>
          <a:xfrm>
            <a:off x="8459875" y="2213351"/>
            <a:ext cx="2148367" cy="676211"/>
          </a:xfrm>
          <a:prstGeom prst="rect">
            <a:avLst/>
          </a:prstGeom>
          <a:noFill/>
        </p:spPr>
        <p:txBody>
          <a:bodyPr wrap="square" rtlCol="0">
            <a:spAutoFit/>
          </a:bodyPr>
          <a:lstStyle/>
          <a:p>
            <a:pPr algn="ctr">
              <a:lnSpc>
                <a:spcPct val="130000"/>
              </a:lnSpc>
            </a:pPr>
            <a:r>
              <a:rPr lang="zh-CN" altLang="en-US" sz="1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30" name="文本框 29">
            <a:extLst>
              <a:ext uri="{FF2B5EF4-FFF2-40B4-BE49-F238E27FC236}">
                <a16:creationId xmlns:a16="http://schemas.microsoft.com/office/drawing/2014/main" id="{B2D85047-A95B-56D3-9ABB-036B05B971C5}"/>
              </a:ext>
            </a:extLst>
          </p:cNvPr>
          <p:cNvSpPr txBox="1"/>
          <p:nvPr/>
        </p:nvSpPr>
        <p:spPr>
          <a:xfrm>
            <a:off x="6847093" y="4929292"/>
            <a:ext cx="1927474" cy="381451"/>
          </a:xfrm>
          <a:prstGeom prst="rect">
            <a:avLst/>
          </a:prstGeom>
          <a:noFill/>
        </p:spPr>
        <p:txBody>
          <a:bodyPr wrap="square" rtlCol="0">
            <a:spAutoFit/>
          </a:bodyPr>
          <a:lstStyle/>
          <a:p>
            <a:pPr algn="ctr">
              <a:lnSpc>
                <a:spcPct val="15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31" name="文本框 30">
            <a:extLst>
              <a:ext uri="{FF2B5EF4-FFF2-40B4-BE49-F238E27FC236}">
                <a16:creationId xmlns:a16="http://schemas.microsoft.com/office/drawing/2014/main" id="{9B345346-DBE8-ACC3-E9B9-BED834799072}"/>
              </a:ext>
            </a:extLst>
          </p:cNvPr>
          <p:cNvSpPr txBox="1"/>
          <p:nvPr/>
        </p:nvSpPr>
        <p:spPr>
          <a:xfrm>
            <a:off x="6736647" y="5304518"/>
            <a:ext cx="2148367" cy="676211"/>
          </a:xfrm>
          <a:prstGeom prst="rect">
            <a:avLst/>
          </a:prstGeom>
          <a:noFill/>
        </p:spPr>
        <p:txBody>
          <a:bodyPr wrap="square" rtlCol="0">
            <a:spAutoFit/>
          </a:bodyPr>
          <a:lstStyle/>
          <a:p>
            <a:pPr algn="ctr">
              <a:lnSpc>
                <a:spcPct val="130000"/>
              </a:lnSpc>
            </a:pPr>
            <a:r>
              <a:rPr lang="zh-CN" altLang="en-US" sz="1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32" name="文本框 31">
            <a:extLst>
              <a:ext uri="{FF2B5EF4-FFF2-40B4-BE49-F238E27FC236}">
                <a16:creationId xmlns:a16="http://schemas.microsoft.com/office/drawing/2014/main" id="{B4707342-EE6E-2318-1EEB-250E948829E1}"/>
              </a:ext>
            </a:extLst>
          </p:cNvPr>
          <p:cNvSpPr txBox="1"/>
          <p:nvPr/>
        </p:nvSpPr>
        <p:spPr>
          <a:xfrm>
            <a:off x="3457219" y="4929292"/>
            <a:ext cx="1927474" cy="381451"/>
          </a:xfrm>
          <a:prstGeom prst="rect">
            <a:avLst/>
          </a:prstGeom>
          <a:noFill/>
        </p:spPr>
        <p:txBody>
          <a:bodyPr wrap="square" rtlCol="0">
            <a:spAutoFit/>
          </a:bodyPr>
          <a:lstStyle/>
          <a:p>
            <a:pPr algn="ctr">
              <a:lnSpc>
                <a:spcPct val="15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33" name="文本框 32">
            <a:extLst>
              <a:ext uri="{FF2B5EF4-FFF2-40B4-BE49-F238E27FC236}">
                <a16:creationId xmlns:a16="http://schemas.microsoft.com/office/drawing/2014/main" id="{3DF25C1F-3E62-5816-0378-9999E2DF07C4}"/>
              </a:ext>
            </a:extLst>
          </p:cNvPr>
          <p:cNvSpPr txBox="1"/>
          <p:nvPr/>
        </p:nvSpPr>
        <p:spPr>
          <a:xfrm>
            <a:off x="3346773" y="5304518"/>
            <a:ext cx="2148367" cy="676211"/>
          </a:xfrm>
          <a:prstGeom prst="rect">
            <a:avLst/>
          </a:prstGeom>
          <a:noFill/>
        </p:spPr>
        <p:txBody>
          <a:bodyPr wrap="square" rtlCol="0">
            <a:spAutoFit/>
          </a:bodyPr>
          <a:lstStyle/>
          <a:p>
            <a:pPr algn="ctr">
              <a:lnSpc>
                <a:spcPct val="130000"/>
              </a:lnSpc>
            </a:pPr>
            <a:r>
              <a:rPr lang="zh-CN" altLang="en-US" sz="1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3" name="文本框 2">
            <a:extLst>
              <a:ext uri="{FF2B5EF4-FFF2-40B4-BE49-F238E27FC236}">
                <a16:creationId xmlns:a16="http://schemas.microsoft.com/office/drawing/2014/main" id="{380E3966-AB73-0AAF-13A6-B010B555D417}"/>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323249399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dissolve">
                                      <p:cBhvr>
                                        <p:cTn id="43" dur="500"/>
                                        <p:tgtEl>
                                          <p:spTgt spid="1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dissolve">
                                      <p:cBhvr>
                                        <p:cTn id="49" dur="500"/>
                                        <p:tgtEl>
                                          <p:spTgt spid="18"/>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dissolve">
                                      <p:cBhvr>
                                        <p:cTn id="52" dur="500"/>
                                        <p:tgtEl>
                                          <p:spTgt spid="19"/>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dissolve">
                                      <p:cBhvr>
                                        <p:cTn id="55" dur="500"/>
                                        <p:tgtEl>
                                          <p:spTgt spid="20"/>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dissolve">
                                      <p:cBhvr>
                                        <p:cTn id="58" dur="500"/>
                                        <p:tgtEl>
                                          <p:spTgt spid="2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dissolve">
                                      <p:cBhvr>
                                        <p:cTn id="61" dur="500"/>
                                        <p:tgtEl>
                                          <p:spTgt spid="22"/>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dissolve">
                                      <p:cBhvr>
                                        <p:cTn id="67" dur="500"/>
                                        <p:tgtEl>
                                          <p:spTgt spid="24"/>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dissolve">
                                      <p:cBhvr>
                                        <p:cTn id="70" dur="500"/>
                                        <p:tgtEl>
                                          <p:spTgt spid="25"/>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dissolve">
                                      <p:cBhvr>
                                        <p:cTn id="73" dur="500"/>
                                        <p:tgtEl>
                                          <p:spTgt spid="26"/>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dissolve">
                                      <p:cBhvr>
                                        <p:cTn id="76" dur="500"/>
                                        <p:tgtEl>
                                          <p:spTgt spid="27"/>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dissolve">
                                      <p:cBhvr>
                                        <p:cTn id="79" dur="500"/>
                                        <p:tgtEl>
                                          <p:spTgt spid="28"/>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dissolve">
                                      <p:cBhvr>
                                        <p:cTn id="82" dur="500"/>
                                        <p:tgtEl>
                                          <p:spTgt spid="29"/>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dissolve">
                                      <p:cBhvr>
                                        <p:cTn id="85" dur="500"/>
                                        <p:tgtEl>
                                          <p:spTgt spid="30"/>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dissolve">
                                      <p:cBhvr>
                                        <p:cTn id="88" dur="500"/>
                                        <p:tgtEl>
                                          <p:spTgt spid="31"/>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dissolve">
                                      <p:cBhvr>
                                        <p:cTn id="91" dur="500"/>
                                        <p:tgtEl>
                                          <p:spTgt spid="32"/>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dissolve">
                                      <p:cBhvr>
                                        <p:cTn id="9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P spid="13" grpId="0" animBg="1"/>
      <p:bldP spid="14" grpId="0"/>
      <p:bldP spid="15" grpId="0" animBg="1"/>
      <p:bldP spid="16" grpId="0"/>
      <p:bldP spid="17" grpId="0" animBg="1"/>
      <p:bldP spid="18" grpId="0" animBg="1"/>
      <p:bldP spid="19" grpId="0" animBg="1"/>
      <p:bldP spid="20" grpId="0" animBg="1"/>
      <p:bldP spid="21" grpId="0" animBg="1"/>
      <p:bldP spid="22" grpId="0" animBg="1"/>
      <p:bldP spid="23" grpId="0" animBg="1"/>
      <p:bldP spid="24" grpId="0"/>
      <p:bldP spid="25" grpId="0"/>
      <p:bldP spid="26" grpId="0"/>
      <p:bldP spid="27" grpId="0"/>
      <p:bldP spid="28" grpId="0"/>
      <p:bldP spid="29" grpId="0"/>
      <p:bldP spid="30" grpId="0"/>
      <p:bldP spid="31" grpId="0"/>
      <p:bldP spid="32"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1">
            <a:extLst>
              <a:ext uri="{FF2B5EF4-FFF2-40B4-BE49-F238E27FC236}">
                <a16:creationId xmlns:a16="http://schemas.microsoft.com/office/drawing/2014/main" id="{C0E705F3-B3B0-EB0D-7395-A0C1D5B9008F}"/>
              </a:ext>
            </a:extLst>
          </p:cNvPr>
          <p:cNvCxnSpPr/>
          <p:nvPr/>
        </p:nvCxnSpPr>
        <p:spPr>
          <a:xfrm>
            <a:off x="918086" y="3663933"/>
            <a:ext cx="10223240" cy="0"/>
          </a:xfrm>
          <a:prstGeom prst="line">
            <a:avLst/>
          </a:prstGeom>
          <a:noFill/>
          <a:ln w="38100" cap="flat" cmpd="sng" algn="ctr">
            <a:solidFill>
              <a:schemeClr val="bg1">
                <a:lumMod val="75000"/>
              </a:schemeClr>
            </a:solidFill>
            <a:prstDash val="solid"/>
            <a:miter lim="800000"/>
          </a:ln>
          <a:effectLst/>
        </p:spPr>
      </p:cxnSp>
      <p:sp>
        <p:nvSpPr>
          <p:cNvPr id="5" name="Oval 4">
            <a:extLst>
              <a:ext uri="{FF2B5EF4-FFF2-40B4-BE49-F238E27FC236}">
                <a16:creationId xmlns:a16="http://schemas.microsoft.com/office/drawing/2014/main" id="{C61BB560-57AD-C186-EBBA-C50760478540}"/>
              </a:ext>
            </a:extLst>
          </p:cNvPr>
          <p:cNvSpPr/>
          <p:nvPr/>
        </p:nvSpPr>
        <p:spPr>
          <a:xfrm>
            <a:off x="760259" y="3547223"/>
            <a:ext cx="233419" cy="233419"/>
          </a:xfrm>
          <a:prstGeom prst="roundRect">
            <a:avLst/>
          </a:prstGeom>
          <a:solidFill>
            <a:srgbClr val="0485A8"/>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GB" sz="600" u="none" strike="noStrike" kern="0" cap="none" spc="0" normalizeH="0" baseline="0" noProof="0" dirty="0">
              <a:ln>
                <a:noFill/>
              </a:ln>
              <a:solidFill>
                <a:schemeClr val="tx1">
                  <a:lumMod val="85000"/>
                  <a:lumOff val="15000"/>
                </a:schemeClr>
              </a:solidFill>
              <a:effectLst/>
              <a:uLnTx/>
              <a:uFillTx/>
              <a:ea typeface="思源黑体 CN Normal" panose="020B0400000000000000" pitchFamily="34" charset="-122"/>
              <a:cs typeface="+mn-ea"/>
              <a:sym typeface="Arial" panose="020B0604020202020204" pitchFamily="34" charset="0"/>
            </a:endParaRPr>
          </a:p>
        </p:txBody>
      </p:sp>
      <p:sp>
        <p:nvSpPr>
          <p:cNvPr id="6" name="Oval 5">
            <a:extLst>
              <a:ext uri="{FF2B5EF4-FFF2-40B4-BE49-F238E27FC236}">
                <a16:creationId xmlns:a16="http://schemas.microsoft.com/office/drawing/2014/main" id="{57E95098-48A7-79B5-8D20-DEC5393FBEB6}"/>
              </a:ext>
            </a:extLst>
          </p:cNvPr>
          <p:cNvSpPr/>
          <p:nvPr/>
        </p:nvSpPr>
        <p:spPr>
          <a:xfrm>
            <a:off x="11119612" y="3547223"/>
            <a:ext cx="233419" cy="233419"/>
          </a:xfrm>
          <a:prstGeom prst="roundRect">
            <a:avLst/>
          </a:prstGeom>
          <a:solidFill>
            <a:srgbClr val="0485A8"/>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GB" sz="600" u="none" strike="noStrike" kern="0" cap="none" spc="0" normalizeH="0" baseline="0" noProof="0" dirty="0">
              <a:ln>
                <a:noFill/>
              </a:ln>
              <a:solidFill>
                <a:schemeClr val="tx1">
                  <a:lumMod val="85000"/>
                  <a:lumOff val="15000"/>
                </a:schemeClr>
              </a:solidFill>
              <a:effectLst/>
              <a:uLnTx/>
              <a:uFillTx/>
              <a:ea typeface="思源黑体 CN Normal" panose="020B0400000000000000" pitchFamily="34" charset="-122"/>
              <a:cs typeface="+mn-ea"/>
              <a:sym typeface="Arial" panose="020B0604020202020204" pitchFamily="34" charset="0"/>
            </a:endParaRPr>
          </a:p>
        </p:txBody>
      </p:sp>
      <p:sp>
        <p:nvSpPr>
          <p:cNvPr id="7" name="Oval 6">
            <a:extLst>
              <a:ext uri="{FF2B5EF4-FFF2-40B4-BE49-F238E27FC236}">
                <a16:creationId xmlns:a16="http://schemas.microsoft.com/office/drawing/2014/main" id="{196A390E-060C-61F2-6560-E8560FF424BA}"/>
              </a:ext>
            </a:extLst>
          </p:cNvPr>
          <p:cNvSpPr/>
          <p:nvPr/>
        </p:nvSpPr>
        <p:spPr>
          <a:xfrm>
            <a:off x="5944730" y="3560654"/>
            <a:ext cx="233419" cy="233419"/>
          </a:xfrm>
          <a:prstGeom prst="roundRect">
            <a:avLst/>
          </a:prstGeom>
          <a:solidFill>
            <a:srgbClr val="79C9E2"/>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GB" sz="600" u="none" strike="noStrike" kern="0" cap="none" spc="0" normalizeH="0" baseline="0" noProof="0" dirty="0">
              <a:ln>
                <a:noFill/>
              </a:ln>
              <a:solidFill>
                <a:schemeClr val="tx1">
                  <a:lumMod val="85000"/>
                  <a:lumOff val="15000"/>
                </a:schemeClr>
              </a:solidFill>
              <a:effectLst/>
              <a:uLnTx/>
              <a:uFillTx/>
              <a:ea typeface="思源黑体 CN Normal" panose="020B0400000000000000" pitchFamily="34" charset="-122"/>
              <a:cs typeface="+mn-ea"/>
              <a:sym typeface="Arial" panose="020B0604020202020204" pitchFamily="34" charset="0"/>
            </a:endParaRPr>
          </a:p>
        </p:txBody>
      </p:sp>
      <p:sp>
        <p:nvSpPr>
          <p:cNvPr id="8" name="Oval 7">
            <a:extLst>
              <a:ext uri="{FF2B5EF4-FFF2-40B4-BE49-F238E27FC236}">
                <a16:creationId xmlns:a16="http://schemas.microsoft.com/office/drawing/2014/main" id="{C4118F13-E72F-4505-E4A4-2F51631FAFF4}"/>
              </a:ext>
            </a:extLst>
          </p:cNvPr>
          <p:cNvSpPr/>
          <p:nvPr/>
        </p:nvSpPr>
        <p:spPr>
          <a:xfrm>
            <a:off x="2488416" y="3547223"/>
            <a:ext cx="233419" cy="233419"/>
          </a:xfrm>
          <a:prstGeom prst="roundRect">
            <a:avLst/>
          </a:prstGeom>
          <a:solidFill>
            <a:srgbClr val="79C9E2"/>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GB" sz="600" u="none" strike="noStrike" kern="0" cap="none" spc="0" normalizeH="0" baseline="0" noProof="0" dirty="0">
              <a:ln>
                <a:noFill/>
              </a:ln>
              <a:solidFill>
                <a:schemeClr val="tx1">
                  <a:lumMod val="85000"/>
                  <a:lumOff val="15000"/>
                </a:schemeClr>
              </a:solidFill>
              <a:effectLst/>
              <a:uLnTx/>
              <a:uFillTx/>
              <a:ea typeface="思源黑体 CN Normal" panose="020B0400000000000000" pitchFamily="34" charset="-122"/>
              <a:cs typeface="+mn-ea"/>
              <a:sym typeface="Arial" panose="020B0604020202020204" pitchFamily="34" charset="0"/>
            </a:endParaRPr>
          </a:p>
        </p:txBody>
      </p:sp>
      <p:sp>
        <p:nvSpPr>
          <p:cNvPr id="9" name="Oval 8">
            <a:extLst>
              <a:ext uri="{FF2B5EF4-FFF2-40B4-BE49-F238E27FC236}">
                <a16:creationId xmlns:a16="http://schemas.microsoft.com/office/drawing/2014/main" id="{181344E9-4B93-5442-D924-B691C7910DCF}"/>
              </a:ext>
            </a:extLst>
          </p:cNvPr>
          <p:cNvSpPr/>
          <p:nvPr/>
        </p:nvSpPr>
        <p:spPr>
          <a:xfrm>
            <a:off x="7669690" y="3560655"/>
            <a:ext cx="233419" cy="233419"/>
          </a:xfrm>
          <a:prstGeom prst="roundRect">
            <a:avLst/>
          </a:prstGeom>
          <a:solidFill>
            <a:srgbClr val="0485A8"/>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GB" sz="600" u="none" strike="noStrike" kern="0" cap="none" spc="0" normalizeH="0" baseline="0" noProof="0" dirty="0">
              <a:ln>
                <a:noFill/>
              </a:ln>
              <a:solidFill>
                <a:schemeClr val="tx1">
                  <a:lumMod val="85000"/>
                  <a:lumOff val="15000"/>
                </a:schemeClr>
              </a:solidFill>
              <a:effectLst/>
              <a:uLnTx/>
              <a:uFillTx/>
              <a:ea typeface="思源黑体 CN Normal" panose="020B0400000000000000" pitchFamily="34" charset="-122"/>
              <a:cs typeface="+mn-ea"/>
              <a:sym typeface="Arial" panose="020B0604020202020204" pitchFamily="34" charset="0"/>
            </a:endParaRPr>
          </a:p>
        </p:txBody>
      </p:sp>
      <p:sp>
        <p:nvSpPr>
          <p:cNvPr id="10" name="Oval 9">
            <a:extLst>
              <a:ext uri="{FF2B5EF4-FFF2-40B4-BE49-F238E27FC236}">
                <a16:creationId xmlns:a16="http://schemas.microsoft.com/office/drawing/2014/main" id="{16F248FC-1E1F-FDAA-2FFA-4BFE3B58CDD3}"/>
              </a:ext>
            </a:extLst>
          </p:cNvPr>
          <p:cNvSpPr/>
          <p:nvPr/>
        </p:nvSpPr>
        <p:spPr>
          <a:xfrm>
            <a:off x="4216573" y="3560654"/>
            <a:ext cx="233419" cy="233419"/>
          </a:xfrm>
          <a:prstGeom prst="roundRect">
            <a:avLst/>
          </a:prstGeom>
          <a:solidFill>
            <a:srgbClr val="0485A8"/>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GB" sz="600" u="none" strike="noStrike" kern="0" cap="none" spc="0" normalizeH="0" baseline="0" noProof="0" dirty="0">
              <a:ln>
                <a:noFill/>
              </a:ln>
              <a:solidFill>
                <a:schemeClr val="tx1">
                  <a:lumMod val="85000"/>
                  <a:lumOff val="15000"/>
                </a:schemeClr>
              </a:solidFill>
              <a:effectLst/>
              <a:uLnTx/>
              <a:uFillTx/>
              <a:ea typeface="思源黑体 CN Normal" panose="020B0400000000000000" pitchFamily="34" charset="-122"/>
              <a:cs typeface="+mn-ea"/>
              <a:sym typeface="Arial" panose="020B0604020202020204" pitchFamily="34" charset="0"/>
            </a:endParaRPr>
          </a:p>
        </p:txBody>
      </p:sp>
      <p:sp>
        <p:nvSpPr>
          <p:cNvPr id="11" name="Oval 10">
            <a:extLst>
              <a:ext uri="{FF2B5EF4-FFF2-40B4-BE49-F238E27FC236}">
                <a16:creationId xmlns:a16="http://schemas.microsoft.com/office/drawing/2014/main" id="{33EA6F9D-9F25-6EEE-B36F-1D96CB71BAC5}"/>
              </a:ext>
            </a:extLst>
          </p:cNvPr>
          <p:cNvSpPr/>
          <p:nvPr/>
        </p:nvSpPr>
        <p:spPr>
          <a:xfrm>
            <a:off x="9394652" y="3560654"/>
            <a:ext cx="233419" cy="233419"/>
          </a:xfrm>
          <a:prstGeom prst="roundRect">
            <a:avLst/>
          </a:prstGeom>
          <a:solidFill>
            <a:srgbClr val="79C9E2"/>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en-GB" sz="600" u="none" strike="noStrike" kern="0" cap="none" spc="0" normalizeH="0" baseline="0" noProof="0" dirty="0">
              <a:ln>
                <a:noFill/>
              </a:ln>
              <a:solidFill>
                <a:schemeClr val="tx1">
                  <a:lumMod val="85000"/>
                  <a:lumOff val="15000"/>
                </a:schemeClr>
              </a:solidFill>
              <a:effectLst/>
              <a:uLnTx/>
              <a:uFillTx/>
              <a:ea typeface="思源黑体 CN Normal" panose="020B0400000000000000" pitchFamily="34" charset="-122"/>
              <a:cs typeface="+mn-ea"/>
              <a:sym typeface="Arial" panose="020B0604020202020204" pitchFamily="34" charset="0"/>
            </a:endParaRPr>
          </a:p>
        </p:txBody>
      </p:sp>
      <p:sp>
        <p:nvSpPr>
          <p:cNvPr id="12" name="TextBox 139">
            <a:extLst>
              <a:ext uri="{FF2B5EF4-FFF2-40B4-BE49-F238E27FC236}">
                <a16:creationId xmlns:a16="http://schemas.microsoft.com/office/drawing/2014/main" id="{201DFC65-A38C-D853-19ED-DDDC49A4940A}"/>
              </a:ext>
            </a:extLst>
          </p:cNvPr>
          <p:cNvSpPr txBox="1"/>
          <p:nvPr/>
        </p:nvSpPr>
        <p:spPr>
          <a:xfrm>
            <a:off x="11022393" y="3891066"/>
            <a:ext cx="339837" cy="206723"/>
          </a:xfrm>
          <a:prstGeom prst="rect">
            <a:avLst/>
          </a:prstGeom>
          <a:noFill/>
        </p:spPr>
        <p:txBody>
          <a:bodyPr wrap="none" lIns="0" tIns="0" rIns="0" bIns="0" rtlCol="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rPr>
              <a:t>2020</a:t>
            </a:r>
            <a:endParaRPr kumimoji="0" lang="en-GB"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endParaRPr>
          </a:p>
        </p:txBody>
      </p:sp>
      <p:sp>
        <p:nvSpPr>
          <p:cNvPr id="13" name="TextBox 140">
            <a:extLst>
              <a:ext uri="{FF2B5EF4-FFF2-40B4-BE49-F238E27FC236}">
                <a16:creationId xmlns:a16="http://schemas.microsoft.com/office/drawing/2014/main" id="{F53861C6-CE70-3F5D-0FEA-A8BD69A160AF}"/>
              </a:ext>
            </a:extLst>
          </p:cNvPr>
          <p:cNvSpPr txBox="1"/>
          <p:nvPr/>
        </p:nvSpPr>
        <p:spPr>
          <a:xfrm>
            <a:off x="9335254" y="3895884"/>
            <a:ext cx="339837" cy="206723"/>
          </a:xfrm>
          <a:prstGeom prst="rect">
            <a:avLst/>
          </a:prstGeom>
          <a:noFill/>
        </p:spPr>
        <p:txBody>
          <a:bodyPr wrap="none" lIns="0" tIns="0" rIns="0" bIns="0" rtlCol="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rPr>
              <a:t>2019</a:t>
            </a:r>
            <a:endParaRPr kumimoji="0" lang="en-GB"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endParaRPr>
          </a:p>
        </p:txBody>
      </p:sp>
      <p:sp>
        <p:nvSpPr>
          <p:cNvPr id="14" name="TextBox 141">
            <a:extLst>
              <a:ext uri="{FF2B5EF4-FFF2-40B4-BE49-F238E27FC236}">
                <a16:creationId xmlns:a16="http://schemas.microsoft.com/office/drawing/2014/main" id="{6FF3841A-9021-5D20-ECEF-BAE6DAB1D352}"/>
              </a:ext>
            </a:extLst>
          </p:cNvPr>
          <p:cNvSpPr txBox="1"/>
          <p:nvPr/>
        </p:nvSpPr>
        <p:spPr>
          <a:xfrm>
            <a:off x="7630909" y="3895884"/>
            <a:ext cx="339837" cy="206723"/>
          </a:xfrm>
          <a:prstGeom prst="rect">
            <a:avLst/>
          </a:prstGeom>
          <a:noFill/>
        </p:spPr>
        <p:txBody>
          <a:bodyPr wrap="none" lIns="0" tIns="0" rIns="0" bIns="0" rtlCol="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rPr>
              <a:t>2018</a:t>
            </a:r>
            <a:endParaRPr kumimoji="0" lang="en-GB"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endParaRPr>
          </a:p>
        </p:txBody>
      </p:sp>
      <p:sp>
        <p:nvSpPr>
          <p:cNvPr id="15" name="TextBox 142">
            <a:extLst>
              <a:ext uri="{FF2B5EF4-FFF2-40B4-BE49-F238E27FC236}">
                <a16:creationId xmlns:a16="http://schemas.microsoft.com/office/drawing/2014/main" id="{9290C010-1039-7167-D9E5-B13F09B8CF68}"/>
              </a:ext>
            </a:extLst>
          </p:cNvPr>
          <p:cNvSpPr txBox="1"/>
          <p:nvPr/>
        </p:nvSpPr>
        <p:spPr>
          <a:xfrm>
            <a:off x="5905352" y="3891914"/>
            <a:ext cx="339837" cy="206723"/>
          </a:xfrm>
          <a:prstGeom prst="rect">
            <a:avLst/>
          </a:prstGeom>
          <a:noFill/>
        </p:spPr>
        <p:txBody>
          <a:bodyPr wrap="none" lIns="0" tIns="0" rIns="0" bIns="0" rtlCol="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rPr>
              <a:t>2017</a:t>
            </a:r>
            <a:endParaRPr kumimoji="0" lang="en-GB"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endParaRPr>
          </a:p>
        </p:txBody>
      </p:sp>
      <p:sp>
        <p:nvSpPr>
          <p:cNvPr id="16" name="TextBox 143">
            <a:extLst>
              <a:ext uri="{FF2B5EF4-FFF2-40B4-BE49-F238E27FC236}">
                <a16:creationId xmlns:a16="http://schemas.microsoft.com/office/drawing/2014/main" id="{8BDF8DF3-EC35-76A1-DDFA-69CF7ED0CC8E}"/>
              </a:ext>
            </a:extLst>
          </p:cNvPr>
          <p:cNvSpPr txBox="1"/>
          <p:nvPr/>
        </p:nvSpPr>
        <p:spPr>
          <a:xfrm>
            <a:off x="4164707" y="3886099"/>
            <a:ext cx="339837" cy="206723"/>
          </a:xfrm>
          <a:prstGeom prst="rect">
            <a:avLst/>
          </a:prstGeom>
          <a:noFill/>
        </p:spPr>
        <p:txBody>
          <a:bodyPr wrap="none" lIns="0" tIns="0" rIns="0" bIns="0" rtlCol="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rPr>
              <a:t>2016</a:t>
            </a:r>
            <a:endParaRPr kumimoji="0" lang="en-GB"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endParaRPr>
          </a:p>
        </p:txBody>
      </p:sp>
      <p:sp>
        <p:nvSpPr>
          <p:cNvPr id="17" name="TextBox 144">
            <a:extLst>
              <a:ext uri="{FF2B5EF4-FFF2-40B4-BE49-F238E27FC236}">
                <a16:creationId xmlns:a16="http://schemas.microsoft.com/office/drawing/2014/main" id="{07FF7CD1-FE96-698E-DBBE-1A01CD006DF0}"/>
              </a:ext>
            </a:extLst>
          </p:cNvPr>
          <p:cNvSpPr txBox="1"/>
          <p:nvPr/>
        </p:nvSpPr>
        <p:spPr>
          <a:xfrm>
            <a:off x="2416464" y="3893560"/>
            <a:ext cx="339837" cy="206723"/>
          </a:xfrm>
          <a:prstGeom prst="rect">
            <a:avLst/>
          </a:prstGeom>
          <a:noFill/>
        </p:spPr>
        <p:txBody>
          <a:bodyPr wrap="none" lIns="0" tIns="0" rIns="0" bIns="0" rtlCol="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rPr>
              <a:t>2015</a:t>
            </a:r>
            <a:endParaRPr kumimoji="0" lang="en-GB"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endParaRPr>
          </a:p>
        </p:txBody>
      </p:sp>
      <p:sp>
        <p:nvSpPr>
          <p:cNvPr id="18" name="TextBox 145">
            <a:extLst>
              <a:ext uri="{FF2B5EF4-FFF2-40B4-BE49-F238E27FC236}">
                <a16:creationId xmlns:a16="http://schemas.microsoft.com/office/drawing/2014/main" id="{809EA6D6-404C-2BB0-F597-78CA591F1B65}"/>
              </a:ext>
            </a:extLst>
          </p:cNvPr>
          <p:cNvSpPr txBox="1"/>
          <p:nvPr/>
        </p:nvSpPr>
        <p:spPr>
          <a:xfrm>
            <a:off x="681298" y="3891066"/>
            <a:ext cx="339837" cy="206723"/>
          </a:xfrm>
          <a:prstGeom prst="rect">
            <a:avLst/>
          </a:prstGeom>
          <a:noFill/>
        </p:spPr>
        <p:txBody>
          <a:bodyPr wrap="none" lIns="0" tIns="0" rIns="0" bIns="0" rtlCol="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rPr>
              <a:t>2014</a:t>
            </a:r>
            <a:endParaRPr kumimoji="0" lang="en-GB" sz="1200" b="0" i="0" u="none" strike="noStrike" kern="0" cap="none" spc="0" normalizeH="0" baseline="0" noProof="0" dirty="0">
              <a:ln>
                <a:noFill/>
              </a:ln>
              <a:solidFill>
                <a:schemeClr val="tx1">
                  <a:lumMod val="75000"/>
                  <a:lumOff val="25000"/>
                </a:schemeClr>
              </a:solidFill>
              <a:effectLst/>
              <a:uLnTx/>
              <a:uFillTx/>
              <a:ea typeface="思源黑体 CN Normal" panose="020B0400000000000000" pitchFamily="34" charset="-122"/>
              <a:cs typeface="+mn-ea"/>
              <a:sym typeface="Arial" panose="020B0604020202020204" pitchFamily="34" charset="0"/>
            </a:endParaRPr>
          </a:p>
        </p:txBody>
      </p:sp>
      <p:sp>
        <p:nvSpPr>
          <p:cNvPr id="19" name="文本框 18">
            <a:extLst>
              <a:ext uri="{FF2B5EF4-FFF2-40B4-BE49-F238E27FC236}">
                <a16:creationId xmlns:a16="http://schemas.microsoft.com/office/drawing/2014/main" id="{33580AAB-CB09-32A9-8CF9-3001C81F7774}"/>
              </a:ext>
            </a:extLst>
          </p:cNvPr>
          <p:cNvSpPr txBox="1"/>
          <p:nvPr/>
        </p:nvSpPr>
        <p:spPr>
          <a:xfrm>
            <a:off x="843172" y="4653398"/>
            <a:ext cx="2096805" cy="705386"/>
          </a:xfrm>
          <a:prstGeom prst="rect">
            <a:avLst/>
          </a:prstGeom>
          <a:noFill/>
        </p:spPr>
        <p:txBody>
          <a:bodyPr wrap="square" rtlCol="0">
            <a:spAutoFit/>
          </a:bodyPr>
          <a:lstStyle/>
          <a:p>
            <a:pPr>
              <a:lnSpc>
                <a:spcPct val="130000"/>
              </a:lnSpc>
            </a:pPr>
            <a:r>
              <a:rPr lang="zh-CN" altLang="en-US" sz="105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20" name="矩形 19">
            <a:extLst>
              <a:ext uri="{FF2B5EF4-FFF2-40B4-BE49-F238E27FC236}">
                <a16:creationId xmlns:a16="http://schemas.microsoft.com/office/drawing/2014/main" id="{6085F458-DEA3-DC7A-94D6-42BAA1162BE7}"/>
              </a:ext>
            </a:extLst>
          </p:cNvPr>
          <p:cNvSpPr/>
          <p:nvPr/>
        </p:nvSpPr>
        <p:spPr>
          <a:xfrm>
            <a:off x="873315" y="4278254"/>
            <a:ext cx="1971717" cy="451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400" b="1"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21" name="文本框 20">
            <a:extLst>
              <a:ext uri="{FF2B5EF4-FFF2-40B4-BE49-F238E27FC236}">
                <a16:creationId xmlns:a16="http://schemas.microsoft.com/office/drawing/2014/main" id="{13C3AE77-DDD9-7B44-817D-8C088ECA4D78}"/>
              </a:ext>
            </a:extLst>
          </p:cNvPr>
          <p:cNvSpPr txBox="1"/>
          <p:nvPr/>
        </p:nvSpPr>
        <p:spPr>
          <a:xfrm>
            <a:off x="3490226" y="4653398"/>
            <a:ext cx="2096805" cy="705386"/>
          </a:xfrm>
          <a:prstGeom prst="rect">
            <a:avLst/>
          </a:prstGeom>
          <a:noFill/>
        </p:spPr>
        <p:txBody>
          <a:bodyPr wrap="square" rtlCol="0">
            <a:spAutoFit/>
          </a:bodyPr>
          <a:lstStyle/>
          <a:p>
            <a:pPr>
              <a:lnSpc>
                <a:spcPct val="130000"/>
              </a:lnSpc>
            </a:pPr>
            <a:r>
              <a:rPr lang="zh-CN" altLang="en-US" sz="105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22" name="矩形 21">
            <a:extLst>
              <a:ext uri="{FF2B5EF4-FFF2-40B4-BE49-F238E27FC236}">
                <a16:creationId xmlns:a16="http://schemas.microsoft.com/office/drawing/2014/main" id="{5E7CFABA-5AB7-5B58-D147-C3CF5E710708}"/>
              </a:ext>
            </a:extLst>
          </p:cNvPr>
          <p:cNvSpPr/>
          <p:nvPr/>
        </p:nvSpPr>
        <p:spPr>
          <a:xfrm>
            <a:off x="3520368" y="4278254"/>
            <a:ext cx="1971717" cy="451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400" b="1"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23" name="文本框 22">
            <a:extLst>
              <a:ext uri="{FF2B5EF4-FFF2-40B4-BE49-F238E27FC236}">
                <a16:creationId xmlns:a16="http://schemas.microsoft.com/office/drawing/2014/main" id="{D800694D-F42B-4747-5059-2C51E90C278F}"/>
              </a:ext>
            </a:extLst>
          </p:cNvPr>
          <p:cNvSpPr txBox="1"/>
          <p:nvPr/>
        </p:nvSpPr>
        <p:spPr>
          <a:xfrm>
            <a:off x="6215309" y="4653398"/>
            <a:ext cx="2096805" cy="705386"/>
          </a:xfrm>
          <a:prstGeom prst="rect">
            <a:avLst/>
          </a:prstGeom>
          <a:noFill/>
        </p:spPr>
        <p:txBody>
          <a:bodyPr wrap="square" rtlCol="0">
            <a:spAutoFit/>
          </a:bodyPr>
          <a:lstStyle/>
          <a:p>
            <a:pPr>
              <a:lnSpc>
                <a:spcPct val="130000"/>
              </a:lnSpc>
            </a:pPr>
            <a:r>
              <a:rPr lang="zh-CN" altLang="en-US" sz="105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24" name="矩形 23">
            <a:extLst>
              <a:ext uri="{FF2B5EF4-FFF2-40B4-BE49-F238E27FC236}">
                <a16:creationId xmlns:a16="http://schemas.microsoft.com/office/drawing/2014/main" id="{294B2C08-588A-0165-C07F-8E82BA7F1EB8}"/>
              </a:ext>
            </a:extLst>
          </p:cNvPr>
          <p:cNvSpPr/>
          <p:nvPr/>
        </p:nvSpPr>
        <p:spPr>
          <a:xfrm>
            <a:off x="6245450" y="4278254"/>
            <a:ext cx="1971717" cy="451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400" b="1"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25" name="文本框 24">
            <a:extLst>
              <a:ext uri="{FF2B5EF4-FFF2-40B4-BE49-F238E27FC236}">
                <a16:creationId xmlns:a16="http://schemas.microsoft.com/office/drawing/2014/main" id="{48645141-02C5-4137-0FB0-36752BBE1788}"/>
              </a:ext>
            </a:extLst>
          </p:cNvPr>
          <p:cNvSpPr txBox="1"/>
          <p:nvPr/>
        </p:nvSpPr>
        <p:spPr>
          <a:xfrm>
            <a:off x="9077498" y="4653398"/>
            <a:ext cx="2100974" cy="705386"/>
          </a:xfrm>
          <a:prstGeom prst="rect">
            <a:avLst/>
          </a:prstGeom>
          <a:noFill/>
        </p:spPr>
        <p:txBody>
          <a:bodyPr wrap="square" rtlCol="0">
            <a:spAutoFit/>
          </a:bodyPr>
          <a:lstStyle/>
          <a:p>
            <a:pPr>
              <a:lnSpc>
                <a:spcPct val="130000"/>
              </a:lnSpc>
            </a:pPr>
            <a:r>
              <a:rPr lang="zh-CN" altLang="en-US" sz="105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26" name="矩形 25">
            <a:extLst>
              <a:ext uri="{FF2B5EF4-FFF2-40B4-BE49-F238E27FC236}">
                <a16:creationId xmlns:a16="http://schemas.microsoft.com/office/drawing/2014/main" id="{9545FAA6-10F0-4B4B-5D71-CEE8D2ABB2E5}"/>
              </a:ext>
            </a:extLst>
          </p:cNvPr>
          <p:cNvSpPr/>
          <p:nvPr/>
        </p:nvSpPr>
        <p:spPr>
          <a:xfrm>
            <a:off x="9107641" y="4278254"/>
            <a:ext cx="1971717" cy="451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400" b="1"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27" name="圆角矩形 26">
            <a:extLst>
              <a:ext uri="{FF2B5EF4-FFF2-40B4-BE49-F238E27FC236}">
                <a16:creationId xmlns:a16="http://schemas.microsoft.com/office/drawing/2014/main" id="{9EB2D731-8C58-29D4-A804-B39CA3FAC304}"/>
              </a:ext>
            </a:extLst>
          </p:cNvPr>
          <p:cNvSpPr/>
          <p:nvPr/>
        </p:nvSpPr>
        <p:spPr>
          <a:xfrm>
            <a:off x="843172" y="2165741"/>
            <a:ext cx="1735166" cy="1083365"/>
          </a:xfrm>
          <a:prstGeom prst="roundRect">
            <a:avLst>
              <a:gd name="adj" fmla="val 8319"/>
            </a:avLst>
          </a:prstGeom>
          <a:blipFill>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8" name="圆角矩形 27">
            <a:extLst>
              <a:ext uri="{FF2B5EF4-FFF2-40B4-BE49-F238E27FC236}">
                <a16:creationId xmlns:a16="http://schemas.microsoft.com/office/drawing/2014/main" id="{6CDC84F7-DDBA-C521-85D4-30B181A07CEB}"/>
              </a:ext>
            </a:extLst>
          </p:cNvPr>
          <p:cNvSpPr/>
          <p:nvPr/>
        </p:nvSpPr>
        <p:spPr>
          <a:xfrm>
            <a:off x="3708785" y="2170105"/>
            <a:ext cx="1735166" cy="1083365"/>
          </a:xfrm>
          <a:prstGeom prst="roundRect">
            <a:avLst>
              <a:gd name="adj" fmla="val 8319"/>
            </a:avLst>
          </a:prstGeom>
          <a:blipFill>
            <a:blip r:embed="rId4"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9" name="圆角矩形 28">
            <a:extLst>
              <a:ext uri="{FF2B5EF4-FFF2-40B4-BE49-F238E27FC236}">
                <a16:creationId xmlns:a16="http://schemas.microsoft.com/office/drawing/2014/main" id="{531F62F8-85D4-E8CA-D9E3-433C877C174E}"/>
              </a:ext>
            </a:extLst>
          </p:cNvPr>
          <p:cNvSpPr/>
          <p:nvPr/>
        </p:nvSpPr>
        <p:spPr>
          <a:xfrm>
            <a:off x="6575359" y="2165740"/>
            <a:ext cx="1735166" cy="1083365"/>
          </a:xfrm>
          <a:prstGeom prst="roundRect">
            <a:avLst>
              <a:gd name="adj" fmla="val 10174"/>
            </a:avLst>
          </a:prstGeom>
          <a:blipFill>
            <a:blip r:embed="rId5"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30" name="圆角矩形 29">
            <a:extLst>
              <a:ext uri="{FF2B5EF4-FFF2-40B4-BE49-F238E27FC236}">
                <a16:creationId xmlns:a16="http://schemas.microsoft.com/office/drawing/2014/main" id="{2CF714CD-48A6-A8B8-CAFE-866331F67F7D}"/>
              </a:ext>
            </a:extLst>
          </p:cNvPr>
          <p:cNvSpPr/>
          <p:nvPr/>
        </p:nvSpPr>
        <p:spPr>
          <a:xfrm>
            <a:off x="9440972" y="2179712"/>
            <a:ext cx="1735166" cy="1083365"/>
          </a:xfrm>
          <a:prstGeom prst="roundRect">
            <a:avLst>
              <a:gd name="adj" fmla="val 8319"/>
            </a:avLst>
          </a:prstGeom>
          <a:blipFill>
            <a:blip r:embed="rId6"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9477B7ED-DCE9-776C-6130-B4FDF38E632A}"/>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81364372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heckerboard(across)">
                                      <p:cBhvr>
                                        <p:cTn id="10" dur="500"/>
                                        <p:tgtEl>
                                          <p:spTgt spid="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checkerboard(across)">
                                      <p:cBhvr>
                                        <p:cTn id="16" dur="500"/>
                                        <p:tgtEl>
                                          <p:spTgt spid="7"/>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heckerboard(across)">
                                      <p:cBhvr>
                                        <p:cTn id="19" dur="500"/>
                                        <p:tgtEl>
                                          <p:spTgt spid="8"/>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heckerboard(across)">
                                      <p:cBhvr>
                                        <p:cTn id="25" dur="500"/>
                                        <p:tgtEl>
                                          <p:spTgt spid="10"/>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checkerboard(across)">
                                      <p:cBhvr>
                                        <p:cTn id="28" dur="500"/>
                                        <p:tgtEl>
                                          <p:spTgt spid="11"/>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checkerboard(across)">
                                      <p:cBhvr>
                                        <p:cTn id="31" dur="500"/>
                                        <p:tgtEl>
                                          <p:spTgt spid="12"/>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checkerboard(across)">
                                      <p:cBhvr>
                                        <p:cTn id="34" dur="500"/>
                                        <p:tgtEl>
                                          <p:spTgt spid="13"/>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checkerboard(across)">
                                      <p:cBhvr>
                                        <p:cTn id="37" dur="500"/>
                                        <p:tgtEl>
                                          <p:spTgt spid="14"/>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checkerboard(across)">
                                      <p:cBhvr>
                                        <p:cTn id="40" dur="500"/>
                                        <p:tgtEl>
                                          <p:spTgt spid="15"/>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heckerboard(across)">
                                      <p:cBhvr>
                                        <p:cTn id="43" dur="500"/>
                                        <p:tgtEl>
                                          <p:spTgt spid="16"/>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checkerboard(across)">
                                      <p:cBhvr>
                                        <p:cTn id="46" dur="500"/>
                                        <p:tgtEl>
                                          <p:spTgt spid="17"/>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checkerboard(across)">
                                      <p:cBhvr>
                                        <p:cTn id="49" dur="500"/>
                                        <p:tgtEl>
                                          <p:spTgt spid="18"/>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checkerboard(across)">
                                      <p:cBhvr>
                                        <p:cTn id="52" dur="500"/>
                                        <p:tgtEl>
                                          <p:spTgt spid="19"/>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checkerboard(across)">
                                      <p:cBhvr>
                                        <p:cTn id="55" dur="500"/>
                                        <p:tgtEl>
                                          <p:spTgt spid="20"/>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checkerboard(across)">
                                      <p:cBhvr>
                                        <p:cTn id="58" dur="500"/>
                                        <p:tgtEl>
                                          <p:spTgt spid="21"/>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checkerboard(across)">
                                      <p:cBhvr>
                                        <p:cTn id="61" dur="500"/>
                                        <p:tgtEl>
                                          <p:spTgt spid="22"/>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checkerboard(across)">
                                      <p:cBhvr>
                                        <p:cTn id="64" dur="500"/>
                                        <p:tgtEl>
                                          <p:spTgt spid="23"/>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checkerboard(across)">
                                      <p:cBhvr>
                                        <p:cTn id="67" dur="500"/>
                                        <p:tgtEl>
                                          <p:spTgt spid="24"/>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checkerboard(across)">
                                      <p:cBhvr>
                                        <p:cTn id="70" dur="500"/>
                                        <p:tgtEl>
                                          <p:spTgt spid="25"/>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checkerboard(across)">
                                      <p:cBhvr>
                                        <p:cTn id="73" dur="500"/>
                                        <p:tgtEl>
                                          <p:spTgt spid="26"/>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checkerboard(across)">
                                      <p:cBhvr>
                                        <p:cTn id="76" dur="500"/>
                                        <p:tgtEl>
                                          <p:spTgt spid="27"/>
                                        </p:tgtEl>
                                      </p:cBhvr>
                                    </p:animEffect>
                                  </p:childTnLst>
                                </p:cTn>
                              </p:par>
                              <p:par>
                                <p:cTn id="77" presetID="5" presetClass="entr" presetSubtype="1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checkerboard(across)">
                                      <p:cBhvr>
                                        <p:cTn id="79" dur="500"/>
                                        <p:tgtEl>
                                          <p:spTgt spid="28"/>
                                        </p:tgtEl>
                                      </p:cBhvr>
                                    </p:animEffect>
                                  </p:childTnLst>
                                </p:cTn>
                              </p:par>
                              <p:par>
                                <p:cTn id="80" presetID="5" presetClass="entr" presetSubtype="1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checkerboard(across)">
                                      <p:cBhvr>
                                        <p:cTn id="82" dur="500"/>
                                        <p:tgtEl>
                                          <p:spTgt spid="29"/>
                                        </p:tgtEl>
                                      </p:cBhvr>
                                    </p:animEffect>
                                  </p:childTnLst>
                                </p:cTn>
                              </p:par>
                              <p:par>
                                <p:cTn id="83" presetID="5" presetClass="entr" presetSubtype="1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checkerboard(across)">
                                      <p:cBhvr>
                                        <p:cTn id="8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animBg="1"/>
      <p:bldP spid="28" grpId="0" animBg="1"/>
      <p:bldP spid="29"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3596BB5-00B2-7C56-E371-C11037E26723}"/>
              </a:ext>
            </a:extLst>
          </p:cNvPr>
          <p:cNvSpPr/>
          <p:nvPr/>
        </p:nvSpPr>
        <p:spPr>
          <a:xfrm>
            <a:off x="1648447" y="3623720"/>
            <a:ext cx="3657600" cy="259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圆角矩形 4">
            <a:extLst>
              <a:ext uri="{FF2B5EF4-FFF2-40B4-BE49-F238E27FC236}">
                <a16:creationId xmlns:a16="http://schemas.microsoft.com/office/drawing/2014/main" id="{2A0CFE18-36DB-239E-3FC8-C82377A9DF8B}"/>
              </a:ext>
            </a:extLst>
          </p:cNvPr>
          <p:cNvSpPr/>
          <p:nvPr/>
        </p:nvSpPr>
        <p:spPr>
          <a:xfrm>
            <a:off x="1648447" y="3623720"/>
            <a:ext cx="3032760" cy="259080"/>
          </a:xfrm>
          <a:prstGeom prst="roundRect">
            <a:avLst/>
          </a:prstGeom>
          <a:solidFill>
            <a:srgbClr val="79C9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矩形 5">
            <a:extLst>
              <a:ext uri="{FF2B5EF4-FFF2-40B4-BE49-F238E27FC236}">
                <a16:creationId xmlns:a16="http://schemas.microsoft.com/office/drawing/2014/main" id="{44191DFF-4058-0A73-ED41-43CA6EC8906D}"/>
              </a:ext>
            </a:extLst>
          </p:cNvPr>
          <p:cNvSpPr/>
          <p:nvPr/>
        </p:nvSpPr>
        <p:spPr>
          <a:xfrm>
            <a:off x="1648447" y="4503459"/>
            <a:ext cx="3657600" cy="259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7" name="圆角矩形 6">
            <a:extLst>
              <a:ext uri="{FF2B5EF4-FFF2-40B4-BE49-F238E27FC236}">
                <a16:creationId xmlns:a16="http://schemas.microsoft.com/office/drawing/2014/main" id="{2538F0FC-CAD9-52D9-47EE-B2A6A1C48A91}"/>
              </a:ext>
            </a:extLst>
          </p:cNvPr>
          <p:cNvSpPr/>
          <p:nvPr/>
        </p:nvSpPr>
        <p:spPr>
          <a:xfrm>
            <a:off x="1648447" y="4503459"/>
            <a:ext cx="2353056" cy="259080"/>
          </a:xfrm>
          <a:prstGeom prst="roundRect">
            <a:avLst/>
          </a:prstGeom>
          <a:solidFill>
            <a:srgbClr val="0485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8" name="矩形 7">
            <a:extLst>
              <a:ext uri="{FF2B5EF4-FFF2-40B4-BE49-F238E27FC236}">
                <a16:creationId xmlns:a16="http://schemas.microsoft.com/office/drawing/2014/main" id="{BD590160-94FE-E90F-B4DB-7C7ED2604A77}"/>
              </a:ext>
            </a:extLst>
          </p:cNvPr>
          <p:cNvSpPr/>
          <p:nvPr/>
        </p:nvSpPr>
        <p:spPr>
          <a:xfrm>
            <a:off x="1648447" y="5383198"/>
            <a:ext cx="3657600" cy="259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圆角矩形 8">
            <a:extLst>
              <a:ext uri="{FF2B5EF4-FFF2-40B4-BE49-F238E27FC236}">
                <a16:creationId xmlns:a16="http://schemas.microsoft.com/office/drawing/2014/main" id="{8C888B68-E0EA-296B-4EF6-13E6F60BCB81}"/>
              </a:ext>
            </a:extLst>
          </p:cNvPr>
          <p:cNvSpPr/>
          <p:nvPr/>
        </p:nvSpPr>
        <p:spPr>
          <a:xfrm>
            <a:off x="1648447" y="5383198"/>
            <a:ext cx="2885440" cy="259080"/>
          </a:xfrm>
          <a:prstGeom prst="roundRect">
            <a:avLst/>
          </a:prstGeom>
          <a:solidFill>
            <a:srgbClr val="79C9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E132241B-1686-42C6-595A-02D38E189C89}"/>
              </a:ext>
            </a:extLst>
          </p:cNvPr>
          <p:cNvSpPr txBox="1"/>
          <p:nvPr/>
        </p:nvSpPr>
        <p:spPr>
          <a:xfrm>
            <a:off x="4388591" y="3285166"/>
            <a:ext cx="881501" cy="276999"/>
          </a:xfrm>
          <a:prstGeom prst="rect">
            <a:avLst/>
          </a:prstGeom>
          <a:noFill/>
        </p:spPr>
        <p:txBody>
          <a:bodyPr wrap="square" rtlCol="0">
            <a:spAutoFit/>
          </a:bodyPr>
          <a:lstStyle>
            <a:defPPr>
              <a:defRPr lang="zh-CN"/>
            </a:defPPr>
            <a:lvl1pPr>
              <a:defRPr sz="2400">
                <a:solidFill>
                  <a:schemeClr val="accent1"/>
                </a:solidFill>
                <a:latin typeface="+mn-ea"/>
              </a:defRPr>
            </a:lvl1pPr>
          </a:lstStyle>
          <a:p>
            <a:pPr algn="dist"/>
            <a:r>
              <a:rPr lang="zh-CN" altLang="en-US" sz="1200" b="1"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添加标题</a:t>
            </a:r>
          </a:p>
        </p:txBody>
      </p:sp>
      <p:sp>
        <p:nvSpPr>
          <p:cNvPr id="11" name="文本框 10">
            <a:extLst>
              <a:ext uri="{FF2B5EF4-FFF2-40B4-BE49-F238E27FC236}">
                <a16:creationId xmlns:a16="http://schemas.microsoft.com/office/drawing/2014/main" id="{1A43C3F1-015C-912C-F474-9D01479818BF}"/>
              </a:ext>
            </a:extLst>
          </p:cNvPr>
          <p:cNvSpPr txBox="1"/>
          <p:nvPr/>
        </p:nvSpPr>
        <p:spPr>
          <a:xfrm>
            <a:off x="4388591" y="4164905"/>
            <a:ext cx="881501" cy="276999"/>
          </a:xfrm>
          <a:prstGeom prst="rect">
            <a:avLst/>
          </a:prstGeom>
          <a:noFill/>
        </p:spPr>
        <p:txBody>
          <a:bodyPr wrap="square" rtlCol="0">
            <a:spAutoFit/>
          </a:bodyPr>
          <a:lstStyle>
            <a:defPPr>
              <a:defRPr lang="zh-CN"/>
            </a:defPPr>
            <a:lvl1pPr>
              <a:defRPr sz="2400">
                <a:solidFill>
                  <a:schemeClr val="accent1"/>
                </a:solidFill>
                <a:latin typeface="+mn-ea"/>
              </a:defRPr>
            </a:lvl1pPr>
          </a:lstStyle>
          <a:p>
            <a:pPr algn="dist"/>
            <a:r>
              <a:rPr lang="zh-CN" altLang="en-US" sz="1200" b="1"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添加标题</a:t>
            </a:r>
          </a:p>
        </p:txBody>
      </p:sp>
      <p:sp>
        <p:nvSpPr>
          <p:cNvPr id="12" name="文本框 11">
            <a:extLst>
              <a:ext uri="{FF2B5EF4-FFF2-40B4-BE49-F238E27FC236}">
                <a16:creationId xmlns:a16="http://schemas.microsoft.com/office/drawing/2014/main" id="{30775223-E15D-5756-2EEF-B0FF03A86031}"/>
              </a:ext>
            </a:extLst>
          </p:cNvPr>
          <p:cNvSpPr txBox="1"/>
          <p:nvPr/>
        </p:nvSpPr>
        <p:spPr>
          <a:xfrm>
            <a:off x="4388591" y="5044644"/>
            <a:ext cx="881501" cy="276999"/>
          </a:xfrm>
          <a:prstGeom prst="rect">
            <a:avLst/>
          </a:prstGeom>
          <a:noFill/>
        </p:spPr>
        <p:txBody>
          <a:bodyPr wrap="square" rtlCol="0">
            <a:spAutoFit/>
          </a:bodyPr>
          <a:lstStyle>
            <a:defPPr>
              <a:defRPr lang="zh-CN"/>
            </a:defPPr>
            <a:lvl1pPr>
              <a:defRPr sz="2400">
                <a:solidFill>
                  <a:schemeClr val="accent1"/>
                </a:solidFill>
                <a:latin typeface="+mn-ea"/>
              </a:defRPr>
            </a:lvl1pPr>
          </a:lstStyle>
          <a:p>
            <a:pPr algn="dist"/>
            <a:r>
              <a:rPr lang="zh-CN" altLang="en-US" sz="1200" b="1"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添加标题</a:t>
            </a:r>
          </a:p>
        </p:txBody>
      </p:sp>
      <p:sp>
        <p:nvSpPr>
          <p:cNvPr id="13" name="文本框 12">
            <a:extLst>
              <a:ext uri="{FF2B5EF4-FFF2-40B4-BE49-F238E27FC236}">
                <a16:creationId xmlns:a16="http://schemas.microsoft.com/office/drawing/2014/main" id="{08DD36EA-1C6A-1C7F-9A1D-9698E3A95EFD}"/>
              </a:ext>
            </a:extLst>
          </p:cNvPr>
          <p:cNvSpPr txBox="1"/>
          <p:nvPr/>
        </p:nvSpPr>
        <p:spPr>
          <a:xfrm>
            <a:off x="5444943" y="3480012"/>
            <a:ext cx="1078761" cy="461665"/>
          </a:xfrm>
          <a:prstGeom prst="rect">
            <a:avLst/>
          </a:prstGeom>
          <a:noFill/>
        </p:spPr>
        <p:txBody>
          <a:bodyPr wrap="square" rtlCol="0">
            <a:spAutoFit/>
          </a:bodyPr>
          <a:lstStyle/>
          <a:p>
            <a:r>
              <a:rPr lang="en-US" altLang="zh-CN" sz="2400" dirty="0">
                <a:latin typeface="Arial" panose="020B0604020202020204" pitchFamily="34" charset="0"/>
                <a:ea typeface="思源黑体 CN Normal" panose="020B0400000000000000" pitchFamily="34" charset="-122"/>
                <a:sym typeface="Arial" panose="020B0604020202020204" pitchFamily="34" charset="0"/>
              </a:rPr>
              <a:t>76</a:t>
            </a:r>
            <a:r>
              <a:rPr lang="en-US" altLang="zh-CN" sz="1400" dirty="0">
                <a:latin typeface="Arial" panose="020B0604020202020204" pitchFamily="34" charset="0"/>
                <a:ea typeface="思源黑体 CN Normal" panose="020B0400000000000000" pitchFamily="34" charset="-122"/>
                <a:sym typeface="Arial" panose="020B0604020202020204" pitchFamily="34" charset="0"/>
              </a:rPr>
              <a:t>%</a:t>
            </a:r>
            <a:endParaRPr lang="zh-CN" altLang="en-US" sz="2400"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文本框 13">
            <a:extLst>
              <a:ext uri="{FF2B5EF4-FFF2-40B4-BE49-F238E27FC236}">
                <a16:creationId xmlns:a16="http://schemas.microsoft.com/office/drawing/2014/main" id="{7E5FAD46-34B0-F39A-4101-D8D138688306}"/>
              </a:ext>
            </a:extLst>
          </p:cNvPr>
          <p:cNvSpPr txBox="1"/>
          <p:nvPr/>
        </p:nvSpPr>
        <p:spPr>
          <a:xfrm>
            <a:off x="5444943" y="4367429"/>
            <a:ext cx="1078761" cy="461665"/>
          </a:xfrm>
          <a:prstGeom prst="rect">
            <a:avLst/>
          </a:prstGeom>
          <a:noFill/>
        </p:spPr>
        <p:txBody>
          <a:bodyPr wrap="square" rtlCol="0">
            <a:spAutoFit/>
          </a:bodyPr>
          <a:lstStyle/>
          <a:p>
            <a:r>
              <a:rPr lang="en-US" altLang="zh-CN" sz="2400" dirty="0">
                <a:latin typeface="Arial" panose="020B0604020202020204" pitchFamily="34" charset="0"/>
                <a:ea typeface="思源黑体 CN Normal" panose="020B0400000000000000" pitchFamily="34" charset="-122"/>
                <a:sym typeface="Arial" panose="020B0604020202020204" pitchFamily="34" charset="0"/>
              </a:rPr>
              <a:t>49</a:t>
            </a:r>
            <a:r>
              <a:rPr lang="en-US" altLang="zh-CN" sz="1400" dirty="0">
                <a:latin typeface="Arial" panose="020B0604020202020204" pitchFamily="34" charset="0"/>
                <a:ea typeface="思源黑体 CN Normal" panose="020B0400000000000000" pitchFamily="34" charset="-122"/>
                <a:sym typeface="Arial" panose="020B0604020202020204" pitchFamily="34" charset="0"/>
              </a:rPr>
              <a:t>%</a:t>
            </a:r>
            <a:endParaRPr lang="zh-CN" altLang="en-US" sz="2400"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文本框 14">
            <a:extLst>
              <a:ext uri="{FF2B5EF4-FFF2-40B4-BE49-F238E27FC236}">
                <a16:creationId xmlns:a16="http://schemas.microsoft.com/office/drawing/2014/main" id="{4D806A97-DAA2-3A50-7701-971D0CD74EB5}"/>
              </a:ext>
            </a:extLst>
          </p:cNvPr>
          <p:cNvSpPr txBox="1"/>
          <p:nvPr/>
        </p:nvSpPr>
        <p:spPr>
          <a:xfrm>
            <a:off x="5444943" y="5243485"/>
            <a:ext cx="1078761" cy="461665"/>
          </a:xfrm>
          <a:prstGeom prst="rect">
            <a:avLst/>
          </a:prstGeom>
          <a:noFill/>
        </p:spPr>
        <p:txBody>
          <a:bodyPr wrap="square" rtlCol="0">
            <a:spAutoFit/>
          </a:bodyPr>
          <a:lstStyle/>
          <a:p>
            <a:r>
              <a:rPr lang="en-US" altLang="zh-CN" sz="2400" dirty="0">
                <a:latin typeface="Arial" panose="020B0604020202020204" pitchFamily="34" charset="0"/>
                <a:ea typeface="思源黑体 CN Normal" panose="020B0400000000000000" pitchFamily="34" charset="-122"/>
                <a:sym typeface="Arial" panose="020B0604020202020204" pitchFamily="34" charset="0"/>
              </a:rPr>
              <a:t>71</a:t>
            </a:r>
            <a:r>
              <a:rPr lang="en-US" altLang="zh-CN" sz="1400" dirty="0">
                <a:latin typeface="Arial" panose="020B0604020202020204" pitchFamily="34" charset="0"/>
                <a:ea typeface="思源黑体 CN Normal" panose="020B0400000000000000" pitchFamily="34" charset="-122"/>
                <a:sym typeface="Arial" panose="020B0604020202020204" pitchFamily="34" charset="0"/>
              </a:rPr>
              <a:t>%</a:t>
            </a:r>
            <a:endParaRPr lang="zh-CN" altLang="en-US" sz="2400"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文本框 15">
            <a:extLst>
              <a:ext uri="{FF2B5EF4-FFF2-40B4-BE49-F238E27FC236}">
                <a16:creationId xmlns:a16="http://schemas.microsoft.com/office/drawing/2014/main" id="{E8381E3C-5CBF-C32C-8615-AA678C3576B9}"/>
              </a:ext>
            </a:extLst>
          </p:cNvPr>
          <p:cNvSpPr txBox="1"/>
          <p:nvPr/>
        </p:nvSpPr>
        <p:spPr>
          <a:xfrm>
            <a:off x="1554140" y="1623763"/>
            <a:ext cx="3000693"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BUSINESS</a:t>
            </a:r>
            <a:r>
              <a:rPr kumimoji="1" lang="zh-CN" altLang="en-US" sz="28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28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DATA</a:t>
            </a:r>
            <a:endParaRPr kumimoji="1" lang="zh-CN" altLang="en-US" sz="28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文本框 16">
            <a:extLst>
              <a:ext uri="{FF2B5EF4-FFF2-40B4-BE49-F238E27FC236}">
                <a16:creationId xmlns:a16="http://schemas.microsoft.com/office/drawing/2014/main" id="{4A8726EF-07AB-502F-1AF0-AB9637F1FAE0}"/>
              </a:ext>
            </a:extLst>
          </p:cNvPr>
          <p:cNvSpPr txBox="1"/>
          <p:nvPr/>
        </p:nvSpPr>
        <p:spPr>
          <a:xfrm>
            <a:off x="1546910" y="2229945"/>
            <a:ext cx="4150923" cy="734625"/>
          </a:xfrm>
          <a:prstGeom prst="rect">
            <a:avLst/>
          </a:prstGeom>
          <a:noFill/>
        </p:spPr>
        <p:txBody>
          <a:bodyPr wrap="square" rtlCol="0">
            <a:spAutoFit/>
          </a:bodyPr>
          <a:lstStyle/>
          <a:p>
            <a:pPr>
              <a:lnSpc>
                <a:spcPct val="130000"/>
              </a:lnSpc>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a:t>
            </a:r>
          </a:p>
        </p:txBody>
      </p:sp>
      <p:sp>
        <p:nvSpPr>
          <p:cNvPr id="18" name="文本框 17">
            <a:extLst>
              <a:ext uri="{FF2B5EF4-FFF2-40B4-BE49-F238E27FC236}">
                <a16:creationId xmlns:a16="http://schemas.microsoft.com/office/drawing/2014/main" id="{905E857B-80F4-D67A-9AC2-D913057A4EC3}"/>
              </a:ext>
            </a:extLst>
          </p:cNvPr>
          <p:cNvSpPr txBox="1"/>
          <p:nvPr/>
        </p:nvSpPr>
        <p:spPr>
          <a:xfrm>
            <a:off x="6951857" y="2219294"/>
            <a:ext cx="1909497" cy="338554"/>
          </a:xfrm>
          <a:prstGeom prst="rect">
            <a:avLst/>
          </a:prstGeom>
          <a:noFill/>
        </p:spPr>
        <p:txBody>
          <a:bodyPr wrap="none" rtlCol="0">
            <a:spAutoFit/>
          </a:bodyPr>
          <a:lstStyle/>
          <a:p>
            <a:pPr marL="285750" indent="-285750">
              <a:buFont typeface="Arial" panose="020B0604020202020204" pitchFamily="34" charset="0"/>
              <a:buChar char="•"/>
            </a:pPr>
            <a:r>
              <a:rPr kumimoji="1" lang="zh-CN" altLang="en-US"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请输入数据  </a:t>
            </a:r>
            <a:r>
              <a:rPr kumimoji="1" lang="en-US" altLang="zh-CN"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2%</a:t>
            </a:r>
            <a:endParaRPr kumimoji="1" lang="zh-CN" altLang="en-US"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文本框 18">
            <a:extLst>
              <a:ext uri="{FF2B5EF4-FFF2-40B4-BE49-F238E27FC236}">
                <a16:creationId xmlns:a16="http://schemas.microsoft.com/office/drawing/2014/main" id="{1B78E371-8BDF-A09B-8C8B-F47E4971B5D1}"/>
              </a:ext>
            </a:extLst>
          </p:cNvPr>
          <p:cNvSpPr txBox="1"/>
          <p:nvPr/>
        </p:nvSpPr>
        <p:spPr>
          <a:xfrm>
            <a:off x="7242043" y="2578135"/>
            <a:ext cx="3225247" cy="514564"/>
          </a:xfrm>
          <a:prstGeom prst="rect">
            <a:avLst/>
          </a:prstGeom>
          <a:noFill/>
        </p:spPr>
        <p:txBody>
          <a:bodyPr wrap="square" rtlCol="0">
            <a:spAutoFit/>
          </a:bodyPr>
          <a:lstStyle/>
          <a:p>
            <a:pPr>
              <a:lnSpc>
                <a:spcPct val="130000"/>
              </a:lnSpc>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p>
        </p:txBody>
      </p:sp>
      <p:sp>
        <p:nvSpPr>
          <p:cNvPr id="20" name="文本框 19">
            <a:extLst>
              <a:ext uri="{FF2B5EF4-FFF2-40B4-BE49-F238E27FC236}">
                <a16:creationId xmlns:a16="http://schemas.microsoft.com/office/drawing/2014/main" id="{96C0EC1A-509D-658E-5C3F-75EB25CED7FF}"/>
              </a:ext>
            </a:extLst>
          </p:cNvPr>
          <p:cNvSpPr txBox="1"/>
          <p:nvPr/>
        </p:nvSpPr>
        <p:spPr>
          <a:xfrm>
            <a:off x="6951857" y="3545243"/>
            <a:ext cx="2029723" cy="338554"/>
          </a:xfrm>
          <a:prstGeom prst="rect">
            <a:avLst/>
          </a:prstGeom>
          <a:noFill/>
        </p:spPr>
        <p:txBody>
          <a:bodyPr wrap="none" rtlCol="0">
            <a:spAutoFit/>
          </a:bodyPr>
          <a:lstStyle/>
          <a:p>
            <a:pPr marL="285750" indent="-285750">
              <a:buFont typeface="Arial" panose="020B0604020202020204" pitchFamily="34" charset="0"/>
              <a:buChar char="•"/>
            </a:pPr>
            <a:r>
              <a:rPr kumimoji="1" lang="zh-CN" altLang="en-US"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请输入数据  </a:t>
            </a:r>
            <a:r>
              <a:rPr kumimoji="1" lang="en-US" altLang="zh-CN"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13%</a:t>
            </a:r>
            <a:endParaRPr kumimoji="1" lang="zh-CN" altLang="en-US"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文本框 20">
            <a:extLst>
              <a:ext uri="{FF2B5EF4-FFF2-40B4-BE49-F238E27FC236}">
                <a16:creationId xmlns:a16="http://schemas.microsoft.com/office/drawing/2014/main" id="{F3639F68-039B-4992-5FB0-E43E31534441}"/>
              </a:ext>
            </a:extLst>
          </p:cNvPr>
          <p:cNvSpPr txBox="1"/>
          <p:nvPr/>
        </p:nvSpPr>
        <p:spPr>
          <a:xfrm>
            <a:off x="7242043" y="3904084"/>
            <a:ext cx="3225247" cy="514564"/>
          </a:xfrm>
          <a:prstGeom prst="rect">
            <a:avLst/>
          </a:prstGeom>
          <a:noFill/>
        </p:spPr>
        <p:txBody>
          <a:bodyPr wrap="square" rtlCol="0">
            <a:spAutoFit/>
          </a:bodyPr>
          <a:lstStyle/>
          <a:p>
            <a:pPr>
              <a:lnSpc>
                <a:spcPct val="130000"/>
              </a:lnSpc>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p>
        </p:txBody>
      </p:sp>
      <p:sp>
        <p:nvSpPr>
          <p:cNvPr id="22" name="文本框 21">
            <a:extLst>
              <a:ext uri="{FF2B5EF4-FFF2-40B4-BE49-F238E27FC236}">
                <a16:creationId xmlns:a16="http://schemas.microsoft.com/office/drawing/2014/main" id="{D4F87548-D0C3-DC54-3966-857E38B7A0EA}"/>
              </a:ext>
            </a:extLst>
          </p:cNvPr>
          <p:cNvSpPr txBox="1"/>
          <p:nvPr/>
        </p:nvSpPr>
        <p:spPr>
          <a:xfrm>
            <a:off x="6951857" y="4879019"/>
            <a:ext cx="2029723" cy="338554"/>
          </a:xfrm>
          <a:prstGeom prst="rect">
            <a:avLst/>
          </a:prstGeom>
          <a:noFill/>
        </p:spPr>
        <p:txBody>
          <a:bodyPr wrap="none" rtlCol="0">
            <a:spAutoFit/>
          </a:bodyPr>
          <a:lstStyle/>
          <a:p>
            <a:pPr marL="285750" indent="-285750">
              <a:buFont typeface="Arial" panose="020B0604020202020204" pitchFamily="34" charset="0"/>
              <a:buChar char="•"/>
            </a:pPr>
            <a:r>
              <a:rPr kumimoji="1" lang="zh-CN" altLang="en-US"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请输入数据  </a:t>
            </a:r>
            <a:r>
              <a:rPr kumimoji="1" lang="en-US" altLang="zh-CN"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57%</a:t>
            </a:r>
            <a:endParaRPr kumimoji="1" lang="zh-CN" altLang="en-US" sz="1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文本框 22">
            <a:extLst>
              <a:ext uri="{FF2B5EF4-FFF2-40B4-BE49-F238E27FC236}">
                <a16:creationId xmlns:a16="http://schemas.microsoft.com/office/drawing/2014/main" id="{9061EE40-EC36-BBE5-6F5B-3EA1DC175FEF}"/>
              </a:ext>
            </a:extLst>
          </p:cNvPr>
          <p:cNvSpPr txBox="1"/>
          <p:nvPr/>
        </p:nvSpPr>
        <p:spPr>
          <a:xfrm>
            <a:off x="7242043" y="5237860"/>
            <a:ext cx="3225247" cy="514564"/>
          </a:xfrm>
          <a:prstGeom prst="rect">
            <a:avLst/>
          </a:prstGeom>
          <a:noFill/>
        </p:spPr>
        <p:txBody>
          <a:bodyPr wrap="square" rtlCol="0">
            <a:spAutoFit/>
          </a:bodyPr>
          <a:lstStyle/>
          <a:p>
            <a:pPr>
              <a:lnSpc>
                <a:spcPct val="130000"/>
              </a:lnSpc>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p>
        </p:txBody>
      </p:sp>
      <p:cxnSp>
        <p:nvCxnSpPr>
          <p:cNvPr id="24" name="直线连接符 23">
            <a:extLst>
              <a:ext uri="{FF2B5EF4-FFF2-40B4-BE49-F238E27FC236}">
                <a16:creationId xmlns:a16="http://schemas.microsoft.com/office/drawing/2014/main" id="{B9182BBC-F033-454A-F0D6-B6F3457A7EB0}"/>
              </a:ext>
            </a:extLst>
          </p:cNvPr>
          <p:cNvCxnSpPr/>
          <p:nvPr/>
        </p:nvCxnSpPr>
        <p:spPr>
          <a:xfrm>
            <a:off x="7326522" y="3345957"/>
            <a:ext cx="287241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4136C9CF-8A0C-261E-B581-25C986CFF9BE}"/>
              </a:ext>
            </a:extLst>
          </p:cNvPr>
          <p:cNvCxnSpPr/>
          <p:nvPr/>
        </p:nvCxnSpPr>
        <p:spPr>
          <a:xfrm>
            <a:off x="7326522" y="4663227"/>
            <a:ext cx="287241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C033D201-9890-4AE3-D3BA-B43946D01ED5}"/>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315415070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dissolve">
                                      <p:cBhvr>
                                        <p:cTn id="43" dur="500"/>
                                        <p:tgtEl>
                                          <p:spTgt spid="1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dissolve">
                                      <p:cBhvr>
                                        <p:cTn id="49" dur="500"/>
                                        <p:tgtEl>
                                          <p:spTgt spid="18"/>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dissolve">
                                      <p:cBhvr>
                                        <p:cTn id="52" dur="500"/>
                                        <p:tgtEl>
                                          <p:spTgt spid="19"/>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dissolve">
                                      <p:cBhvr>
                                        <p:cTn id="55" dur="500"/>
                                        <p:tgtEl>
                                          <p:spTgt spid="20"/>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dissolve">
                                      <p:cBhvr>
                                        <p:cTn id="58" dur="500"/>
                                        <p:tgtEl>
                                          <p:spTgt spid="2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dissolve">
                                      <p:cBhvr>
                                        <p:cTn id="61" dur="500"/>
                                        <p:tgtEl>
                                          <p:spTgt spid="22"/>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par>
                                <p:cTn id="65" presetID="9"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dissolve">
                                      <p:cBhvr>
                                        <p:cTn id="67" dur="500"/>
                                        <p:tgtEl>
                                          <p:spTgt spid="24"/>
                                        </p:tgtEl>
                                      </p:cBhvr>
                                    </p:animEffect>
                                  </p:childTnLst>
                                </p:cTn>
                              </p:par>
                              <p:par>
                                <p:cTn id="68" presetID="9"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dissolve">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6DC27E2-8940-BA04-F525-79E11E931224}"/>
              </a:ext>
            </a:extLst>
          </p:cNvPr>
          <p:cNvGrpSpPr/>
          <p:nvPr/>
        </p:nvGrpSpPr>
        <p:grpSpPr>
          <a:xfrm>
            <a:off x="0" y="0"/>
            <a:ext cx="12192000" cy="6858000"/>
            <a:chOff x="0" y="0"/>
            <a:chExt cx="12192000" cy="6858000"/>
          </a:xfrm>
        </p:grpSpPr>
        <p:pic>
          <p:nvPicPr>
            <p:cNvPr id="3" name="图片 2">
              <a:extLst>
                <a:ext uri="{FF2B5EF4-FFF2-40B4-BE49-F238E27FC236}">
                  <a16:creationId xmlns:a16="http://schemas.microsoft.com/office/drawing/2014/main" id="{CFAF5EFA-D487-B338-2979-302C0BD105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图片 4">
              <a:extLst>
                <a:ext uri="{FF2B5EF4-FFF2-40B4-BE49-F238E27FC236}">
                  <a16:creationId xmlns:a16="http://schemas.microsoft.com/office/drawing/2014/main" id="{BD0F10D5-C519-7698-3CF3-65930EBC761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9001" y="0"/>
              <a:ext cx="11302999" cy="6858000"/>
            </a:xfrm>
            <a:prstGeom prst="rect">
              <a:avLst/>
            </a:prstGeom>
          </p:spPr>
        </p:pic>
      </p:grpSp>
      <p:grpSp>
        <p:nvGrpSpPr>
          <p:cNvPr id="7" name="组合 6">
            <a:extLst>
              <a:ext uri="{FF2B5EF4-FFF2-40B4-BE49-F238E27FC236}">
                <a16:creationId xmlns:a16="http://schemas.microsoft.com/office/drawing/2014/main" id="{A54EBD13-1B94-4781-10EF-43F5F498C357}"/>
              </a:ext>
            </a:extLst>
          </p:cNvPr>
          <p:cNvGrpSpPr/>
          <p:nvPr/>
        </p:nvGrpSpPr>
        <p:grpSpPr>
          <a:xfrm>
            <a:off x="522960" y="447886"/>
            <a:ext cx="1992885" cy="691788"/>
            <a:chOff x="5140960" y="527412"/>
            <a:chExt cx="1992885" cy="691788"/>
          </a:xfrm>
        </p:grpSpPr>
        <p:sp>
          <p:nvSpPr>
            <p:cNvPr id="8" name="空心弧 7">
              <a:extLst>
                <a:ext uri="{FF2B5EF4-FFF2-40B4-BE49-F238E27FC236}">
                  <a16:creationId xmlns:a16="http://schemas.microsoft.com/office/drawing/2014/main" id="{9463860F-628B-969C-8E23-5711508C8914}"/>
                </a:ext>
              </a:extLst>
            </p:cNvPr>
            <p:cNvSpPr/>
            <p:nvPr/>
          </p:nvSpPr>
          <p:spPr>
            <a:xfrm>
              <a:off x="5140960" y="670560"/>
              <a:ext cx="548640" cy="548640"/>
            </a:xfrm>
            <a:prstGeom prst="blockArc">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9" name="空心弧 8">
              <a:extLst>
                <a:ext uri="{FF2B5EF4-FFF2-40B4-BE49-F238E27FC236}">
                  <a16:creationId xmlns:a16="http://schemas.microsoft.com/office/drawing/2014/main" id="{DCC0FB9C-AB4B-AA0C-A904-311FEA23CF2C}"/>
                </a:ext>
              </a:extLst>
            </p:cNvPr>
            <p:cNvSpPr/>
            <p:nvPr/>
          </p:nvSpPr>
          <p:spPr>
            <a:xfrm rot="10800000">
              <a:off x="5344160" y="581221"/>
              <a:ext cx="548640" cy="548640"/>
            </a:xfrm>
            <a:prstGeom prst="blockArc">
              <a:avLst/>
            </a:prstGeom>
            <a:solidFill>
              <a:srgbClr val="048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文本框 9">
              <a:extLst>
                <a:ext uri="{FF2B5EF4-FFF2-40B4-BE49-F238E27FC236}">
                  <a16:creationId xmlns:a16="http://schemas.microsoft.com/office/drawing/2014/main" id="{552CD1F5-62FB-6BDF-4987-884B5C3F7BE1}"/>
                </a:ext>
              </a:extLst>
            </p:cNvPr>
            <p:cNvSpPr txBox="1"/>
            <p:nvPr/>
          </p:nvSpPr>
          <p:spPr>
            <a:xfrm>
              <a:off x="5892800" y="527412"/>
              <a:ext cx="1241045" cy="523220"/>
            </a:xfrm>
            <a:prstGeom prst="rect">
              <a:avLst/>
            </a:prstGeom>
            <a:noFill/>
          </p:spPr>
          <p:txBody>
            <a:bodyPr wrap="none" rtlCol="0">
              <a:spAutoFit/>
            </a:bodyPr>
            <a:lstStyle/>
            <a:p>
              <a:r>
                <a:rPr kumimoji="1" lang="en-US" altLang="zh-CN" sz="2800" b="1" dirty="0">
                  <a:solidFill>
                    <a:srgbClr val="2C3139"/>
                  </a:solidFill>
                  <a:ea typeface="+mj-ea"/>
                </a:rPr>
                <a:t>LOGO</a:t>
              </a:r>
              <a:endParaRPr kumimoji="1" lang="zh-CN" altLang="en-US" sz="2800" b="1" dirty="0">
                <a:solidFill>
                  <a:srgbClr val="2C3139"/>
                </a:solidFill>
                <a:ea typeface="+mj-ea"/>
              </a:endParaRPr>
            </a:p>
          </p:txBody>
        </p:sp>
        <p:sp>
          <p:nvSpPr>
            <p:cNvPr id="11" name="文本框 10">
              <a:extLst>
                <a:ext uri="{FF2B5EF4-FFF2-40B4-BE49-F238E27FC236}">
                  <a16:creationId xmlns:a16="http://schemas.microsoft.com/office/drawing/2014/main" id="{9B111029-0403-2AE2-0F64-0664E98AEBE9}"/>
                </a:ext>
              </a:extLst>
            </p:cNvPr>
            <p:cNvSpPr txBox="1"/>
            <p:nvPr/>
          </p:nvSpPr>
          <p:spPr>
            <a:xfrm>
              <a:off x="5912838" y="951887"/>
              <a:ext cx="1200969" cy="215444"/>
            </a:xfrm>
            <a:prstGeom prst="rect">
              <a:avLst/>
            </a:prstGeom>
            <a:noFill/>
          </p:spPr>
          <p:txBody>
            <a:bodyPr wrap="square" rtlCol="0">
              <a:spAutoFit/>
            </a:bodyPr>
            <a:lstStyle/>
            <a:p>
              <a:pPr algn="dist"/>
              <a:r>
                <a:rPr kumimoji="1" lang="en-US" altLang="zh-CN" sz="800" dirty="0">
                  <a:solidFill>
                    <a:srgbClr val="2C3139"/>
                  </a:solidFill>
                  <a:ea typeface="+mj-ea"/>
                </a:rPr>
                <a:t>COMPANY</a:t>
              </a:r>
              <a:r>
                <a:rPr kumimoji="1" lang="zh-CN" altLang="en-US" sz="800" dirty="0">
                  <a:solidFill>
                    <a:srgbClr val="2C3139"/>
                  </a:solidFill>
                  <a:ea typeface="+mj-ea"/>
                </a:rPr>
                <a:t> </a:t>
              </a:r>
              <a:r>
                <a:rPr kumimoji="1" lang="en-US" altLang="zh-CN" sz="800" dirty="0">
                  <a:solidFill>
                    <a:srgbClr val="2C3139"/>
                  </a:solidFill>
                  <a:ea typeface="+mj-ea"/>
                </a:rPr>
                <a:t>SLOGAN</a:t>
              </a:r>
              <a:endParaRPr kumimoji="1" lang="zh-CN" altLang="en-US" sz="800" dirty="0">
                <a:solidFill>
                  <a:srgbClr val="2C3139"/>
                </a:solidFill>
                <a:ea typeface="+mj-ea"/>
              </a:endParaRPr>
            </a:p>
          </p:txBody>
        </p:sp>
      </p:grpSp>
      <p:sp>
        <p:nvSpPr>
          <p:cNvPr id="2" name="文本框 1">
            <a:extLst>
              <a:ext uri="{FF2B5EF4-FFF2-40B4-BE49-F238E27FC236}">
                <a16:creationId xmlns:a16="http://schemas.microsoft.com/office/drawing/2014/main" id="{D12E2B83-4F13-EFE8-6DCB-57BABA14F397}"/>
              </a:ext>
            </a:extLst>
          </p:cNvPr>
          <p:cNvSpPr txBox="1"/>
          <p:nvPr/>
        </p:nvSpPr>
        <p:spPr>
          <a:xfrm>
            <a:off x="1546691" y="2783756"/>
            <a:ext cx="5367221" cy="923330"/>
          </a:xfrm>
          <a:prstGeom prst="rect">
            <a:avLst/>
          </a:prstGeom>
          <a:noFill/>
        </p:spPr>
        <p:txBody>
          <a:bodyPr wrap="square" rtlCol="0">
            <a:spAutoFit/>
          </a:bodyPr>
          <a:lstStyle/>
          <a:p>
            <a:pPr>
              <a:buSzPct val="25000"/>
            </a:pPr>
            <a:r>
              <a:rPr lang="zh-CN" altLang="en-US" sz="5400" b="1"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
        <p:nvSpPr>
          <p:cNvPr id="4" name="矩形: 圆角 3">
            <a:extLst>
              <a:ext uri="{FF2B5EF4-FFF2-40B4-BE49-F238E27FC236}">
                <a16:creationId xmlns:a16="http://schemas.microsoft.com/office/drawing/2014/main" id="{49FF9C21-50B4-FDF1-AF17-8D3901447388}"/>
              </a:ext>
            </a:extLst>
          </p:cNvPr>
          <p:cNvSpPr/>
          <p:nvPr/>
        </p:nvSpPr>
        <p:spPr>
          <a:xfrm>
            <a:off x="1650647" y="4640381"/>
            <a:ext cx="1649463" cy="396000"/>
          </a:xfrm>
          <a:prstGeom prst="roundRect">
            <a:avLst>
              <a:gd name="adj" fmla="val 50000"/>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00" dirty="0"/>
              <a:t>MORE  &gt;&gt;&gt;</a:t>
            </a:r>
            <a:endParaRPr lang="zh-CN" altLang="en-US" sz="1300" dirty="0"/>
          </a:p>
        </p:txBody>
      </p:sp>
      <p:sp>
        <p:nvSpPr>
          <p:cNvPr id="13" name="文本框 12">
            <a:extLst>
              <a:ext uri="{FF2B5EF4-FFF2-40B4-BE49-F238E27FC236}">
                <a16:creationId xmlns:a16="http://schemas.microsoft.com/office/drawing/2014/main" id="{3CD3EE6E-3B39-25E6-F267-1E453E0FC768}"/>
              </a:ext>
            </a:extLst>
          </p:cNvPr>
          <p:cNvSpPr txBox="1"/>
          <p:nvPr/>
        </p:nvSpPr>
        <p:spPr>
          <a:xfrm>
            <a:off x="1562276" y="2083682"/>
            <a:ext cx="3453070" cy="769441"/>
          </a:xfrm>
          <a:prstGeom prst="rect">
            <a:avLst/>
          </a:prstGeom>
          <a:noFill/>
        </p:spPr>
        <p:txBody>
          <a:bodyPr wrap="square" rtlCol="0">
            <a:spAutoFit/>
          </a:bodyPr>
          <a:lstStyle/>
          <a:p>
            <a:r>
              <a:rPr kumimoji="1" lang="en-US" altLang="zh-CN" sz="4400" b="1" dirty="0">
                <a:solidFill>
                  <a:srgbClr val="0485A8"/>
                </a:solidFill>
                <a:ea typeface="+mj-ea"/>
              </a:rPr>
              <a:t>PART  01</a:t>
            </a:r>
            <a:endParaRPr kumimoji="1" lang="zh-CN" altLang="en-US" sz="4400" b="1" dirty="0">
              <a:solidFill>
                <a:srgbClr val="0485A8"/>
              </a:solidFill>
              <a:ea typeface="+mj-ea"/>
            </a:endParaRPr>
          </a:p>
        </p:txBody>
      </p:sp>
      <p:sp>
        <p:nvSpPr>
          <p:cNvPr id="14" name="文本框 13">
            <a:extLst>
              <a:ext uri="{FF2B5EF4-FFF2-40B4-BE49-F238E27FC236}">
                <a16:creationId xmlns:a16="http://schemas.microsoft.com/office/drawing/2014/main" id="{B6E4E590-CB0D-92F5-6632-3B47BB607345}"/>
              </a:ext>
            </a:extLst>
          </p:cNvPr>
          <p:cNvSpPr txBox="1"/>
          <p:nvPr/>
        </p:nvSpPr>
        <p:spPr>
          <a:xfrm>
            <a:off x="1562277" y="3660347"/>
            <a:ext cx="5351633" cy="568810"/>
          </a:xfrm>
          <a:prstGeom prst="rect">
            <a:avLst/>
          </a:prstGeom>
          <a:noFill/>
        </p:spPr>
        <p:txBody>
          <a:bodyPr wrap="square" rtlCol="0">
            <a:spAutoFit/>
          </a:bodyPr>
          <a:lstStyle/>
          <a:p>
            <a:pPr>
              <a:lnSpc>
                <a:spcPct val="150000"/>
              </a:lnSpc>
            </a:pPr>
            <a:r>
              <a:rPr kumimoji="1" lang="en" altLang="zh-CN" sz="1100" spc="100" dirty="0">
                <a:solidFill>
                  <a:schemeClr val="tx1">
                    <a:lumMod val="50000"/>
                    <a:lumOff val="50000"/>
                  </a:schemeClr>
                </a:solidFill>
              </a:rPr>
              <a:t>your content is entered here, or by copying your text, select paste in this box and choose to retain only text. </a:t>
            </a:r>
          </a:p>
        </p:txBody>
      </p:sp>
    </p:spTree>
    <p:extLst>
      <p:ext uri="{BB962C8B-B14F-4D97-AF65-F5344CB8AC3E}">
        <p14:creationId xmlns:p14="http://schemas.microsoft.com/office/powerpoint/2010/main" val="2981736776"/>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checkerboard(across)">
                                      <p:cBhvr>
                                        <p:cTn id="15" dur="500"/>
                                        <p:tgtEl>
                                          <p:spTgt spid="13"/>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checkerboard(across)">
                                      <p:cBhvr>
                                        <p:cTn id="19" dur="500"/>
                                        <p:tgtEl>
                                          <p:spTgt spid="14"/>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6">
            <a:extLst>
              <a:ext uri="{FF2B5EF4-FFF2-40B4-BE49-F238E27FC236}">
                <a16:creationId xmlns:a16="http://schemas.microsoft.com/office/drawing/2014/main" id="{88A05C26-E439-3079-1AE4-57720172B81A}"/>
              </a:ext>
            </a:extLst>
          </p:cNvPr>
          <p:cNvSpPr>
            <a:spLocks/>
          </p:cNvSpPr>
          <p:nvPr/>
        </p:nvSpPr>
        <p:spPr bwMode="auto">
          <a:xfrm>
            <a:off x="6160631" y="2825079"/>
            <a:ext cx="1807119" cy="2723586"/>
          </a:xfrm>
          <a:custGeom>
            <a:avLst/>
            <a:gdLst>
              <a:gd name="T0" fmla="*/ 562 w 584"/>
              <a:gd name="T1" fmla="*/ 879 h 879"/>
              <a:gd name="T2" fmla="*/ 292 w 584"/>
              <a:gd name="T3" fmla="*/ 875 h 879"/>
              <a:gd name="T4" fmla="*/ 278 w 584"/>
              <a:gd name="T5" fmla="*/ 869 h 879"/>
              <a:gd name="T6" fmla="*/ 0 w 584"/>
              <a:gd name="T7" fmla="*/ 592 h 879"/>
              <a:gd name="T8" fmla="*/ 0 w 584"/>
              <a:gd name="T9" fmla="*/ 0 h 879"/>
              <a:gd name="T10" fmla="*/ 573 w 584"/>
              <a:gd name="T11" fmla="*/ 573 h 879"/>
              <a:gd name="T12" fmla="*/ 580 w 584"/>
              <a:gd name="T13" fmla="*/ 588 h 879"/>
              <a:gd name="T14" fmla="*/ 583 w 584"/>
              <a:gd name="T15" fmla="*/ 858 h 879"/>
              <a:gd name="T16" fmla="*/ 562 w 584"/>
              <a:gd name="T17" fmla="*/ 879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4" h="879">
                <a:moveTo>
                  <a:pt x="562" y="879"/>
                </a:moveTo>
                <a:cubicBezTo>
                  <a:pt x="292" y="875"/>
                  <a:pt x="292" y="875"/>
                  <a:pt x="292" y="875"/>
                </a:cubicBezTo>
                <a:cubicBezTo>
                  <a:pt x="287" y="875"/>
                  <a:pt x="282" y="873"/>
                  <a:pt x="278" y="869"/>
                </a:cubicBezTo>
                <a:cubicBezTo>
                  <a:pt x="0" y="592"/>
                  <a:pt x="0" y="592"/>
                  <a:pt x="0" y="592"/>
                </a:cubicBezTo>
                <a:cubicBezTo>
                  <a:pt x="0" y="0"/>
                  <a:pt x="0" y="0"/>
                  <a:pt x="0" y="0"/>
                </a:cubicBezTo>
                <a:cubicBezTo>
                  <a:pt x="573" y="573"/>
                  <a:pt x="573" y="573"/>
                  <a:pt x="573" y="573"/>
                </a:cubicBezTo>
                <a:cubicBezTo>
                  <a:pt x="577" y="577"/>
                  <a:pt x="579" y="582"/>
                  <a:pt x="580" y="588"/>
                </a:cubicBezTo>
                <a:cubicBezTo>
                  <a:pt x="583" y="858"/>
                  <a:pt x="583" y="858"/>
                  <a:pt x="583" y="858"/>
                </a:cubicBezTo>
                <a:cubicBezTo>
                  <a:pt x="584" y="870"/>
                  <a:pt x="574" y="879"/>
                  <a:pt x="562" y="879"/>
                </a:cubicBezTo>
                <a:close/>
              </a:path>
            </a:pathLst>
          </a:custGeom>
          <a:solidFill>
            <a:srgbClr val="79C9E2"/>
          </a:solidFill>
          <a:ln>
            <a:noFill/>
          </a:ln>
          <a:effectLst/>
        </p:spPr>
        <p:txBody>
          <a:bodyPr vert="horz" wrap="square" lIns="91440" tIns="45720" rIns="91440" bIns="45720" numCol="1" anchor="t" anchorCtr="0" compatLnSpc="1">
            <a:prstTxWarp prst="textNoShape">
              <a:avLst/>
            </a:prstTxWarp>
          </a:bodyPr>
          <a:lstStyle/>
          <a:p>
            <a:endParaRPr lang="ru-RU"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Freeform 8">
            <a:extLst>
              <a:ext uri="{FF2B5EF4-FFF2-40B4-BE49-F238E27FC236}">
                <a16:creationId xmlns:a16="http://schemas.microsoft.com/office/drawing/2014/main" id="{32DE45FF-0D0F-4D7E-44A0-25E52C036AF8}"/>
              </a:ext>
            </a:extLst>
          </p:cNvPr>
          <p:cNvSpPr>
            <a:spLocks/>
          </p:cNvSpPr>
          <p:nvPr/>
        </p:nvSpPr>
        <p:spPr bwMode="auto">
          <a:xfrm>
            <a:off x="6156112" y="1942407"/>
            <a:ext cx="1834476" cy="2723586"/>
          </a:xfrm>
          <a:custGeom>
            <a:avLst/>
            <a:gdLst>
              <a:gd name="T0" fmla="*/ 292 w 584"/>
              <a:gd name="T1" fmla="*/ 4 h 879"/>
              <a:gd name="T2" fmla="*/ 562 w 584"/>
              <a:gd name="T3" fmla="*/ 0 h 879"/>
              <a:gd name="T4" fmla="*/ 583 w 584"/>
              <a:gd name="T5" fmla="*/ 21 h 879"/>
              <a:gd name="T6" fmla="*/ 580 w 584"/>
              <a:gd name="T7" fmla="*/ 291 h 879"/>
              <a:gd name="T8" fmla="*/ 573 w 584"/>
              <a:gd name="T9" fmla="*/ 306 h 879"/>
              <a:gd name="T10" fmla="*/ 0 w 584"/>
              <a:gd name="T11" fmla="*/ 879 h 879"/>
              <a:gd name="T12" fmla="*/ 0 w 584"/>
              <a:gd name="T13" fmla="*/ 287 h 879"/>
              <a:gd name="T14" fmla="*/ 278 w 584"/>
              <a:gd name="T15" fmla="*/ 10 h 879"/>
              <a:gd name="T16" fmla="*/ 292 w 584"/>
              <a:gd name="T17" fmla="*/ 4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4" h="879">
                <a:moveTo>
                  <a:pt x="292" y="4"/>
                </a:moveTo>
                <a:cubicBezTo>
                  <a:pt x="562" y="0"/>
                  <a:pt x="562" y="0"/>
                  <a:pt x="562" y="0"/>
                </a:cubicBezTo>
                <a:cubicBezTo>
                  <a:pt x="574" y="0"/>
                  <a:pt x="584" y="9"/>
                  <a:pt x="583" y="21"/>
                </a:cubicBezTo>
                <a:cubicBezTo>
                  <a:pt x="580" y="291"/>
                  <a:pt x="580" y="291"/>
                  <a:pt x="580" y="291"/>
                </a:cubicBezTo>
                <a:cubicBezTo>
                  <a:pt x="579" y="297"/>
                  <a:pt x="577" y="302"/>
                  <a:pt x="573" y="306"/>
                </a:cubicBezTo>
                <a:cubicBezTo>
                  <a:pt x="0" y="879"/>
                  <a:pt x="0" y="879"/>
                  <a:pt x="0" y="879"/>
                </a:cubicBezTo>
                <a:cubicBezTo>
                  <a:pt x="0" y="287"/>
                  <a:pt x="0" y="287"/>
                  <a:pt x="0" y="287"/>
                </a:cubicBezTo>
                <a:cubicBezTo>
                  <a:pt x="278" y="10"/>
                  <a:pt x="278" y="10"/>
                  <a:pt x="278" y="10"/>
                </a:cubicBezTo>
                <a:cubicBezTo>
                  <a:pt x="282" y="6"/>
                  <a:pt x="287" y="4"/>
                  <a:pt x="292" y="4"/>
                </a:cubicBezTo>
                <a:close/>
              </a:path>
            </a:pathLst>
          </a:custGeom>
          <a:solidFill>
            <a:srgbClr val="0485A8"/>
          </a:solidFill>
          <a:ln>
            <a:solidFill>
              <a:schemeClr val="bg1"/>
            </a:solidFill>
          </a:ln>
          <a:effectLst/>
        </p:spPr>
        <p:txBody>
          <a:bodyPr vert="horz" wrap="square" lIns="91440" tIns="45720" rIns="91440" bIns="45720" numCol="1" anchor="t" anchorCtr="0" compatLnSpc="1">
            <a:prstTxWarp prst="textNoShape">
              <a:avLst/>
            </a:prstTxWarp>
          </a:bodyPr>
          <a:lstStyle/>
          <a:p>
            <a:endParaRPr lang="ru-RU"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Freeform 9">
            <a:extLst>
              <a:ext uri="{FF2B5EF4-FFF2-40B4-BE49-F238E27FC236}">
                <a16:creationId xmlns:a16="http://schemas.microsoft.com/office/drawing/2014/main" id="{C644D9EF-E30A-BB7C-F3B4-17CCD642EC68}"/>
              </a:ext>
            </a:extLst>
          </p:cNvPr>
          <p:cNvSpPr>
            <a:spLocks/>
          </p:cNvSpPr>
          <p:nvPr/>
        </p:nvSpPr>
        <p:spPr bwMode="auto">
          <a:xfrm>
            <a:off x="4253548" y="2816636"/>
            <a:ext cx="1808410" cy="2723586"/>
          </a:xfrm>
          <a:custGeom>
            <a:avLst/>
            <a:gdLst>
              <a:gd name="T0" fmla="*/ 22 w 584"/>
              <a:gd name="T1" fmla="*/ 879 h 879"/>
              <a:gd name="T2" fmla="*/ 292 w 584"/>
              <a:gd name="T3" fmla="*/ 875 h 879"/>
              <a:gd name="T4" fmla="*/ 306 w 584"/>
              <a:gd name="T5" fmla="*/ 869 h 879"/>
              <a:gd name="T6" fmla="*/ 584 w 584"/>
              <a:gd name="T7" fmla="*/ 592 h 879"/>
              <a:gd name="T8" fmla="*/ 584 w 584"/>
              <a:gd name="T9" fmla="*/ 0 h 879"/>
              <a:gd name="T10" fmla="*/ 11 w 584"/>
              <a:gd name="T11" fmla="*/ 573 h 879"/>
              <a:gd name="T12" fmla="*/ 4 w 584"/>
              <a:gd name="T13" fmla="*/ 588 h 879"/>
              <a:gd name="T14" fmla="*/ 1 w 584"/>
              <a:gd name="T15" fmla="*/ 858 h 879"/>
              <a:gd name="T16" fmla="*/ 22 w 584"/>
              <a:gd name="T17" fmla="*/ 879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4" h="879">
                <a:moveTo>
                  <a:pt x="22" y="879"/>
                </a:moveTo>
                <a:cubicBezTo>
                  <a:pt x="292" y="875"/>
                  <a:pt x="292" y="875"/>
                  <a:pt x="292" y="875"/>
                </a:cubicBezTo>
                <a:cubicBezTo>
                  <a:pt x="297" y="875"/>
                  <a:pt x="302" y="873"/>
                  <a:pt x="306" y="869"/>
                </a:cubicBezTo>
                <a:cubicBezTo>
                  <a:pt x="584" y="592"/>
                  <a:pt x="584" y="592"/>
                  <a:pt x="584" y="592"/>
                </a:cubicBezTo>
                <a:cubicBezTo>
                  <a:pt x="584" y="0"/>
                  <a:pt x="584" y="0"/>
                  <a:pt x="584" y="0"/>
                </a:cubicBezTo>
                <a:cubicBezTo>
                  <a:pt x="11" y="573"/>
                  <a:pt x="11" y="573"/>
                  <a:pt x="11" y="573"/>
                </a:cubicBezTo>
                <a:cubicBezTo>
                  <a:pt x="7" y="577"/>
                  <a:pt x="5" y="582"/>
                  <a:pt x="4" y="588"/>
                </a:cubicBezTo>
                <a:cubicBezTo>
                  <a:pt x="1" y="858"/>
                  <a:pt x="1" y="858"/>
                  <a:pt x="1" y="858"/>
                </a:cubicBezTo>
                <a:cubicBezTo>
                  <a:pt x="0" y="870"/>
                  <a:pt x="10" y="879"/>
                  <a:pt x="22" y="879"/>
                </a:cubicBezTo>
                <a:close/>
              </a:path>
            </a:pathLst>
          </a:custGeom>
          <a:solidFill>
            <a:srgbClr val="0485A8"/>
          </a:solidFill>
          <a:ln>
            <a:noFill/>
          </a:ln>
          <a:effectLst/>
        </p:spPr>
        <p:txBody>
          <a:bodyPr vert="horz" wrap="square" lIns="91440" tIns="45720" rIns="91440" bIns="45720" numCol="1" anchor="t" anchorCtr="0" compatLnSpc="1">
            <a:prstTxWarp prst="textNoShape">
              <a:avLst/>
            </a:prstTxWarp>
          </a:bodyPr>
          <a:lstStyle/>
          <a:p>
            <a:endParaRPr lang="ru-RU"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7" name="Freeform 11">
            <a:extLst>
              <a:ext uri="{FF2B5EF4-FFF2-40B4-BE49-F238E27FC236}">
                <a16:creationId xmlns:a16="http://schemas.microsoft.com/office/drawing/2014/main" id="{AAB5BCDD-1386-8681-1228-144C421A887E}"/>
              </a:ext>
            </a:extLst>
          </p:cNvPr>
          <p:cNvSpPr>
            <a:spLocks/>
          </p:cNvSpPr>
          <p:nvPr/>
        </p:nvSpPr>
        <p:spPr bwMode="auto">
          <a:xfrm>
            <a:off x="4253548" y="1927276"/>
            <a:ext cx="1808410" cy="2723586"/>
          </a:xfrm>
          <a:custGeom>
            <a:avLst/>
            <a:gdLst>
              <a:gd name="T0" fmla="*/ 292 w 584"/>
              <a:gd name="T1" fmla="*/ 4 h 879"/>
              <a:gd name="T2" fmla="*/ 22 w 584"/>
              <a:gd name="T3" fmla="*/ 0 h 879"/>
              <a:gd name="T4" fmla="*/ 1 w 584"/>
              <a:gd name="T5" fmla="*/ 21 h 879"/>
              <a:gd name="T6" fmla="*/ 4 w 584"/>
              <a:gd name="T7" fmla="*/ 291 h 879"/>
              <a:gd name="T8" fmla="*/ 11 w 584"/>
              <a:gd name="T9" fmla="*/ 306 h 879"/>
              <a:gd name="T10" fmla="*/ 584 w 584"/>
              <a:gd name="T11" fmla="*/ 879 h 879"/>
              <a:gd name="T12" fmla="*/ 584 w 584"/>
              <a:gd name="T13" fmla="*/ 287 h 879"/>
              <a:gd name="T14" fmla="*/ 306 w 584"/>
              <a:gd name="T15" fmla="*/ 10 h 879"/>
              <a:gd name="T16" fmla="*/ 292 w 584"/>
              <a:gd name="T17" fmla="*/ 4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4" h="879">
                <a:moveTo>
                  <a:pt x="292" y="4"/>
                </a:moveTo>
                <a:cubicBezTo>
                  <a:pt x="22" y="0"/>
                  <a:pt x="22" y="0"/>
                  <a:pt x="22" y="0"/>
                </a:cubicBezTo>
                <a:cubicBezTo>
                  <a:pt x="10" y="0"/>
                  <a:pt x="0" y="9"/>
                  <a:pt x="1" y="21"/>
                </a:cubicBezTo>
                <a:cubicBezTo>
                  <a:pt x="4" y="291"/>
                  <a:pt x="4" y="291"/>
                  <a:pt x="4" y="291"/>
                </a:cubicBezTo>
                <a:cubicBezTo>
                  <a:pt x="5" y="297"/>
                  <a:pt x="7" y="302"/>
                  <a:pt x="11" y="306"/>
                </a:cubicBezTo>
                <a:cubicBezTo>
                  <a:pt x="584" y="879"/>
                  <a:pt x="584" y="879"/>
                  <a:pt x="584" y="879"/>
                </a:cubicBezTo>
                <a:cubicBezTo>
                  <a:pt x="584" y="287"/>
                  <a:pt x="584" y="287"/>
                  <a:pt x="584" y="287"/>
                </a:cubicBezTo>
                <a:cubicBezTo>
                  <a:pt x="306" y="10"/>
                  <a:pt x="306" y="10"/>
                  <a:pt x="306" y="10"/>
                </a:cubicBezTo>
                <a:cubicBezTo>
                  <a:pt x="302" y="6"/>
                  <a:pt x="297" y="4"/>
                  <a:pt x="292" y="4"/>
                </a:cubicBezTo>
                <a:close/>
              </a:path>
            </a:pathLst>
          </a:custGeom>
          <a:solidFill>
            <a:srgbClr val="79C9E2"/>
          </a:solidFill>
          <a:ln>
            <a:solidFill>
              <a:schemeClr val="bg1"/>
            </a:solidFill>
          </a:ln>
          <a:effectLst/>
        </p:spPr>
        <p:txBody>
          <a:bodyPr vert="horz" wrap="square" lIns="91440" tIns="45720" rIns="91440" bIns="45720" numCol="1" anchor="t" anchorCtr="0" compatLnSpc="1">
            <a:prstTxWarp prst="textNoShape">
              <a:avLst/>
            </a:prstTxWarp>
          </a:bodyPr>
          <a:lstStyle/>
          <a:p>
            <a:endParaRPr lang="ru-RU" dirty="0">
              <a:solidFill>
                <a:srgbClr val="C00000"/>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8" name="文本框 7">
            <a:extLst>
              <a:ext uri="{FF2B5EF4-FFF2-40B4-BE49-F238E27FC236}">
                <a16:creationId xmlns:a16="http://schemas.microsoft.com/office/drawing/2014/main" id="{27150E90-90FA-27D6-394F-8424EAFC61E3}"/>
              </a:ext>
            </a:extLst>
          </p:cNvPr>
          <p:cNvSpPr txBox="1"/>
          <p:nvPr/>
        </p:nvSpPr>
        <p:spPr>
          <a:xfrm>
            <a:off x="2350208" y="1825323"/>
            <a:ext cx="1639000" cy="369332"/>
          </a:xfrm>
          <a:prstGeom prst="rect">
            <a:avLst/>
          </a:prstGeom>
          <a:noFill/>
        </p:spPr>
        <p:txBody>
          <a:bodyPr wrap="square" rtlCol="0">
            <a:spAutoFit/>
          </a:bodyPr>
          <a:lstStyle/>
          <a:p>
            <a:pPr algn="dist"/>
            <a:r>
              <a:rPr lang="zh-CN" altLang="en-US" dirty="0">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sp>
        <p:nvSpPr>
          <p:cNvPr id="9" name="文本框 8">
            <a:extLst>
              <a:ext uri="{FF2B5EF4-FFF2-40B4-BE49-F238E27FC236}">
                <a16:creationId xmlns:a16="http://schemas.microsoft.com/office/drawing/2014/main" id="{FE2A8F76-5342-403B-2C4C-B022DA3D1411}"/>
              </a:ext>
            </a:extLst>
          </p:cNvPr>
          <p:cNvSpPr txBox="1"/>
          <p:nvPr/>
        </p:nvSpPr>
        <p:spPr>
          <a:xfrm>
            <a:off x="2419413" y="4441817"/>
            <a:ext cx="1639000" cy="369332"/>
          </a:xfrm>
          <a:prstGeom prst="rect">
            <a:avLst/>
          </a:prstGeom>
          <a:noFill/>
        </p:spPr>
        <p:txBody>
          <a:bodyPr wrap="square" rtlCol="0">
            <a:spAutoFit/>
          </a:bodyPr>
          <a:lstStyle/>
          <a:p>
            <a:pPr algn="dist"/>
            <a:r>
              <a:rPr lang="zh-CN" altLang="en-US" dirty="0">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sp>
        <p:nvSpPr>
          <p:cNvPr id="10" name="文本框 9">
            <a:extLst>
              <a:ext uri="{FF2B5EF4-FFF2-40B4-BE49-F238E27FC236}">
                <a16:creationId xmlns:a16="http://schemas.microsoft.com/office/drawing/2014/main" id="{35666559-15A3-C86E-6B9A-3A1D3D97E6CE}"/>
              </a:ext>
            </a:extLst>
          </p:cNvPr>
          <p:cNvSpPr txBox="1"/>
          <p:nvPr/>
        </p:nvSpPr>
        <p:spPr>
          <a:xfrm>
            <a:off x="8174243" y="1830329"/>
            <a:ext cx="1639000" cy="369332"/>
          </a:xfrm>
          <a:prstGeom prst="rect">
            <a:avLst/>
          </a:prstGeom>
          <a:noFill/>
        </p:spPr>
        <p:txBody>
          <a:bodyPr wrap="square" rtlCol="0">
            <a:spAutoFit/>
          </a:bodyPr>
          <a:lstStyle/>
          <a:p>
            <a:pPr algn="dist"/>
            <a:r>
              <a:rPr lang="zh-CN" altLang="en-US" dirty="0">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sp>
        <p:nvSpPr>
          <p:cNvPr id="11" name="文本框 10">
            <a:extLst>
              <a:ext uri="{FF2B5EF4-FFF2-40B4-BE49-F238E27FC236}">
                <a16:creationId xmlns:a16="http://schemas.microsoft.com/office/drawing/2014/main" id="{F9E29856-E023-FC6C-2B59-2EED74F6B1C0}"/>
              </a:ext>
            </a:extLst>
          </p:cNvPr>
          <p:cNvSpPr txBox="1"/>
          <p:nvPr/>
        </p:nvSpPr>
        <p:spPr>
          <a:xfrm>
            <a:off x="8243448" y="4441817"/>
            <a:ext cx="1639000" cy="369332"/>
          </a:xfrm>
          <a:prstGeom prst="rect">
            <a:avLst/>
          </a:prstGeom>
          <a:noFill/>
        </p:spPr>
        <p:txBody>
          <a:bodyPr wrap="square" rtlCol="0">
            <a:spAutoFit/>
          </a:bodyPr>
          <a:lstStyle/>
          <a:p>
            <a:pPr algn="dist"/>
            <a:r>
              <a:rPr lang="zh-CN" altLang="en-US" dirty="0">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sp>
        <p:nvSpPr>
          <p:cNvPr id="12" name="文本框 11">
            <a:extLst>
              <a:ext uri="{FF2B5EF4-FFF2-40B4-BE49-F238E27FC236}">
                <a16:creationId xmlns:a16="http://schemas.microsoft.com/office/drawing/2014/main" id="{43831906-ECB5-DF3F-12C3-0D76ABB24E8B}"/>
              </a:ext>
            </a:extLst>
          </p:cNvPr>
          <p:cNvSpPr txBox="1"/>
          <p:nvPr/>
        </p:nvSpPr>
        <p:spPr>
          <a:xfrm>
            <a:off x="964360" y="2247887"/>
            <a:ext cx="3084403" cy="909801"/>
          </a:xfrm>
          <a:prstGeom prst="rect">
            <a:avLst/>
          </a:prstGeom>
          <a:noFill/>
        </p:spPr>
        <p:txBody>
          <a:bodyPr wrap="square" rtlCol="0">
            <a:spAutoFit/>
          </a:bodyPr>
          <a:lstStyle/>
          <a:p>
            <a:pPr algn="r">
              <a:lnSpc>
                <a:spcPct val="130000"/>
              </a:lnSpc>
            </a:pPr>
            <a:r>
              <a:rPr lang="zh-CN" altLang="en-US" sz="14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单击此处添加内容，内容要与标题相符，可以直接复制粘贴，要选择有用的关键词录入。单击此处添加内容</a:t>
            </a:r>
          </a:p>
        </p:txBody>
      </p:sp>
      <p:sp>
        <p:nvSpPr>
          <p:cNvPr id="13" name="文本框 12">
            <a:extLst>
              <a:ext uri="{FF2B5EF4-FFF2-40B4-BE49-F238E27FC236}">
                <a16:creationId xmlns:a16="http://schemas.microsoft.com/office/drawing/2014/main" id="{2A490CB4-0A0C-CB8B-EA40-E6E34C3E2A38}"/>
              </a:ext>
            </a:extLst>
          </p:cNvPr>
          <p:cNvSpPr txBox="1"/>
          <p:nvPr/>
        </p:nvSpPr>
        <p:spPr>
          <a:xfrm>
            <a:off x="974010" y="4837046"/>
            <a:ext cx="3084403" cy="909801"/>
          </a:xfrm>
          <a:prstGeom prst="rect">
            <a:avLst/>
          </a:prstGeom>
          <a:noFill/>
        </p:spPr>
        <p:txBody>
          <a:bodyPr wrap="square" rtlCol="0">
            <a:spAutoFit/>
          </a:bodyPr>
          <a:lstStyle/>
          <a:p>
            <a:pPr algn="r">
              <a:lnSpc>
                <a:spcPct val="130000"/>
              </a:lnSpc>
            </a:pPr>
            <a:r>
              <a:rPr lang="zh-CN" altLang="en-US" sz="14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单击此处添加内容，内容要与标题相符，可以直接复制粘贴，要选择有用的关键词录入。单击此处添加内容</a:t>
            </a:r>
          </a:p>
        </p:txBody>
      </p:sp>
      <p:sp>
        <p:nvSpPr>
          <p:cNvPr id="14" name="文本框 13">
            <a:extLst>
              <a:ext uri="{FF2B5EF4-FFF2-40B4-BE49-F238E27FC236}">
                <a16:creationId xmlns:a16="http://schemas.microsoft.com/office/drawing/2014/main" id="{94E30F7A-291B-6DD6-8B8E-1D5D0095B726}"/>
              </a:ext>
            </a:extLst>
          </p:cNvPr>
          <p:cNvSpPr txBox="1"/>
          <p:nvPr/>
        </p:nvSpPr>
        <p:spPr>
          <a:xfrm>
            <a:off x="8171921" y="2240370"/>
            <a:ext cx="3084402" cy="909801"/>
          </a:xfrm>
          <a:prstGeom prst="rect">
            <a:avLst/>
          </a:prstGeom>
          <a:noFill/>
        </p:spPr>
        <p:txBody>
          <a:bodyPr wrap="square" rtlCol="0">
            <a:spAutoFit/>
          </a:bodyPr>
          <a:lstStyle/>
          <a:p>
            <a:pPr>
              <a:lnSpc>
                <a:spcPct val="130000"/>
              </a:lnSpc>
            </a:pPr>
            <a:r>
              <a:rPr lang="zh-CN" altLang="en-US" sz="14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单击此处添加内容，内容要与标题相符，可以直接复制粘贴，要选择有用的关键词录入。单击此处添加内容</a:t>
            </a:r>
          </a:p>
        </p:txBody>
      </p:sp>
      <p:sp>
        <p:nvSpPr>
          <p:cNvPr id="15" name="文本框 14">
            <a:extLst>
              <a:ext uri="{FF2B5EF4-FFF2-40B4-BE49-F238E27FC236}">
                <a16:creationId xmlns:a16="http://schemas.microsoft.com/office/drawing/2014/main" id="{7248319E-8717-137B-B2BD-9495E15C527F}"/>
              </a:ext>
            </a:extLst>
          </p:cNvPr>
          <p:cNvSpPr txBox="1"/>
          <p:nvPr/>
        </p:nvSpPr>
        <p:spPr>
          <a:xfrm>
            <a:off x="8171921" y="4811149"/>
            <a:ext cx="3084402" cy="909801"/>
          </a:xfrm>
          <a:prstGeom prst="rect">
            <a:avLst/>
          </a:prstGeom>
          <a:noFill/>
        </p:spPr>
        <p:txBody>
          <a:bodyPr wrap="square" rtlCol="0">
            <a:spAutoFit/>
          </a:bodyPr>
          <a:lstStyle/>
          <a:p>
            <a:pPr>
              <a:lnSpc>
                <a:spcPct val="130000"/>
              </a:lnSpc>
            </a:pPr>
            <a:r>
              <a:rPr lang="zh-CN" altLang="en-US" sz="14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单击此处添加内容，内容要与标题相符，可以直接复制粘贴，要选择有用的关键词录入。单击此处添加内容</a:t>
            </a:r>
          </a:p>
        </p:txBody>
      </p:sp>
      <p:grpSp>
        <p:nvGrpSpPr>
          <p:cNvPr id="16" name="组合 15">
            <a:extLst>
              <a:ext uri="{FF2B5EF4-FFF2-40B4-BE49-F238E27FC236}">
                <a16:creationId xmlns:a16="http://schemas.microsoft.com/office/drawing/2014/main" id="{94C361A8-355C-BFD9-C895-38DBE3575026}"/>
              </a:ext>
            </a:extLst>
          </p:cNvPr>
          <p:cNvGrpSpPr/>
          <p:nvPr/>
        </p:nvGrpSpPr>
        <p:grpSpPr>
          <a:xfrm>
            <a:off x="4603731" y="4811149"/>
            <a:ext cx="366050" cy="355413"/>
            <a:chOff x="6845312" y="7213386"/>
            <a:chExt cx="366050" cy="355413"/>
          </a:xfrm>
          <a:solidFill>
            <a:schemeClr val="bg1"/>
          </a:solidFill>
        </p:grpSpPr>
        <p:sp>
          <p:nvSpPr>
            <p:cNvPr id="17" name="AutoShape 16">
              <a:extLst>
                <a:ext uri="{FF2B5EF4-FFF2-40B4-BE49-F238E27FC236}">
                  <a16:creationId xmlns:a16="http://schemas.microsoft.com/office/drawing/2014/main" id="{5CE0747F-AFD4-F10B-7546-636C797E5088}"/>
                </a:ext>
              </a:extLst>
            </p:cNvPr>
            <p:cNvSpPr>
              <a:spLocks/>
            </p:cNvSpPr>
            <p:nvPr/>
          </p:nvSpPr>
          <p:spPr bwMode="auto">
            <a:xfrm>
              <a:off x="7028650" y="7407988"/>
              <a:ext cx="45678" cy="463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AutoShape 17">
              <a:extLst>
                <a:ext uri="{FF2B5EF4-FFF2-40B4-BE49-F238E27FC236}">
                  <a16:creationId xmlns:a16="http://schemas.microsoft.com/office/drawing/2014/main" id="{6112A742-003B-B3B1-3913-6A455F703DC1}"/>
                </a:ext>
              </a:extLst>
            </p:cNvPr>
            <p:cNvSpPr>
              <a:spLocks/>
            </p:cNvSpPr>
            <p:nvPr/>
          </p:nvSpPr>
          <p:spPr bwMode="auto">
            <a:xfrm>
              <a:off x="6845312" y="7213386"/>
              <a:ext cx="366050" cy="355413"/>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19" name="组合 18">
            <a:extLst>
              <a:ext uri="{FF2B5EF4-FFF2-40B4-BE49-F238E27FC236}">
                <a16:creationId xmlns:a16="http://schemas.microsoft.com/office/drawing/2014/main" id="{EC1176DB-6B8C-5B15-014F-1FE666B44E5B}"/>
              </a:ext>
            </a:extLst>
          </p:cNvPr>
          <p:cNvGrpSpPr/>
          <p:nvPr/>
        </p:nvGrpSpPr>
        <p:grpSpPr>
          <a:xfrm>
            <a:off x="7200543" y="4839646"/>
            <a:ext cx="366050" cy="366676"/>
            <a:chOff x="6113210" y="7202122"/>
            <a:chExt cx="366050" cy="366676"/>
          </a:xfrm>
          <a:solidFill>
            <a:schemeClr val="bg1"/>
          </a:solidFill>
        </p:grpSpPr>
        <p:sp>
          <p:nvSpPr>
            <p:cNvPr id="20" name="AutoShape 18">
              <a:extLst>
                <a:ext uri="{FF2B5EF4-FFF2-40B4-BE49-F238E27FC236}">
                  <a16:creationId xmlns:a16="http://schemas.microsoft.com/office/drawing/2014/main" id="{B72C6CA2-A56C-0D38-16E7-CBD61DC1F4AE}"/>
                </a:ext>
              </a:extLst>
            </p:cNvPr>
            <p:cNvSpPr>
              <a:spLocks/>
            </p:cNvSpPr>
            <p:nvPr/>
          </p:nvSpPr>
          <p:spPr bwMode="auto">
            <a:xfrm>
              <a:off x="6113210" y="7202122"/>
              <a:ext cx="366050"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AutoShape 19">
              <a:extLst>
                <a:ext uri="{FF2B5EF4-FFF2-40B4-BE49-F238E27FC236}">
                  <a16:creationId xmlns:a16="http://schemas.microsoft.com/office/drawing/2014/main" id="{5C49F831-FC8C-1679-2B94-C3DD5540D227}"/>
                </a:ext>
              </a:extLst>
            </p:cNvPr>
            <p:cNvSpPr>
              <a:spLocks/>
            </p:cNvSpPr>
            <p:nvPr/>
          </p:nvSpPr>
          <p:spPr bwMode="auto">
            <a:xfrm>
              <a:off x="6193303"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AutoShape 20">
              <a:extLst>
                <a:ext uri="{FF2B5EF4-FFF2-40B4-BE49-F238E27FC236}">
                  <a16:creationId xmlns:a16="http://schemas.microsoft.com/office/drawing/2014/main" id="{AA9C23F7-EAEB-8ED1-2AFD-9362E19EF477}"/>
                </a:ext>
              </a:extLst>
            </p:cNvPr>
            <p:cNvSpPr>
              <a:spLocks/>
            </p:cNvSpPr>
            <p:nvPr/>
          </p:nvSpPr>
          <p:spPr bwMode="auto">
            <a:xfrm>
              <a:off x="6193303"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AutoShape 21">
              <a:extLst>
                <a:ext uri="{FF2B5EF4-FFF2-40B4-BE49-F238E27FC236}">
                  <a16:creationId xmlns:a16="http://schemas.microsoft.com/office/drawing/2014/main" id="{4648E27E-67D6-1789-7FC4-6DB197E3A408}"/>
                </a:ext>
              </a:extLst>
            </p:cNvPr>
            <p:cNvSpPr>
              <a:spLocks/>
            </p:cNvSpPr>
            <p:nvPr/>
          </p:nvSpPr>
          <p:spPr bwMode="auto">
            <a:xfrm>
              <a:off x="6193303"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AutoShape 22">
              <a:extLst>
                <a:ext uri="{FF2B5EF4-FFF2-40B4-BE49-F238E27FC236}">
                  <a16:creationId xmlns:a16="http://schemas.microsoft.com/office/drawing/2014/main" id="{5C9A41B9-A9BC-D3AE-89F8-D153F08BBDEE}"/>
                </a:ext>
              </a:extLst>
            </p:cNvPr>
            <p:cNvSpPr>
              <a:spLocks/>
            </p:cNvSpPr>
            <p:nvPr/>
          </p:nvSpPr>
          <p:spPr bwMode="auto">
            <a:xfrm>
              <a:off x="6273396"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AutoShape 23">
              <a:extLst>
                <a:ext uri="{FF2B5EF4-FFF2-40B4-BE49-F238E27FC236}">
                  <a16:creationId xmlns:a16="http://schemas.microsoft.com/office/drawing/2014/main" id="{954B26F8-502F-A5DB-2E64-8CE1DCBFA75F}"/>
                </a:ext>
              </a:extLst>
            </p:cNvPr>
            <p:cNvSpPr>
              <a:spLocks/>
            </p:cNvSpPr>
            <p:nvPr/>
          </p:nvSpPr>
          <p:spPr bwMode="auto">
            <a:xfrm>
              <a:off x="6273396"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AutoShape 24">
              <a:extLst>
                <a:ext uri="{FF2B5EF4-FFF2-40B4-BE49-F238E27FC236}">
                  <a16:creationId xmlns:a16="http://schemas.microsoft.com/office/drawing/2014/main" id="{0C2B62A4-7841-2758-0633-BAE5DF43A596}"/>
                </a:ext>
              </a:extLst>
            </p:cNvPr>
            <p:cNvSpPr>
              <a:spLocks/>
            </p:cNvSpPr>
            <p:nvPr/>
          </p:nvSpPr>
          <p:spPr bwMode="auto">
            <a:xfrm>
              <a:off x="6273396"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7" name="AutoShape 25">
              <a:extLst>
                <a:ext uri="{FF2B5EF4-FFF2-40B4-BE49-F238E27FC236}">
                  <a16:creationId xmlns:a16="http://schemas.microsoft.com/office/drawing/2014/main" id="{06D425E0-5AD0-70AA-10EA-126E8953BA5F}"/>
                </a:ext>
              </a:extLst>
            </p:cNvPr>
            <p:cNvSpPr>
              <a:spLocks/>
            </p:cNvSpPr>
            <p:nvPr/>
          </p:nvSpPr>
          <p:spPr bwMode="auto">
            <a:xfrm>
              <a:off x="6353490"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8" name="AutoShape 26">
              <a:extLst>
                <a:ext uri="{FF2B5EF4-FFF2-40B4-BE49-F238E27FC236}">
                  <a16:creationId xmlns:a16="http://schemas.microsoft.com/office/drawing/2014/main" id="{46442591-9B64-AD60-9E0B-1DEE21F8B0D6}"/>
                </a:ext>
              </a:extLst>
            </p:cNvPr>
            <p:cNvSpPr>
              <a:spLocks/>
            </p:cNvSpPr>
            <p:nvPr/>
          </p:nvSpPr>
          <p:spPr bwMode="auto">
            <a:xfrm>
              <a:off x="6353490"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9" name="AutoShape 27">
              <a:extLst>
                <a:ext uri="{FF2B5EF4-FFF2-40B4-BE49-F238E27FC236}">
                  <a16:creationId xmlns:a16="http://schemas.microsoft.com/office/drawing/2014/main" id="{D84886BA-EFBD-1371-6B82-11E92F66A768}"/>
                </a:ext>
              </a:extLst>
            </p:cNvPr>
            <p:cNvSpPr>
              <a:spLocks/>
            </p:cNvSpPr>
            <p:nvPr/>
          </p:nvSpPr>
          <p:spPr bwMode="auto">
            <a:xfrm>
              <a:off x="6353490"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0" name="Freeform 15">
            <a:extLst>
              <a:ext uri="{FF2B5EF4-FFF2-40B4-BE49-F238E27FC236}">
                <a16:creationId xmlns:a16="http://schemas.microsoft.com/office/drawing/2014/main" id="{70196999-115C-CC2B-BD8E-C28B4007E8D8}"/>
              </a:ext>
            </a:extLst>
          </p:cNvPr>
          <p:cNvSpPr>
            <a:spLocks noEditPoints="1"/>
          </p:cNvSpPr>
          <p:nvPr/>
        </p:nvSpPr>
        <p:spPr bwMode="auto">
          <a:xfrm>
            <a:off x="7200543" y="2318448"/>
            <a:ext cx="339546" cy="339156"/>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1" name="Freeform 15">
            <a:extLst>
              <a:ext uri="{FF2B5EF4-FFF2-40B4-BE49-F238E27FC236}">
                <a16:creationId xmlns:a16="http://schemas.microsoft.com/office/drawing/2014/main" id="{A14B1919-BC59-49D7-38FB-00E38A8A4E68}"/>
              </a:ext>
            </a:extLst>
          </p:cNvPr>
          <p:cNvSpPr>
            <a:spLocks noEditPoints="1"/>
          </p:cNvSpPr>
          <p:nvPr/>
        </p:nvSpPr>
        <p:spPr bwMode="auto">
          <a:xfrm>
            <a:off x="4682589" y="2318448"/>
            <a:ext cx="360703" cy="366114"/>
          </a:xfrm>
          <a:custGeom>
            <a:avLst/>
            <a:gdLst>
              <a:gd name="T0" fmla="*/ 164 w 224"/>
              <a:gd name="T1" fmla="*/ 216 h 227"/>
              <a:gd name="T2" fmla="*/ 103 w 224"/>
              <a:gd name="T3" fmla="*/ 227 h 227"/>
              <a:gd name="T4" fmla="*/ 0 w 224"/>
              <a:gd name="T5" fmla="*/ 124 h 227"/>
              <a:gd name="T6" fmla="*/ 124 w 224"/>
              <a:gd name="T7" fmla="*/ 0 h 227"/>
              <a:gd name="T8" fmla="*/ 224 w 224"/>
              <a:gd name="T9" fmla="*/ 94 h 227"/>
              <a:gd name="T10" fmla="*/ 160 w 224"/>
              <a:gd name="T11" fmla="*/ 172 h 227"/>
              <a:gd name="T12" fmla="*/ 130 w 224"/>
              <a:gd name="T13" fmla="*/ 148 h 227"/>
              <a:gd name="T14" fmla="*/ 130 w 224"/>
              <a:gd name="T15" fmla="*/ 148 h 227"/>
              <a:gd name="T16" fmla="*/ 90 w 224"/>
              <a:gd name="T17" fmla="*/ 172 h 227"/>
              <a:gd name="T18" fmla="*/ 52 w 224"/>
              <a:gd name="T19" fmla="*/ 129 h 227"/>
              <a:gd name="T20" fmla="*/ 128 w 224"/>
              <a:gd name="T21" fmla="*/ 54 h 227"/>
              <a:gd name="T22" fmla="*/ 169 w 224"/>
              <a:gd name="T23" fmla="*/ 62 h 227"/>
              <a:gd name="T24" fmla="*/ 159 w 224"/>
              <a:gd name="T25" fmla="*/ 123 h 227"/>
              <a:gd name="T26" fmla="*/ 167 w 224"/>
              <a:gd name="T27" fmla="*/ 148 h 227"/>
              <a:gd name="T28" fmla="*/ 197 w 224"/>
              <a:gd name="T29" fmla="*/ 95 h 227"/>
              <a:gd name="T30" fmla="*/ 120 w 224"/>
              <a:gd name="T31" fmla="*/ 22 h 227"/>
              <a:gd name="T32" fmla="*/ 28 w 224"/>
              <a:gd name="T33" fmla="*/ 120 h 227"/>
              <a:gd name="T34" fmla="*/ 111 w 224"/>
              <a:gd name="T35" fmla="*/ 204 h 227"/>
              <a:gd name="T36" fmla="*/ 158 w 224"/>
              <a:gd name="T37" fmla="*/ 195 h 227"/>
              <a:gd name="T38" fmla="*/ 164 w 224"/>
              <a:gd name="T39" fmla="*/ 216 h 227"/>
              <a:gd name="T40" fmla="*/ 130 w 224"/>
              <a:gd name="T41" fmla="*/ 84 h 227"/>
              <a:gd name="T42" fmla="*/ 123 w 224"/>
              <a:gd name="T43" fmla="*/ 83 h 227"/>
              <a:gd name="T44" fmla="*/ 90 w 224"/>
              <a:gd name="T45" fmla="*/ 124 h 227"/>
              <a:gd name="T46" fmla="*/ 104 w 224"/>
              <a:gd name="T47" fmla="*/ 142 h 227"/>
              <a:gd name="T48" fmla="*/ 126 w 224"/>
              <a:gd name="T49" fmla="*/ 112 h 227"/>
              <a:gd name="T50" fmla="*/ 130 w 224"/>
              <a:gd name="T51" fmla="*/ 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27">
                <a:moveTo>
                  <a:pt x="164" y="216"/>
                </a:moveTo>
                <a:cubicBezTo>
                  <a:pt x="143" y="224"/>
                  <a:pt x="127" y="227"/>
                  <a:pt x="103" y="227"/>
                </a:cubicBezTo>
                <a:cubicBezTo>
                  <a:pt x="49" y="227"/>
                  <a:pt x="0" y="188"/>
                  <a:pt x="0" y="124"/>
                </a:cubicBezTo>
                <a:cubicBezTo>
                  <a:pt x="0" y="58"/>
                  <a:pt x="50" y="0"/>
                  <a:pt x="124" y="0"/>
                </a:cubicBezTo>
                <a:cubicBezTo>
                  <a:pt x="181" y="0"/>
                  <a:pt x="224" y="39"/>
                  <a:pt x="224" y="94"/>
                </a:cubicBezTo>
                <a:cubicBezTo>
                  <a:pt x="224" y="141"/>
                  <a:pt x="197" y="172"/>
                  <a:pt x="160" y="172"/>
                </a:cubicBezTo>
                <a:cubicBezTo>
                  <a:pt x="144" y="172"/>
                  <a:pt x="133" y="164"/>
                  <a:pt x="130" y="148"/>
                </a:cubicBezTo>
                <a:cubicBezTo>
                  <a:pt x="130" y="148"/>
                  <a:pt x="130" y="148"/>
                  <a:pt x="130" y="148"/>
                </a:cubicBezTo>
                <a:cubicBezTo>
                  <a:pt x="120" y="164"/>
                  <a:pt x="106" y="172"/>
                  <a:pt x="90" y="172"/>
                </a:cubicBezTo>
                <a:cubicBezTo>
                  <a:pt x="68" y="172"/>
                  <a:pt x="52" y="156"/>
                  <a:pt x="52" y="129"/>
                </a:cubicBezTo>
                <a:cubicBezTo>
                  <a:pt x="52" y="89"/>
                  <a:pt x="81" y="54"/>
                  <a:pt x="128" y="54"/>
                </a:cubicBezTo>
                <a:cubicBezTo>
                  <a:pt x="143" y="54"/>
                  <a:pt x="161" y="58"/>
                  <a:pt x="169" y="62"/>
                </a:cubicBezTo>
                <a:cubicBezTo>
                  <a:pt x="159" y="123"/>
                  <a:pt x="159" y="123"/>
                  <a:pt x="159" y="123"/>
                </a:cubicBezTo>
                <a:cubicBezTo>
                  <a:pt x="157" y="139"/>
                  <a:pt x="159" y="147"/>
                  <a:pt x="167" y="148"/>
                </a:cubicBezTo>
                <a:cubicBezTo>
                  <a:pt x="180" y="148"/>
                  <a:pt x="197" y="132"/>
                  <a:pt x="197" y="95"/>
                </a:cubicBezTo>
                <a:cubicBezTo>
                  <a:pt x="197" y="54"/>
                  <a:pt x="170" y="22"/>
                  <a:pt x="120" y="22"/>
                </a:cubicBezTo>
                <a:cubicBezTo>
                  <a:pt x="71" y="22"/>
                  <a:pt x="28" y="59"/>
                  <a:pt x="28" y="120"/>
                </a:cubicBezTo>
                <a:cubicBezTo>
                  <a:pt x="28" y="175"/>
                  <a:pt x="63" y="204"/>
                  <a:pt x="111" y="204"/>
                </a:cubicBezTo>
                <a:cubicBezTo>
                  <a:pt x="127" y="204"/>
                  <a:pt x="145" y="201"/>
                  <a:pt x="158" y="195"/>
                </a:cubicBezTo>
                <a:lnTo>
                  <a:pt x="164" y="216"/>
                </a:lnTo>
                <a:close/>
                <a:moveTo>
                  <a:pt x="130" y="84"/>
                </a:moveTo>
                <a:cubicBezTo>
                  <a:pt x="127" y="83"/>
                  <a:pt x="125" y="83"/>
                  <a:pt x="123" y="83"/>
                </a:cubicBezTo>
                <a:cubicBezTo>
                  <a:pt x="104" y="83"/>
                  <a:pt x="90" y="102"/>
                  <a:pt x="90" y="124"/>
                </a:cubicBezTo>
                <a:cubicBezTo>
                  <a:pt x="90" y="135"/>
                  <a:pt x="95" y="142"/>
                  <a:pt x="104" y="142"/>
                </a:cubicBezTo>
                <a:cubicBezTo>
                  <a:pt x="113" y="142"/>
                  <a:pt x="124" y="130"/>
                  <a:pt x="126" y="112"/>
                </a:cubicBezTo>
                <a:lnTo>
                  <a:pt x="130" y="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61DAB116-8B16-15B1-C53E-75767A851654}"/>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280957423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P spid="12" grpId="0"/>
      <p:bldP spid="13" grpId="0"/>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形">
            <a:extLst>
              <a:ext uri="{FF2B5EF4-FFF2-40B4-BE49-F238E27FC236}">
                <a16:creationId xmlns:a16="http://schemas.microsoft.com/office/drawing/2014/main" id="{C677D077-C637-D5F2-D7AE-988E3B27263A}"/>
              </a:ext>
            </a:extLst>
          </p:cNvPr>
          <p:cNvSpPr/>
          <p:nvPr/>
        </p:nvSpPr>
        <p:spPr bwMode="auto">
          <a:xfrm>
            <a:off x="1320009" y="2105902"/>
            <a:ext cx="2629379" cy="3472179"/>
          </a:xfrm>
          <a:prstGeom prst="roundRect">
            <a:avLst>
              <a:gd name="adj" fmla="val 3443"/>
            </a:avLst>
          </a:prstGeom>
          <a:blipFill rotWithShape="1">
            <a:blip r:embed="rId3" cstate="email">
              <a:extLst>
                <a:ext uri="{28A0092B-C50C-407E-A947-70E740481C1C}">
                  <a14:useLocalDpi xmlns:a14="http://schemas.microsoft.com/office/drawing/2010/main"/>
                </a:ext>
              </a:extLst>
            </a:blip>
            <a:stretch>
              <a:fillRect/>
            </a:stretch>
          </a:blipFill>
          <a:ln>
            <a:noFill/>
          </a:ln>
          <a:effectLst/>
        </p:spPr>
        <p:txBody>
          <a:bodyPr/>
          <a:lstStyle/>
          <a:p>
            <a:endParaRPr lang="zh-CN" altLang="en-US" sz="1350"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5" name="图形">
            <a:extLst>
              <a:ext uri="{FF2B5EF4-FFF2-40B4-BE49-F238E27FC236}">
                <a16:creationId xmlns:a16="http://schemas.microsoft.com/office/drawing/2014/main" id="{C0E26D46-0370-06F4-29A9-021C63C2147E}"/>
              </a:ext>
            </a:extLst>
          </p:cNvPr>
          <p:cNvSpPr/>
          <p:nvPr/>
        </p:nvSpPr>
        <p:spPr bwMode="auto">
          <a:xfrm>
            <a:off x="4416904" y="4854188"/>
            <a:ext cx="2926081" cy="723893"/>
          </a:xfrm>
          <a:prstGeom prst="roundRect">
            <a:avLst>
              <a:gd name="adj" fmla="val 10844"/>
            </a:avLst>
          </a:prstGeom>
          <a:solidFill>
            <a:srgbClr val="0485A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dirty="0">
              <a:solidFill>
                <a:srgbClr val="FFFFFF"/>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6" name="文本框 5">
            <a:extLst>
              <a:ext uri="{FF2B5EF4-FFF2-40B4-BE49-F238E27FC236}">
                <a16:creationId xmlns:a16="http://schemas.microsoft.com/office/drawing/2014/main" id="{EEBAEF58-87AD-14F3-FC6F-EDE1EDF289B7}"/>
              </a:ext>
            </a:extLst>
          </p:cNvPr>
          <p:cNvSpPr txBox="1"/>
          <p:nvPr/>
        </p:nvSpPr>
        <p:spPr>
          <a:xfrm>
            <a:off x="4239104" y="2403094"/>
            <a:ext cx="3228496" cy="2038187"/>
          </a:xfrm>
          <a:prstGeom prst="rect">
            <a:avLst/>
          </a:prstGeom>
          <a:noFill/>
        </p:spPr>
        <p:txBody>
          <a:bodyPr wrap="square" rtlCol="0">
            <a:spAutoFit/>
          </a:bodyPr>
          <a:lstStyle/>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7" name="图形">
            <a:extLst>
              <a:ext uri="{FF2B5EF4-FFF2-40B4-BE49-F238E27FC236}">
                <a16:creationId xmlns:a16="http://schemas.microsoft.com/office/drawing/2014/main" id="{DF4D3350-F048-64B2-9702-7ABC2DFD37C1}"/>
              </a:ext>
            </a:extLst>
          </p:cNvPr>
          <p:cNvSpPr/>
          <p:nvPr/>
        </p:nvSpPr>
        <p:spPr bwMode="auto">
          <a:xfrm>
            <a:off x="7810501" y="4854188"/>
            <a:ext cx="2926081" cy="723893"/>
          </a:xfrm>
          <a:prstGeom prst="roundRect">
            <a:avLst>
              <a:gd name="adj" fmla="val 10844"/>
            </a:avLst>
          </a:prstGeom>
          <a:solidFill>
            <a:srgbClr val="79C9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dirty="0">
              <a:solidFill>
                <a:srgbClr val="FFFFFF"/>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8" name="文本框 7">
            <a:extLst>
              <a:ext uri="{FF2B5EF4-FFF2-40B4-BE49-F238E27FC236}">
                <a16:creationId xmlns:a16="http://schemas.microsoft.com/office/drawing/2014/main" id="{EFEFDF37-C9EB-E47E-D46B-F18213ABF9D1}"/>
              </a:ext>
            </a:extLst>
          </p:cNvPr>
          <p:cNvSpPr txBox="1"/>
          <p:nvPr/>
        </p:nvSpPr>
        <p:spPr>
          <a:xfrm>
            <a:off x="7632701" y="2403094"/>
            <a:ext cx="3228496" cy="2038187"/>
          </a:xfrm>
          <a:prstGeom prst="rect">
            <a:avLst/>
          </a:prstGeom>
          <a:noFill/>
        </p:spPr>
        <p:txBody>
          <a:bodyPr wrap="square" rtlCol="0">
            <a:spAutoFit/>
          </a:bodyPr>
          <a:lstStyle/>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grpSp>
        <p:nvGrpSpPr>
          <p:cNvPr id="9" name="组合 8">
            <a:extLst>
              <a:ext uri="{FF2B5EF4-FFF2-40B4-BE49-F238E27FC236}">
                <a16:creationId xmlns:a16="http://schemas.microsoft.com/office/drawing/2014/main" id="{CA4F5955-C4E6-6134-8C9E-0770E3EB0536}"/>
              </a:ext>
            </a:extLst>
          </p:cNvPr>
          <p:cNvGrpSpPr/>
          <p:nvPr/>
        </p:nvGrpSpPr>
        <p:grpSpPr>
          <a:xfrm>
            <a:off x="4600322" y="5059694"/>
            <a:ext cx="366051" cy="343525"/>
            <a:chOff x="8310142" y="5004567"/>
            <a:chExt cx="366051" cy="343525"/>
          </a:xfrm>
          <a:solidFill>
            <a:schemeClr val="bg1"/>
          </a:solidFill>
        </p:grpSpPr>
        <p:sp>
          <p:nvSpPr>
            <p:cNvPr id="10" name="AutoShape 69">
              <a:extLst>
                <a:ext uri="{FF2B5EF4-FFF2-40B4-BE49-F238E27FC236}">
                  <a16:creationId xmlns:a16="http://schemas.microsoft.com/office/drawing/2014/main" id="{895B287D-850A-4ADD-1F6C-0545B0492C3C}"/>
                </a:ext>
              </a:extLst>
            </p:cNvPr>
            <p:cNvSpPr>
              <a:spLocks/>
            </p:cNvSpPr>
            <p:nvPr/>
          </p:nvSpPr>
          <p:spPr bwMode="auto">
            <a:xfrm>
              <a:off x="8310142" y="5004567"/>
              <a:ext cx="366051" cy="343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223" y="5760"/>
                  </a:moveTo>
                  <a:lnTo>
                    <a:pt x="17548" y="5760"/>
                  </a:lnTo>
                  <a:cubicBezTo>
                    <a:pt x="16804" y="5760"/>
                    <a:pt x="16198" y="5114"/>
                    <a:pt x="16198" y="4320"/>
                  </a:cubicBezTo>
                  <a:lnTo>
                    <a:pt x="16200" y="4320"/>
                  </a:lnTo>
                  <a:lnTo>
                    <a:pt x="16200" y="1440"/>
                  </a:lnTo>
                  <a:lnTo>
                    <a:pt x="20250" y="5760"/>
                  </a:lnTo>
                  <a:cubicBezTo>
                    <a:pt x="20250" y="5760"/>
                    <a:pt x="18223" y="5760"/>
                    <a:pt x="18223" y="5760"/>
                  </a:cubicBezTo>
                  <a:close/>
                  <a:moveTo>
                    <a:pt x="20250" y="19440"/>
                  </a:moveTo>
                  <a:cubicBezTo>
                    <a:pt x="20250" y="19837"/>
                    <a:pt x="19948" y="20160"/>
                    <a:pt x="19575" y="20160"/>
                  </a:cubicBezTo>
                  <a:lnTo>
                    <a:pt x="2024" y="20160"/>
                  </a:lnTo>
                  <a:cubicBezTo>
                    <a:pt x="1651" y="20160"/>
                    <a:pt x="1349" y="19837"/>
                    <a:pt x="1349" y="19440"/>
                  </a:cubicBezTo>
                  <a:lnTo>
                    <a:pt x="1349" y="2160"/>
                  </a:lnTo>
                  <a:cubicBezTo>
                    <a:pt x="1349" y="1762"/>
                    <a:pt x="1651" y="1440"/>
                    <a:pt x="2024" y="1440"/>
                  </a:cubicBezTo>
                  <a:lnTo>
                    <a:pt x="15525" y="1440"/>
                  </a:lnTo>
                  <a:lnTo>
                    <a:pt x="15525" y="4320"/>
                  </a:lnTo>
                  <a:lnTo>
                    <a:pt x="15523" y="4320"/>
                  </a:lnTo>
                  <a:cubicBezTo>
                    <a:pt x="15523" y="5513"/>
                    <a:pt x="16430" y="6480"/>
                    <a:pt x="17548" y="6480"/>
                  </a:cubicBezTo>
                  <a:lnTo>
                    <a:pt x="18223" y="6480"/>
                  </a:lnTo>
                  <a:lnTo>
                    <a:pt x="20250" y="6480"/>
                  </a:lnTo>
                  <a:cubicBezTo>
                    <a:pt x="20250" y="6480"/>
                    <a:pt x="20250" y="19440"/>
                    <a:pt x="20250" y="19440"/>
                  </a:cubicBezTo>
                  <a:close/>
                  <a:moveTo>
                    <a:pt x="21204" y="4741"/>
                  </a:moveTo>
                  <a:lnTo>
                    <a:pt x="17154" y="421"/>
                  </a:lnTo>
                  <a:cubicBezTo>
                    <a:pt x="16901" y="151"/>
                    <a:pt x="16557" y="0"/>
                    <a:pt x="16200" y="0"/>
                  </a:cubicBezTo>
                  <a:lnTo>
                    <a:pt x="2024" y="0"/>
                  </a:lnTo>
                  <a:cubicBezTo>
                    <a:pt x="908" y="0"/>
                    <a:pt x="0" y="968"/>
                    <a:pt x="0" y="2160"/>
                  </a:cubicBezTo>
                  <a:lnTo>
                    <a:pt x="0" y="19440"/>
                  </a:lnTo>
                  <a:cubicBezTo>
                    <a:pt x="0" y="20631"/>
                    <a:pt x="908" y="21600"/>
                    <a:pt x="2024" y="21600"/>
                  </a:cubicBezTo>
                  <a:lnTo>
                    <a:pt x="19575" y="21600"/>
                  </a:lnTo>
                  <a:cubicBezTo>
                    <a:pt x="20691" y="21600"/>
                    <a:pt x="21599" y="20631"/>
                    <a:pt x="21599" y="19440"/>
                  </a:cubicBezTo>
                  <a:lnTo>
                    <a:pt x="21599" y="5760"/>
                  </a:lnTo>
                  <a:cubicBezTo>
                    <a:pt x="21599" y="5378"/>
                    <a:pt x="21457" y="5011"/>
                    <a:pt x="21204" y="4741"/>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AutoShape 70">
              <a:extLst>
                <a:ext uri="{FF2B5EF4-FFF2-40B4-BE49-F238E27FC236}">
                  <a16:creationId xmlns:a16="http://schemas.microsoft.com/office/drawing/2014/main" id="{54B37C48-EFAF-0E97-6686-17C0446DC1F4}"/>
                </a:ext>
              </a:extLst>
            </p:cNvPr>
            <p:cNvSpPr>
              <a:spLocks/>
            </p:cNvSpPr>
            <p:nvPr/>
          </p:nvSpPr>
          <p:spPr bwMode="auto">
            <a:xfrm>
              <a:off x="8481589" y="5072772"/>
              <a:ext cx="68830" cy="11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AutoShape 71">
              <a:extLst>
                <a:ext uri="{FF2B5EF4-FFF2-40B4-BE49-F238E27FC236}">
                  <a16:creationId xmlns:a16="http://schemas.microsoft.com/office/drawing/2014/main" id="{7A5B3A74-ADBA-AC3C-3E33-7A97315D8021}"/>
                </a:ext>
              </a:extLst>
            </p:cNvPr>
            <p:cNvSpPr>
              <a:spLocks/>
            </p:cNvSpPr>
            <p:nvPr/>
          </p:nvSpPr>
          <p:spPr bwMode="auto">
            <a:xfrm>
              <a:off x="8481589" y="5107187"/>
              <a:ext cx="68830" cy="11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AutoShape 72">
              <a:extLst>
                <a:ext uri="{FF2B5EF4-FFF2-40B4-BE49-F238E27FC236}">
                  <a16:creationId xmlns:a16="http://schemas.microsoft.com/office/drawing/2014/main" id="{FCF6CA83-D9E9-9D48-EA0A-752E18D4BA06}"/>
                </a:ext>
              </a:extLst>
            </p:cNvPr>
            <p:cNvSpPr>
              <a:spLocks/>
            </p:cNvSpPr>
            <p:nvPr/>
          </p:nvSpPr>
          <p:spPr bwMode="auto">
            <a:xfrm>
              <a:off x="8481589" y="5141602"/>
              <a:ext cx="148923" cy="11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369" y="21599"/>
                    <a:pt x="830" y="21599"/>
                  </a:cubicBezTo>
                  <a:lnTo>
                    <a:pt x="20769" y="21599"/>
                  </a:lnTo>
                  <a:cubicBezTo>
                    <a:pt x="21226" y="21599"/>
                    <a:pt x="21600" y="16769"/>
                    <a:pt x="21600" y="10800"/>
                  </a:cubicBezTo>
                  <a:cubicBezTo>
                    <a:pt x="21600" y="4830"/>
                    <a:pt x="21226" y="0"/>
                    <a:pt x="20769" y="0"/>
                  </a:cubicBezTo>
                  <a:lnTo>
                    <a:pt x="830" y="0"/>
                  </a:lnTo>
                  <a:cubicBezTo>
                    <a:pt x="369" y="0"/>
                    <a:pt x="0" y="4830"/>
                    <a:pt x="0" y="1080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AutoShape 73">
              <a:extLst>
                <a:ext uri="{FF2B5EF4-FFF2-40B4-BE49-F238E27FC236}">
                  <a16:creationId xmlns:a16="http://schemas.microsoft.com/office/drawing/2014/main" id="{4F439B56-4353-5C72-2153-9E9FFE2D2974}"/>
                </a:ext>
              </a:extLst>
            </p:cNvPr>
            <p:cNvSpPr>
              <a:spLocks/>
            </p:cNvSpPr>
            <p:nvPr/>
          </p:nvSpPr>
          <p:spPr bwMode="auto">
            <a:xfrm>
              <a:off x="8355818" y="5210433"/>
              <a:ext cx="274694" cy="11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AutoShape 74">
              <a:extLst>
                <a:ext uri="{FF2B5EF4-FFF2-40B4-BE49-F238E27FC236}">
                  <a16:creationId xmlns:a16="http://schemas.microsoft.com/office/drawing/2014/main" id="{8CC802A4-C11C-A055-1645-13152322B197}"/>
                </a:ext>
              </a:extLst>
            </p:cNvPr>
            <p:cNvSpPr>
              <a:spLocks/>
            </p:cNvSpPr>
            <p:nvPr/>
          </p:nvSpPr>
          <p:spPr bwMode="auto">
            <a:xfrm>
              <a:off x="8355818" y="5244847"/>
              <a:ext cx="274694" cy="11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AutoShape 75">
              <a:extLst>
                <a:ext uri="{FF2B5EF4-FFF2-40B4-BE49-F238E27FC236}">
                  <a16:creationId xmlns:a16="http://schemas.microsoft.com/office/drawing/2014/main" id="{14EFCDA4-9B6E-0998-B3F4-D548439011E4}"/>
                </a:ext>
              </a:extLst>
            </p:cNvPr>
            <p:cNvSpPr>
              <a:spLocks/>
            </p:cNvSpPr>
            <p:nvPr/>
          </p:nvSpPr>
          <p:spPr bwMode="auto">
            <a:xfrm>
              <a:off x="8355818" y="5279263"/>
              <a:ext cx="274694" cy="11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AutoShape 76">
              <a:extLst>
                <a:ext uri="{FF2B5EF4-FFF2-40B4-BE49-F238E27FC236}">
                  <a16:creationId xmlns:a16="http://schemas.microsoft.com/office/drawing/2014/main" id="{0EEBA6EA-604F-B946-1C30-0761CDEAD2FA}"/>
                </a:ext>
              </a:extLst>
            </p:cNvPr>
            <p:cNvSpPr>
              <a:spLocks/>
            </p:cNvSpPr>
            <p:nvPr/>
          </p:nvSpPr>
          <p:spPr bwMode="auto">
            <a:xfrm>
              <a:off x="8355818" y="5176016"/>
              <a:ext cx="274694" cy="11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69"/>
                    <a:pt x="201" y="21599"/>
                    <a:pt x="449" y="21599"/>
                  </a:cubicBezTo>
                  <a:lnTo>
                    <a:pt x="21150" y="21599"/>
                  </a:lnTo>
                  <a:cubicBezTo>
                    <a:pt x="21397" y="21599"/>
                    <a:pt x="21599" y="16769"/>
                    <a:pt x="21599" y="10800"/>
                  </a:cubicBezTo>
                  <a:cubicBezTo>
                    <a:pt x="21599" y="4830"/>
                    <a:pt x="21397" y="0"/>
                    <a:pt x="2115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AutoShape 77">
              <a:extLst>
                <a:ext uri="{FF2B5EF4-FFF2-40B4-BE49-F238E27FC236}">
                  <a16:creationId xmlns:a16="http://schemas.microsoft.com/office/drawing/2014/main" id="{228D09E5-4E34-9225-B428-15E0E7F0B33D}"/>
                </a:ext>
              </a:extLst>
            </p:cNvPr>
            <p:cNvSpPr>
              <a:spLocks/>
            </p:cNvSpPr>
            <p:nvPr/>
          </p:nvSpPr>
          <p:spPr bwMode="auto">
            <a:xfrm>
              <a:off x="8355820" y="5061508"/>
              <a:ext cx="103245" cy="919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5400"/>
                  </a:moveTo>
                  <a:lnTo>
                    <a:pt x="16800" y="5400"/>
                  </a:lnTo>
                  <a:lnTo>
                    <a:pt x="16800" y="16200"/>
                  </a:lnTo>
                  <a:lnTo>
                    <a:pt x="4799" y="16200"/>
                  </a:lnTo>
                  <a:cubicBezTo>
                    <a:pt x="4799" y="16200"/>
                    <a:pt x="4799" y="5400"/>
                    <a:pt x="4799" y="5400"/>
                  </a:cubicBezTo>
                  <a:close/>
                  <a:moveTo>
                    <a:pt x="2399" y="21599"/>
                  </a:moveTo>
                  <a:lnTo>
                    <a:pt x="19200" y="21599"/>
                  </a:lnTo>
                  <a:cubicBezTo>
                    <a:pt x="20526" y="21599"/>
                    <a:pt x="21599" y="20392"/>
                    <a:pt x="21599" y="18900"/>
                  </a:cubicBezTo>
                  <a:lnTo>
                    <a:pt x="21599" y="2700"/>
                  </a:lnTo>
                  <a:cubicBezTo>
                    <a:pt x="21599" y="1207"/>
                    <a:pt x="20526" y="0"/>
                    <a:pt x="19200" y="0"/>
                  </a:cubicBezTo>
                  <a:lnTo>
                    <a:pt x="2399" y="0"/>
                  </a:lnTo>
                  <a:cubicBezTo>
                    <a:pt x="1073" y="0"/>
                    <a:pt x="0" y="1207"/>
                    <a:pt x="0" y="2700"/>
                  </a:cubicBezTo>
                  <a:lnTo>
                    <a:pt x="0" y="18900"/>
                  </a:lnTo>
                  <a:cubicBezTo>
                    <a:pt x="0" y="20392"/>
                    <a:pt x="1073" y="21599"/>
                    <a:pt x="2399"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19" name="组合 18">
            <a:extLst>
              <a:ext uri="{FF2B5EF4-FFF2-40B4-BE49-F238E27FC236}">
                <a16:creationId xmlns:a16="http://schemas.microsoft.com/office/drawing/2014/main" id="{498D91B5-1782-6005-CF87-442BB7D130B5}"/>
              </a:ext>
            </a:extLst>
          </p:cNvPr>
          <p:cNvGrpSpPr/>
          <p:nvPr/>
        </p:nvGrpSpPr>
        <p:grpSpPr>
          <a:xfrm>
            <a:off x="7986564" y="5027217"/>
            <a:ext cx="363151" cy="365488"/>
            <a:chOff x="5745163" y="5881688"/>
            <a:chExt cx="739775" cy="744537"/>
          </a:xfrm>
          <a:solidFill>
            <a:schemeClr val="bg1"/>
          </a:solidFill>
        </p:grpSpPr>
        <p:sp>
          <p:nvSpPr>
            <p:cNvPr id="20" name="Freeform 13">
              <a:extLst>
                <a:ext uri="{FF2B5EF4-FFF2-40B4-BE49-F238E27FC236}">
                  <a16:creationId xmlns:a16="http://schemas.microsoft.com/office/drawing/2014/main" id="{DC77F1BC-9242-6F61-5DC9-00D278D50240}"/>
                </a:ext>
              </a:extLst>
            </p:cNvPr>
            <p:cNvSpPr>
              <a:spLocks noEditPoints="1"/>
            </p:cNvSpPr>
            <p:nvPr/>
          </p:nvSpPr>
          <p:spPr bwMode="auto">
            <a:xfrm>
              <a:off x="5745163" y="5956300"/>
              <a:ext cx="668337" cy="669925"/>
            </a:xfrm>
            <a:custGeom>
              <a:avLst/>
              <a:gdLst>
                <a:gd name="T0" fmla="*/ 129 w 259"/>
                <a:gd name="T1" fmla="*/ 260 h 260"/>
                <a:gd name="T2" fmla="*/ 259 w 259"/>
                <a:gd name="T3" fmla="*/ 130 h 260"/>
                <a:gd name="T4" fmla="*/ 243 w 259"/>
                <a:gd name="T5" fmla="*/ 69 h 260"/>
                <a:gd name="T6" fmla="*/ 240 w 259"/>
                <a:gd name="T7" fmla="*/ 69 h 260"/>
                <a:gd name="T8" fmla="*/ 238 w 259"/>
                <a:gd name="T9" fmla="*/ 69 h 260"/>
                <a:gd name="T10" fmla="*/ 222 w 259"/>
                <a:gd name="T11" fmla="*/ 68 h 260"/>
                <a:gd name="T12" fmla="*/ 210 w 259"/>
                <a:gd name="T13" fmla="*/ 80 h 260"/>
                <a:gd name="T14" fmla="*/ 224 w 259"/>
                <a:gd name="T15" fmla="*/ 130 h 260"/>
                <a:gd name="T16" fmla="*/ 129 w 259"/>
                <a:gd name="T17" fmla="*/ 225 h 260"/>
                <a:gd name="T18" fmla="*/ 34 w 259"/>
                <a:gd name="T19" fmla="*/ 130 h 260"/>
                <a:gd name="T20" fmla="*/ 129 w 259"/>
                <a:gd name="T21" fmla="*/ 35 h 260"/>
                <a:gd name="T22" fmla="*/ 179 w 259"/>
                <a:gd name="T23" fmla="*/ 49 h 260"/>
                <a:gd name="T24" fmla="*/ 190 w 259"/>
                <a:gd name="T25" fmla="*/ 38 h 260"/>
                <a:gd name="T26" fmla="*/ 189 w 259"/>
                <a:gd name="T27" fmla="*/ 19 h 260"/>
                <a:gd name="T28" fmla="*/ 189 w 259"/>
                <a:gd name="T29" fmla="*/ 15 h 260"/>
                <a:gd name="T30" fmla="*/ 129 w 259"/>
                <a:gd name="T31" fmla="*/ 0 h 260"/>
                <a:gd name="T32" fmla="*/ 0 w 259"/>
                <a:gd name="T33" fmla="*/ 130 h 260"/>
                <a:gd name="T34" fmla="*/ 129 w 259"/>
                <a:gd name="T35" fmla="*/ 260 h 260"/>
                <a:gd name="T36" fmla="*/ 129 w 259"/>
                <a:gd name="T37" fmla="*/ 260 h 260"/>
                <a:gd name="T38" fmla="*/ 129 w 259"/>
                <a:gd name="T39"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9" h="260">
                  <a:moveTo>
                    <a:pt x="129" y="260"/>
                  </a:moveTo>
                  <a:cubicBezTo>
                    <a:pt x="201" y="260"/>
                    <a:pt x="259" y="202"/>
                    <a:pt x="259" y="130"/>
                  </a:cubicBezTo>
                  <a:cubicBezTo>
                    <a:pt x="259" y="108"/>
                    <a:pt x="253" y="87"/>
                    <a:pt x="243" y="69"/>
                  </a:cubicBezTo>
                  <a:cubicBezTo>
                    <a:pt x="242" y="69"/>
                    <a:pt x="241" y="69"/>
                    <a:pt x="240" y="69"/>
                  </a:cubicBezTo>
                  <a:cubicBezTo>
                    <a:pt x="240" y="69"/>
                    <a:pt x="239" y="69"/>
                    <a:pt x="238" y="69"/>
                  </a:cubicBezTo>
                  <a:cubicBezTo>
                    <a:pt x="222" y="68"/>
                    <a:pt x="222" y="68"/>
                    <a:pt x="222" y="68"/>
                  </a:cubicBezTo>
                  <a:cubicBezTo>
                    <a:pt x="210" y="80"/>
                    <a:pt x="210" y="80"/>
                    <a:pt x="210" y="80"/>
                  </a:cubicBezTo>
                  <a:cubicBezTo>
                    <a:pt x="219" y="94"/>
                    <a:pt x="224" y="112"/>
                    <a:pt x="224" y="130"/>
                  </a:cubicBezTo>
                  <a:cubicBezTo>
                    <a:pt x="224" y="183"/>
                    <a:pt x="182" y="225"/>
                    <a:pt x="129" y="225"/>
                  </a:cubicBezTo>
                  <a:cubicBezTo>
                    <a:pt x="77" y="225"/>
                    <a:pt x="34" y="183"/>
                    <a:pt x="34" y="130"/>
                  </a:cubicBezTo>
                  <a:cubicBezTo>
                    <a:pt x="34" y="77"/>
                    <a:pt x="76" y="35"/>
                    <a:pt x="129" y="35"/>
                  </a:cubicBezTo>
                  <a:cubicBezTo>
                    <a:pt x="147" y="35"/>
                    <a:pt x="165" y="40"/>
                    <a:pt x="179" y="49"/>
                  </a:cubicBezTo>
                  <a:cubicBezTo>
                    <a:pt x="190" y="38"/>
                    <a:pt x="190" y="38"/>
                    <a:pt x="190" y="38"/>
                  </a:cubicBezTo>
                  <a:cubicBezTo>
                    <a:pt x="189" y="19"/>
                    <a:pt x="189" y="19"/>
                    <a:pt x="189" y="19"/>
                  </a:cubicBezTo>
                  <a:cubicBezTo>
                    <a:pt x="188" y="18"/>
                    <a:pt x="188" y="16"/>
                    <a:pt x="189" y="15"/>
                  </a:cubicBezTo>
                  <a:cubicBezTo>
                    <a:pt x="171" y="6"/>
                    <a:pt x="151" y="0"/>
                    <a:pt x="129" y="0"/>
                  </a:cubicBezTo>
                  <a:cubicBezTo>
                    <a:pt x="58" y="0"/>
                    <a:pt x="0" y="58"/>
                    <a:pt x="0" y="130"/>
                  </a:cubicBezTo>
                  <a:cubicBezTo>
                    <a:pt x="0" y="202"/>
                    <a:pt x="58" y="260"/>
                    <a:pt x="129" y="260"/>
                  </a:cubicBezTo>
                  <a:close/>
                  <a:moveTo>
                    <a:pt x="129" y="260"/>
                  </a:moveTo>
                  <a:cubicBezTo>
                    <a:pt x="129" y="260"/>
                    <a:pt x="129" y="260"/>
                    <a:pt x="129" y="2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Freeform 14">
              <a:extLst>
                <a:ext uri="{FF2B5EF4-FFF2-40B4-BE49-F238E27FC236}">
                  <a16:creationId xmlns:a16="http://schemas.microsoft.com/office/drawing/2014/main" id="{E9312CF2-F188-4AB2-A5BE-C69AFE303385}"/>
                </a:ext>
              </a:extLst>
            </p:cNvPr>
            <p:cNvSpPr>
              <a:spLocks noEditPoints="1"/>
            </p:cNvSpPr>
            <p:nvPr/>
          </p:nvSpPr>
          <p:spPr bwMode="auto">
            <a:xfrm>
              <a:off x="5913438" y="6126163"/>
              <a:ext cx="330200" cy="330200"/>
            </a:xfrm>
            <a:custGeom>
              <a:avLst/>
              <a:gdLst>
                <a:gd name="T0" fmla="*/ 64 w 128"/>
                <a:gd name="T1" fmla="*/ 31 h 128"/>
                <a:gd name="T2" fmla="*/ 67 w 128"/>
                <a:gd name="T3" fmla="*/ 31 h 128"/>
                <a:gd name="T4" fmla="*/ 91 w 128"/>
                <a:gd name="T5" fmla="*/ 7 h 128"/>
                <a:gd name="T6" fmla="*/ 91 w 128"/>
                <a:gd name="T7" fmla="*/ 6 h 128"/>
                <a:gd name="T8" fmla="*/ 64 w 128"/>
                <a:gd name="T9" fmla="*/ 0 h 128"/>
                <a:gd name="T10" fmla="*/ 0 w 128"/>
                <a:gd name="T11" fmla="*/ 64 h 128"/>
                <a:gd name="T12" fmla="*/ 64 w 128"/>
                <a:gd name="T13" fmla="*/ 128 h 128"/>
                <a:gd name="T14" fmla="*/ 128 w 128"/>
                <a:gd name="T15" fmla="*/ 64 h 128"/>
                <a:gd name="T16" fmla="*/ 122 w 128"/>
                <a:gd name="T17" fmla="*/ 37 h 128"/>
                <a:gd name="T18" fmla="*/ 121 w 128"/>
                <a:gd name="T19" fmla="*/ 38 h 128"/>
                <a:gd name="T20" fmla="*/ 97 w 128"/>
                <a:gd name="T21" fmla="*/ 61 h 128"/>
                <a:gd name="T22" fmla="*/ 98 w 128"/>
                <a:gd name="T23" fmla="*/ 64 h 128"/>
                <a:gd name="T24" fmla="*/ 64 w 128"/>
                <a:gd name="T25" fmla="*/ 98 h 128"/>
                <a:gd name="T26" fmla="*/ 31 w 128"/>
                <a:gd name="T27" fmla="*/ 64 h 128"/>
                <a:gd name="T28" fmla="*/ 64 w 128"/>
                <a:gd name="T29" fmla="*/ 31 h 128"/>
                <a:gd name="T30" fmla="*/ 64 w 128"/>
                <a:gd name="T31" fmla="*/ 31 h 128"/>
                <a:gd name="T32" fmla="*/ 64 w 128"/>
                <a:gd name="T33" fmla="*/ 3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8" h="128">
                  <a:moveTo>
                    <a:pt x="64" y="31"/>
                  </a:moveTo>
                  <a:cubicBezTo>
                    <a:pt x="65" y="31"/>
                    <a:pt x="66" y="31"/>
                    <a:pt x="67" y="31"/>
                  </a:cubicBezTo>
                  <a:cubicBezTo>
                    <a:pt x="91" y="7"/>
                    <a:pt x="91" y="7"/>
                    <a:pt x="91" y="7"/>
                  </a:cubicBezTo>
                  <a:cubicBezTo>
                    <a:pt x="91" y="6"/>
                    <a:pt x="91" y="6"/>
                    <a:pt x="91" y="6"/>
                  </a:cubicBezTo>
                  <a:cubicBezTo>
                    <a:pt x="83" y="2"/>
                    <a:pt x="74" y="0"/>
                    <a:pt x="64" y="0"/>
                  </a:cubicBezTo>
                  <a:cubicBezTo>
                    <a:pt x="29" y="0"/>
                    <a:pt x="0" y="29"/>
                    <a:pt x="0" y="64"/>
                  </a:cubicBezTo>
                  <a:cubicBezTo>
                    <a:pt x="0" y="99"/>
                    <a:pt x="29" y="128"/>
                    <a:pt x="64" y="128"/>
                  </a:cubicBezTo>
                  <a:cubicBezTo>
                    <a:pt x="99" y="128"/>
                    <a:pt x="128" y="99"/>
                    <a:pt x="128" y="64"/>
                  </a:cubicBezTo>
                  <a:cubicBezTo>
                    <a:pt x="128" y="54"/>
                    <a:pt x="126" y="45"/>
                    <a:pt x="122" y="37"/>
                  </a:cubicBezTo>
                  <a:cubicBezTo>
                    <a:pt x="121" y="38"/>
                    <a:pt x="121" y="38"/>
                    <a:pt x="121" y="38"/>
                  </a:cubicBezTo>
                  <a:cubicBezTo>
                    <a:pt x="97" y="61"/>
                    <a:pt x="97" y="61"/>
                    <a:pt x="97" y="61"/>
                  </a:cubicBezTo>
                  <a:cubicBezTo>
                    <a:pt x="97" y="62"/>
                    <a:pt x="98" y="63"/>
                    <a:pt x="98" y="64"/>
                  </a:cubicBezTo>
                  <a:cubicBezTo>
                    <a:pt x="98" y="83"/>
                    <a:pt x="83" y="98"/>
                    <a:pt x="64" y="98"/>
                  </a:cubicBezTo>
                  <a:cubicBezTo>
                    <a:pt x="46" y="98"/>
                    <a:pt x="31" y="83"/>
                    <a:pt x="31" y="64"/>
                  </a:cubicBezTo>
                  <a:cubicBezTo>
                    <a:pt x="31" y="46"/>
                    <a:pt x="46" y="31"/>
                    <a:pt x="64" y="31"/>
                  </a:cubicBezTo>
                  <a:close/>
                  <a:moveTo>
                    <a:pt x="64" y="31"/>
                  </a:moveTo>
                  <a:cubicBezTo>
                    <a:pt x="64" y="31"/>
                    <a:pt x="64" y="31"/>
                    <a:pt x="64"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Freeform 15">
              <a:extLst>
                <a:ext uri="{FF2B5EF4-FFF2-40B4-BE49-F238E27FC236}">
                  <a16:creationId xmlns:a16="http://schemas.microsoft.com/office/drawing/2014/main" id="{C7E6D276-7162-AC0A-5EBE-63CDCC0B50AD}"/>
                </a:ext>
              </a:extLst>
            </p:cNvPr>
            <p:cNvSpPr>
              <a:spLocks noEditPoints="1"/>
            </p:cNvSpPr>
            <p:nvPr/>
          </p:nvSpPr>
          <p:spPr bwMode="auto">
            <a:xfrm>
              <a:off x="6078538" y="5881688"/>
              <a:ext cx="406400" cy="407988"/>
            </a:xfrm>
            <a:custGeom>
              <a:avLst/>
              <a:gdLst>
                <a:gd name="T0" fmla="*/ 134 w 158"/>
                <a:gd name="T1" fmla="*/ 43 h 158"/>
                <a:gd name="T2" fmla="*/ 141 w 158"/>
                <a:gd name="T3" fmla="*/ 36 h 158"/>
                <a:gd name="T4" fmla="*/ 141 w 158"/>
                <a:gd name="T5" fmla="*/ 23 h 158"/>
                <a:gd name="T6" fmla="*/ 136 w 158"/>
                <a:gd name="T7" fmla="*/ 18 h 158"/>
                <a:gd name="T8" fmla="*/ 130 w 158"/>
                <a:gd name="T9" fmla="*/ 15 h 158"/>
                <a:gd name="T10" fmla="*/ 123 w 158"/>
                <a:gd name="T11" fmla="*/ 18 h 158"/>
                <a:gd name="T12" fmla="*/ 115 w 158"/>
                <a:gd name="T13" fmla="*/ 27 h 158"/>
                <a:gd name="T14" fmla="*/ 113 w 158"/>
                <a:gd name="T15" fmla="*/ 3 h 158"/>
                <a:gd name="T16" fmla="*/ 110 w 158"/>
                <a:gd name="T17" fmla="*/ 0 h 158"/>
                <a:gd name="T18" fmla="*/ 108 w 158"/>
                <a:gd name="T19" fmla="*/ 1 h 158"/>
                <a:gd name="T20" fmla="*/ 73 w 158"/>
                <a:gd name="T21" fmla="*/ 36 h 158"/>
                <a:gd name="T22" fmla="*/ 69 w 158"/>
                <a:gd name="T23" fmla="*/ 48 h 158"/>
                <a:gd name="T24" fmla="*/ 69 w 158"/>
                <a:gd name="T25" fmla="*/ 49 h 158"/>
                <a:gd name="T26" fmla="*/ 70 w 158"/>
                <a:gd name="T27" fmla="*/ 71 h 158"/>
                <a:gd name="T28" fmla="*/ 58 w 158"/>
                <a:gd name="T29" fmla="*/ 83 h 158"/>
                <a:gd name="T30" fmla="*/ 35 w 158"/>
                <a:gd name="T31" fmla="*/ 106 h 158"/>
                <a:gd name="T32" fmla="*/ 35 w 158"/>
                <a:gd name="T33" fmla="*/ 106 h 158"/>
                <a:gd name="T34" fmla="*/ 13 w 158"/>
                <a:gd name="T35" fmla="*/ 128 h 158"/>
                <a:gd name="T36" fmla="*/ 3 w 158"/>
                <a:gd name="T37" fmla="*/ 138 h 158"/>
                <a:gd name="T38" fmla="*/ 1 w 158"/>
                <a:gd name="T39" fmla="*/ 143 h 158"/>
                <a:gd name="T40" fmla="*/ 0 w 158"/>
                <a:gd name="T41" fmla="*/ 150 h 158"/>
                <a:gd name="T42" fmla="*/ 8 w 158"/>
                <a:gd name="T43" fmla="*/ 158 h 158"/>
                <a:gd name="T44" fmla="*/ 8 w 158"/>
                <a:gd name="T45" fmla="*/ 158 h 158"/>
                <a:gd name="T46" fmla="*/ 16 w 158"/>
                <a:gd name="T47" fmla="*/ 158 h 158"/>
                <a:gd name="T48" fmla="*/ 21 w 158"/>
                <a:gd name="T49" fmla="*/ 156 h 158"/>
                <a:gd name="T50" fmla="*/ 89 w 158"/>
                <a:gd name="T51" fmla="*/ 88 h 158"/>
                <a:gd name="T52" fmla="*/ 109 w 158"/>
                <a:gd name="T53" fmla="*/ 89 h 158"/>
                <a:gd name="T54" fmla="*/ 110 w 158"/>
                <a:gd name="T55" fmla="*/ 89 h 158"/>
                <a:gd name="T56" fmla="*/ 111 w 158"/>
                <a:gd name="T57" fmla="*/ 89 h 158"/>
                <a:gd name="T58" fmla="*/ 122 w 158"/>
                <a:gd name="T59" fmla="*/ 85 h 158"/>
                <a:gd name="T60" fmla="*/ 157 w 158"/>
                <a:gd name="T61" fmla="*/ 50 h 158"/>
                <a:gd name="T62" fmla="*/ 155 w 158"/>
                <a:gd name="T63" fmla="*/ 45 h 158"/>
                <a:gd name="T64" fmla="*/ 134 w 158"/>
                <a:gd name="T65" fmla="*/ 43 h 158"/>
                <a:gd name="T66" fmla="*/ 134 w 158"/>
                <a:gd name="T67" fmla="*/ 43 h 158"/>
                <a:gd name="T68" fmla="*/ 134 w 158"/>
                <a:gd name="T69" fmla="*/ 4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8" h="158">
                  <a:moveTo>
                    <a:pt x="134" y="43"/>
                  </a:moveTo>
                  <a:cubicBezTo>
                    <a:pt x="141" y="36"/>
                    <a:pt x="141" y="36"/>
                    <a:pt x="141" y="36"/>
                  </a:cubicBezTo>
                  <a:cubicBezTo>
                    <a:pt x="145" y="32"/>
                    <a:pt x="145" y="27"/>
                    <a:pt x="141" y="23"/>
                  </a:cubicBezTo>
                  <a:cubicBezTo>
                    <a:pt x="136" y="18"/>
                    <a:pt x="136" y="18"/>
                    <a:pt x="136" y="18"/>
                  </a:cubicBezTo>
                  <a:cubicBezTo>
                    <a:pt x="134" y="16"/>
                    <a:pt x="132" y="15"/>
                    <a:pt x="130" y="15"/>
                  </a:cubicBezTo>
                  <a:cubicBezTo>
                    <a:pt x="127" y="15"/>
                    <a:pt x="125" y="16"/>
                    <a:pt x="123" y="18"/>
                  </a:cubicBezTo>
                  <a:cubicBezTo>
                    <a:pt x="115" y="27"/>
                    <a:pt x="115" y="27"/>
                    <a:pt x="115" y="27"/>
                  </a:cubicBezTo>
                  <a:cubicBezTo>
                    <a:pt x="113" y="3"/>
                    <a:pt x="113" y="3"/>
                    <a:pt x="113" y="3"/>
                  </a:cubicBezTo>
                  <a:cubicBezTo>
                    <a:pt x="113" y="1"/>
                    <a:pt x="111" y="0"/>
                    <a:pt x="110" y="0"/>
                  </a:cubicBezTo>
                  <a:cubicBezTo>
                    <a:pt x="109" y="0"/>
                    <a:pt x="108" y="1"/>
                    <a:pt x="108" y="1"/>
                  </a:cubicBezTo>
                  <a:cubicBezTo>
                    <a:pt x="73" y="36"/>
                    <a:pt x="73" y="36"/>
                    <a:pt x="73" y="36"/>
                  </a:cubicBezTo>
                  <a:cubicBezTo>
                    <a:pt x="70" y="39"/>
                    <a:pt x="68" y="43"/>
                    <a:pt x="69" y="48"/>
                  </a:cubicBezTo>
                  <a:cubicBezTo>
                    <a:pt x="69" y="49"/>
                    <a:pt x="69" y="49"/>
                    <a:pt x="69" y="49"/>
                  </a:cubicBezTo>
                  <a:cubicBezTo>
                    <a:pt x="70" y="71"/>
                    <a:pt x="70" y="71"/>
                    <a:pt x="70" y="71"/>
                  </a:cubicBezTo>
                  <a:cubicBezTo>
                    <a:pt x="58" y="83"/>
                    <a:pt x="58" y="83"/>
                    <a:pt x="58" y="83"/>
                  </a:cubicBezTo>
                  <a:cubicBezTo>
                    <a:pt x="35" y="106"/>
                    <a:pt x="35" y="106"/>
                    <a:pt x="35" y="106"/>
                  </a:cubicBezTo>
                  <a:cubicBezTo>
                    <a:pt x="35" y="106"/>
                    <a:pt x="35" y="106"/>
                    <a:pt x="35" y="106"/>
                  </a:cubicBezTo>
                  <a:cubicBezTo>
                    <a:pt x="13" y="128"/>
                    <a:pt x="13" y="128"/>
                    <a:pt x="13" y="128"/>
                  </a:cubicBezTo>
                  <a:cubicBezTo>
                    <a:pt x="3" y="138"/>
                    <a:pt x="3" y="138"/>
                    <a:pt x="3" y="138"/>
                  </a:cubicBezTo>
                  <a:cubicBezTo>
                    <a:pt x="2" y="139"/>
                    <a:pt x="1" y="141"/>
                    <a:pt x="1" y="143"/>
                  </a:cubicBezTo>
                  <a:cubicBezTo>
                    <a:pt x="0" y="150"/>
                    <a:pt x="0" y="150"/>
                    <a:pt x="0" y="150"/>
                  </a:cubicBezTo>
                  <a:cubicBezTo>
                    <a:pt x="0" y="155"/>
                    <a:pt x="4" y="158"/>
                    <a:pt x="8" y="158"/>
                  </a:cubicBezTo>
                  <a:cubicBezTo>
                    <a:pt x="8" y="158"/>
                    <a:pt x="8" y="158"/>
                    <a:pt x="8" y="158"/>
                  </a:cubicBezTo>
                  <a:cubicBezTo>
                    <a:pt x="16" y="158"/>
                    <a:pt x="16" y="158"/>
                    <a:pt x="16" y="158"/>
                  </a:cubicBezTo>
                  <a:cubicBezTo>
                    <a:pt x="18" y="158"/>
                    <a:pt x="20" y="157"/>
                    <a:pt x="21" y="156"/>
                  </a:cubicBezTo>
                  <a:cubicBezTo>
                    <a:pt x="89" y="88"/>
                    <a:pt x="89" y="88"/>
                    <a:pt x="89" y="88"/>
                  </a:cubicBezTo>
                  <a:cubicBezTo>
                    <a:pt x="109" y="89"/>
                    <a:pt x="109" y="89"/>
                    <a:pt x="109" y="89"/>
                  </a:cubicBezTo>
                  <a:cubicBezTo>
                    <a:pt x="110" y="89"/>
                    <a:pt x="110" y="89"/>
                    <a:pt x="110" y="89"/>
                  </a:cubicBezTo>
                  <a:cubicBezTo>
                    <a:pt x="110" y="89"/>
                    <a:pt x="111" y="89"/>
                    <a:pt x="111" y="89"/>
                  </a:cubicBezTo>
                  <a:cubicBezTo>
                    <a:pt x="115" y="89"/>
                    <a:pt x="119" y="88"/>
                    <a:pt x="122" y="85"/>
                  </a:cubicBezTo>
                  <a:cubicBezTo>
                    <a:pt x="157" y="50"/>
                    <a:pt x="157" y="50"/>
                    <a:pt x="157" y="50"/>
                  </a:cubicBezTo>
                  <a:cubicBezTo>
                    <a:pt x="158" y="48"/>
                    <a:pt x="157" y="45"/>
                    <a:pt x="155" y="45"/>
                  </a:cubicBezTo>
                  <a:lnTo>
                    <a:pt x="134" y="43"/>
                  </a:lnTo>
                  <a:close/>
                  <a:moveTo>
                    <a:pt x="134" y="43"/>
                  </a:moveTo>
                  <a:cubicBezTo>
                    <a:pt x="134" y="43"/>
                    <a:pt x="134" y="43"/>
                    <a:pt x="134"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23" name="文本框 22">
            <a:extLst>
              <a:ext uri="{FF2B5EF4-FFF2-40B4-BE49-F238E27FC236}">
                <a16:creationId xmlns:a16="http://schemas.microsoft.com/office/drawing/2014/main" id="{9891F2A9-63DF-B4EA-3EC8-0030FEB32256}"/>
              </a:ext>
            </a:extLst>
          </p:cNvPr>
          <p:cNvSpPr txBox="1"/>
          <p:nvPr/>
        </p:nvSpPr>
        <p:spPr>
          <a:xfrm>
            <a:off x="5417969" y="5016455"/>
            <a:ext cx="1653709" cy="381451"/>
          </a:xfrm>
          <a:prstGeom prst="rect">
            <a:avLst/>
          </a:prstGeom>
          <a:noFill/>
        </p:spPr>
        <p:txBody>
          <a:bodyPr wrap="square" rtlCol="0">
            <a:spAutoFit/>
          </a:bodyPr>
          <a:lstStyle/>
          <a:p>
            <a:pPr algn="dist">
              <a:lnSpc>
                <a:spcPct val="150000"/>
              </a:lnSpc>
            </a:pPr>
            <a:r>
              <a:rPr lang="zh-CN" altLang="en-US" sz="14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sp>
        <p:nvSpPr>
          <p:cNvPr id="24" name="文本框 23">
            <a:extLst>
              <a:ext uri="{FF2B5EF4-FFF2-40B4-BE49-F238E27FC236}">
                <a16:creationId xmlns:a16="http://schemas.microsoft.com/office/drawing/2014/main" id="{A9B5AFE7-98EC-2988-AD64-7B5E9B91FB32}"/>
              </a:ext>
            </a:extLst>
          </p:cNvPr>
          <p:cNvSpPr txBox="1"/>
          <p:nvPr/>
        </p:nvSpPr>
        <p:spPr>
          <a:xfrm>
            <a:off x="8817231" y="5016455"/>
            <a:ext cx="1653709" cy="381451"/>
          </a:xfrm>
          <a:prstGeom prst="rect">
            <a:avLst/>
          </a:prstGeom>
          <a:noFill/>
        </p:spPr>
        <p:txBody>
          <a:bodyPr wrap="square" rtlCol="0">
            <a:spAutoFit/>
          </a:bodyPr>
          <a:lstStyle/>
          <a:p>
            <a:pPr algn="dist">
              <a:lnSpc>
                <a:spcPct val="150000"/>
              </a:lnSpc>
            </a:pPr>
            <a:r>
              <a:rPr lang="zh-CN" altLang="en-US" sz="14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标题文本预设</a:t>
            </a:r>
          </a:p>
        </p:txBody>
      </p:sp>
      <p:cxnSp>
        <p:nvCxnSpPr>
          <p:cNvPr id="25" name="直线连接符 24">
            <a:extLst>
              <a:ext uri="{FF2B5EF4-FFF2-40B4-BE49-F238E27FC236}">
                <a16:creationId xmlns:a16="http://schemas.microsoft.com/office/drawing/2014/main" id="{77AAA5EB-70D3-3884-3A7C-35ACB0C27066}"/>
              </a:ext>
            </a:extLst>
          </p:cNvPr>
          <p:cNvCxnSpPr>
            <a:cxnSpLocks/>
          </p:cNvCxnSpPr>
          <p:nvPr/>
        </p:nvCxnSpPr>
        <p:spPr>
          <a:xfrm>
            <a:off x="5260804" y="5052480"/>
            <a:ext cx="0" cy="3380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436A48C3-0FC6-4F4B-4237-725FAD4EF5D3}"/>
              </a:ext>
            </a:extLst>
          </p:cNvPr>
          <p:cNvCxnSpPr>
            <a:cxnSpLocks/>
          </p:cNvCxnSpPr>
          <p:nvPr/>
        </p:nvCxnSpPr>
        <p:spPr>
          <a:xfrm>
            <a:off x="8618369" y="5052480"/>
            <a:ext cx="0" cy="3380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C24129A0-E236-5517-99ED-EE71928088AD}"/>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68951661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p:bldP spid="23"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上箭头 3">
            <a:extLst>
              <a:ext uri="{FF2B5EF4-FFF2-40B4-BE49-F238E27FC236}">
                <a16:creationId xmlns:a16="http://schemas.microsoft.com/office/drawing/2014/main" id="{B635D16F-C376-4263-EBA4-81CF39B1BCD0}"/>
              </a:ext>
            </a:extLst>
          </p:cNvPr>
          <p:cNvSpPr/>
          <p:nvPr/>
        </p:nvSpPr>
        <p:spPr>
          <a:xfrm>
            <a:off x="4660229" y="2078386"/>
            <a:ext cx="3040512" cy="3425394"/>
          </a:xfrm>
          <a:prstGeom prst="upArrow">
            <a:avLst>
              <a:gd name="adj1" fmla="val 70622"/>
              <a:gd name="adj2" fmla="val 45219"/>
            </a:avLst>
          </a:prstGeom>
          <a:solidFill>
            <a:srgbClr val="79C9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a:extLst>
              <a:ext uri="{FF2B5EF4-FFF2-40B4-BE49-F238E27FC236}">
                <a16:creationId xmlns:a16="http://schemas.microsoft.com/office/drawing/2014/main" id="{FBDD5F17-84D3-CB8C-809A-E66D0FAF7973}"/>
              </a:ext>
            </a:extLst>
          </p:cNvPr>
          <p:cNvSpPr txBox="1"/>
          <p:nvPr/>
        </p:nvSpPr>
        <p:spPr>
          <a:xfrm>
            <a:off x="5290192" y="4116307"/>
            <a:ext cx="1765181" cy="954685"/>
          </a:xfrm>
          <a:prstGeom prst="rect">
            <a:avLst/>
          </a:prstGeom>
          <a:noFill/>
        </p:spPr>
        <p:txBody>
          <a:bodyPr wrap="square" rtlCol="0">
            <a:spAutoFit/>
          </a:bodyPr>
          <a:lstStyle/>
          <a:p>
            <a:pPr algn="ctr">
              <a:lnSpc>
                <a:spcPct val="130000"/>
              </a:lnSpc>
            </a:pPr>
            <a:r>
              <a:rPr kumimoji="1" lang="zh-CN" altLang="en-US"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6" name="文本框 5">
            <a:extLst>
              <a:ext uri="{FF2B5EF4-FFF2-40B4-BE49-F238E27FC236}">
                <a16:creationId xmlns:a16="http://schemas.microsoft.com/office/drawing/2014/main" id="{03F5886B-1505-DB98-9045-C34FEB1ACF71}"/>
              </a:ext>
            </a:extLst>
          </p:cNvPr>
          <p:cNvSpPr txBox="1"/>
          <p:nvPr/>
        </p:nvSpPr>
        <p:spPr>
          <a:xfrm>
            <a:off x="5354757" y="3684688"/>
            <a:ext cx="1651456" cy="338554"/>
          </a:xfrm>
          <a:prstGeom prst="rect">
            <a:avLst/>
          </a:prstGeom>
          <a:noFill/>
        </p:spPr>
        <p:txBody>
          <a:bodyPr wrap="square" rtlCol="0">
            <a:spAutoFit/>
          </a:bodyPr>
          <a:lstStyle/>
          <a:p>
            <a:pPr algn="ctr"/>
            <a:r>
              <a:rPr lang="zh-CN" altLang="en-US" sz="1600" dirty="0">
                <a:solidFill>
                  <a:schemeClr val="bg1"/>
                </a:solidFill>
                <a:latin typeface="Arial" panose="020B0604020202020204" pitchFamily="34" charset="0"/>
                <a:ea typeface="思源黑体 CN Normal" panose="020B0400000000000000" pitchFamily="34" charset="-122"/>
                <a:cs typeface="微软雅黑" panose="020B0503020204020204" pitchFamily="34" charset="-122"/>
                <a:sym typeface="Arial" panose="020B0604020202020204" pitchFamily="34" charset="0"/>
              </a:rPr>
              <a:t>请输入标题</a:t>
            </a:r>
          </a:p>
        </p:txBody>
      </p:sp>
      <p:sp>
        <p:nvSpPr>
          <p:cNvPr id="7" name="上箭头 6">
            <a:extLst>
              <a:ext uri="{FF2B5EF4-FFF2-40B4-BE49-F238E27FC236}">
                <a16:creationId xmlns:a16="http://schemas.microsoft.com/office/drawing/2014/main" id="{2A784C54-CE24-8571-718A-302DD1183E43}"/>
              </a:ext>
            </a:extLst>
          </p:cNvPr>
          <p:cNvSpPr/>
          <p:nvPr/>
        </p:nvSpPr>
        <p:spPr>
          <a:xfrm>
            <a:off x="8006464" y="2078386"/>
            <a:ext cx="3040512" cy="3425394"/>
          </a:xfrm>
          <a:prstGeom prst="upArrow">
            <a:avLst>
              <a:gd name="adj1" fmla="val 70622"/>
              <a:gd name="adj2" fmla="val 45219"/>
            </a:avLst>
          </a:prstGeom>
          <a:solidFill>
            <a:srgbClr val="0485A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8" name="文本框 7">
            <a:extLst>
              <a:ext uri="{FF2B5EF4-FFF2-40B4-BE49-F238E27FC236}">
                <a16:creationId xmlns:a16="http://schemas.microsoft.com/office/drawing/2014/main" id="{BC2FE5AB-7887-97F9-3E75-34456A57143F}"/>
              </a:ext>
            </a:extLst>
          </p:cNvPr>
          <p:cNvSpPr txBox="1"/>
          <p:nvPr/>
        </p:nvSpPr>
        <p:spPr>
          <a:xfrm>
            <a:off x="8636427" y="4116307"/>
            <a:ext cx="1765181" cy="954685"/>
          </a:xfrm>
          <a:prstGeom prst="rect">
            <a:avLst/>
          </a:prstGeom>
          <a:noFill/>
        </p:spPr>
        <p:txBody>
          <a:bodyPr wrap="square" rtlCol="0">
            <a:spAutoFit/>
          </a:bodyPr>
          <a:lstStyle/>
          <a:p>
            <a:pPr algn="ctr">
              <a:lnSpc>
                <a:spcPct val="130000"/>
              </a:lnSpc>
            </a:pPr>
            <a:r>
              <a:rPr kumimoji="1" lang="zh-CN" altLang="en-US"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9" name="文本框 8">
            <a:extLst>
              <a:ext uri="{FF2B5EF4-FFF2-40B4-BE49-F238E27FC236}">
                <a16:creationId xmlns:a16="http://schemas.microsoft.com/office/drawing/2014/main" id="{16613A8E-2DE8-3D54-76AB-9D924095B37A}"/>
              </a:ext>
            </a:extLst>
          </p:cNvPr>
          <p:cNvSpPr txBox="1"/>
          <p:nvPr/>
        </p:nvSpPr>
        <p:spPr>
          <a:xfrm>
            <a:off x="8700992" y="3684688"/>
            <a:ext cx="1651456" cy="338554"/>
          </a:xfrm>
          <a:prstGeom prst="rect">
            <a:avLst/>
          </a:prstGeom>
          <a:noFill/>
        </p:spPr>
        <p:txBody>
          <a:bodyPr wrap="square" rtlCol="0">
            <a:spAutoFit/>
          </a:bodyPr>
          <a:lstStyle/>
          <a:p>
            <a:pPr algn="ctr"/>
            <a:r>
              <a:rPr lang="zh-CN" altLang="en-US" sz="1600" dirty="0">
                <a:solidFill>
                  <a:schemeClr val="bg1"/>
                </a:solidFill>
                <a:latin typeface="Arial" panose="020B0604020202020204" pitchFamily="34" charset="0"/>
                <a:ea typeface="思源黑体 CN Normal" panose="020B0400000000000000" pitchFamily="34" charset="-122"/>
                <a:cs typeface="微软雅黑" panose="020B0503020204020204" pitchFamily="34" charset="-122"/>
                <a:sym typeface="Arial" panose="020B0604020202020204" pitchFamily="34" charset="0"/>
              </a:rPr>
              <a:t>请输入标题</a:t>
            </a:r>
          </a:p>
        </p:txBody>
      </p:sp>
      <p:sp>
        <p:nvSpPr>
          <p:cNvPr id="10" name="文本框 9">
            <a:extLst>
              <a:ext uri="{FF2B5EF4-FFF2-40B4-BE49-F238E27FC236}">
                <a16:creationId xmlns:a16="http://schemas.microsoft.com/office/drawing/2014/main" id="{1CA1B5E1-9B59-6C3B-058D-BB95D46FEDC6}"/>
              </a:ext>
            </a:extLst>
          </p:cNvPr>
          <p:cNvSpPr txBox="1"/>
          <p:nvPr/>
        </p:nvSpPr>
        <p:spPr>
          <a:xfrm>
            <a:off x="5317930" y="2886927"/>
            <a:ext cx="1593706" cy="523220"/>
          </a:xfrm>
          <a:prstGeom prst="rect">
            <a:avLst/>
          </a:prstGeom>
          <a:noFill/>
        </p:spPr>
        <p:txBody>
          <a:bodyPr wrap="none" rtlCol="0">
            <a:spAutoFit/>
          </a:bodyPr>
          <a:lstStyle/>
          <a:p>
            <a:r>
              <a:rPr kumimoji="1"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34</a:t>
            </a:r>
            <a:r>
              <a:rPr kumimoji="1"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a:t>
            </a:r>
            <a:r>
              <a:rPr kumimoji="1"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~39</a:t>
            </a:r>
            <a:r>
              <a:rPr kumimoji="1"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a:t>
            </a:r>
            <a:endParaRPr kumimoji="1" lang="zh-CN" altLang="en-US"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4C514E93-AF78-C3BB-BFD5-F97A18911A2F}"/>
              </a:ext>
            </a:extLst>
          </p:cNvPr>
          <p:cNvSpPr txBox="1"/>
          <p:nvPr/>
        </p:nvSpPr>
        <p:spPr>
          <a:xfrm>
            <a:off x="8796735" y="2886927"/>
            <a:ext cx="1593706" cy="523220"/>
          </a:xfrm>
          <a:prstGeom prst="rect">
            <a:avLst/>
          </a:prstGeom>
          <a:noFill/>
        </p:spPr>
        <p:txBody>
          <a:bodyPr wrap="none" rtlCol="0">
            <a:spAutoFit/>
          </a:bodyPr>
          <a:lstStyle/>
          <a:p>
            <a:r>
              <a:rPr kumimoji="1"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11</a:t>
            </a:r>
            <a:r>
              <a:rPr kumimoji="1"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a:t>
            </a:r>
            <a:r>
              <a:rPr kumimoji="1"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~28</a:t>
            </a:r>
            <a:r>
              <a:rPr kumimoji="1"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a:t>
            </a:r>
            <a:endParaRPr kumimoji="1" lang="zh-CN" altLang="en-US"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圆角矩形 11">
            <a:extLst>
              <a:ext uri="{FF2B5EF4-FFF2-40B4-BE49-F238E27FC236}">
                <a16:creationId xmlns:a16="http://schemas.microsoft.com/office/drawing/2014/main" id="{CAC1A63A-2050-7866-E29D-0A8FC4845E12}"/>
              </a:ext>
            </a:extLst>
          </p:cNvPr>
          <p:cNvSpPr/>
          <p:nvPr/>
        </p:nvSpPr>
        <p:spPr>
          <a:xfrm>
            <a:off x="1204754" y="2364549"/>
            <a:ext cx="576019" cy="576019"/>
          </a:xfrm>
          <a:prstGeom prst="roundRect">
            <a:avLst/>
          </a:prstGeom>
          <a:solidFill>
            <a:srgbClr val="79C9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圆角矩形 12">
            <a:extLst>
              <a:ext uri="{FF2B5EF4-FFF2-40B4-BE49-F238E27FC236}">
                <a16:creationId xmlns:a16="http://schemas.microsoft.com/office/drawing/2014/main" id="{B7012D0B-71B0-F885-92C1-CCCF7BC0E9EE}"/>
              </a:ext>
            </a:extLst>
          </p:cNvPr>
          <p:cNvSpPr/>
          <p:nvPr/>
        </p:nvSpPr>
        <p:spPr>
          <a:xfrm>
            <a:off x="1204754" y="3599438"/>
            <a:ext cx="576019" cy="576019"/>
          </a:xfrm>
          <a:prstGeom prst="roundRect">
            <a:avLst/>
          </a:prstGeom>
          <a:solidFill>
            <a:srgbClr val="0485A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圆角矩形 13">
            <a:extLst>
              <a:ext uri="{FF2B5EF4-FFF2-40B4-BE49-F238E27FC236}">
                <a16:creationId xmlns:a16="http://schemas.microsoft.com/office/drawing/2014/main" id="{1BDB8CA8-C461-3B7B-E8A8-6C284E386586}"/>
              </a:ext>
            </a:extLst>
          </p:cNvPr>
          <p:cNvSpPr/>
          <p:nvPr/>
        </p:nvSpPr>
        <p:spPr>
          <a:xfrm>
            <a:off x="1204754" y="4774730"/>
            <a:ext cx="576019" cy="576019"/>
          </a:xfrm>
          <a:prstGeom prst="roundRect">
            <a:avLst/>
          </a:prstGeom>
          <a:solidFill>
            <a:srgbClr val="79C9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文本框 14">
            <a:extLst>
              <a:ext uri="{FF2B5EF4-FFF2-40B4-BE49-F238E27FC236}">
                <a16:creationId xmlns:a16="http://schemas.microsoft.com/office/drawing/2014/main" id="{0B417F69-1083-F7FF-C1CA-94002EA20EBB}"/>
              </a:ext>
            </a:extLst>
          </p:cNvPr>
          <p:cNvSpPr txBox="1"/>
          <p:nvPr/>
        </p:nvSpPr>
        <p:spPr>
          <a:xfrm>
            <a:off x="1916210" y="2330853"/>
            <a:ext cx="2386763" cy="734625"/>
          </a:xfrm>
          <a:prstGeom prst="rect">
            <a:avLst/>
          </a:prstGeom>
          <a:noFill/>
        </p:spPr>
        <p:txBody>
          <a:bodyPr wrap="square" rtlCol="0">
            <a:spAutoFit/>
          </a:bodyPr>
          <a:lstStyle/>
          <a:p>
            <a:pPr>
              <a:lnSpc>
                <a:spcPct val="130000"/>
              </a:lnSpc>
            </a:pPr>
            <a:r>
              <a:rPr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您的内容打在这里，或者通过复制您的文本后，在此框中选择粘贴，并选择只保留文字。</a:t>
            </a:r>
            <a:endPar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6" name="文本框 15">
            <a:extLst>
              <a:ext uri="{FF2B5EF4-FFF2-40B4-BE49-F238E27FC236}">
                <a16:creationId xmlns:a16="http://schemas.microsoft.com/office/drawing/2014/main" id="{F6D98A2E-A628-6963-B778-BCDFAAFA28D1}"/>
              </a:ext>
            </a:extLst>
          </p:cNvPr>
          <p:cNvSpPr txBox="1"/>
          <p:nvPr/>
        </p:nvSpPr>
        <p:spPr>
          <a:xfrm>
            <a:off x="1916210" y="3524279"/>
            <a:ext cx="2386763" cy="734625"/>
          </a:xfrm>
          <a:prstGeom prst="rect">
            <a:avLst/>
          </a:prstGeom>
          <a:noFill/>
        </p:spPr>
        <p:txBody>
          <a:bodyPr wrap="square" rtlCol="0">
            <a:spAutoFit/>
          </a:bodyPr>
          <a:lstStyle/>
          <a:p>
            <a:pPr>
              <a:lnSpc>
                <a:spcPct val="130000"/>
              </a:lnSpc>
            </a:pPr>
            <a:r>
              <a:rPr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您的内容打在这里，或者通过复制您的文本后，在此框中选择粘贴，并选择只保留文字。</a:t>
            </a:r>
            <a:endPar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7" name="文本框 16">
            <a:extLst>
              <a:ext uri="{FF2B5EF4-FFF2-40B4-BE49-F238E27FC236}">
                <a16:creationId xmlns:a16="http://schemas.microsoft.com/office/drawing/2014/main" id="{DF0E0867-0F32-A45F-A2DE-6590FA220B6D}"/>
              </a:ext>
            </a:extLst>
          </p:cNvPr>
          <p:cNvSpPr txBox="1"/>
          <p:nvPr/>
        </p:nvSpPr>
        <p:spPr>
          <a:xfrm>
            <a:off x="1916210" y="4717705"/>
            <a:ext cx="2386763" cy="734625"/>
          </a:xfrm>
          <a:prstGeom prst="rect">
            <a:avLst/>
          </a:prstGeom>
          <a:noFill/>
        </p:spPr>
        <p:txBody>
          <a:bodyPr wrap="square" rtlCol="0">
            <a:spAutoFit/>
          </a:bodyPr>
          <a:lstStyle/>
          <a:p>
            <a:pPr>
              <a:lnSpc>
                <a:spcPct val="130000"/>
              </a:lnSpc>
            </a:pPr>
            <a:r>
              <a:rPr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您的内容打在这里，或者通过复制您的文本后，在此框中选择粘贴，并选择只保留文字。</a:t>
            </a:r>
            <a:endPar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8" name="Freeform 58">
            <a:extLst>
              <a:ext uri="{FF2B5EF4-FFF2-40B4-BE49-F238E27FC236}">
                <a16:creationId xmlns:a16="http://schemas.microsoft.com/office/drawing/2014/main" id="{ACA08735-2C92-53E1-21A1-B99B17488487}"/>
              </a:ext>
            </a:extLst>
          </p:cNvPr>
          <p:cNvSpPr>
            <a:spLocks noEditPoints="1"/>
          </p:cNvSpPr>
          <p:nvPr/>
        </p:nvSpPr>
        <p:spPr bwMode="auto">
          <a:xfrm>
            <a:off x="1330545" y="3717721"/>
            <a:ext cx="309563" cy="357188"/>
          </a:xfrm>
          <a:custGeom>
            <a:avLst/>
            <a:gdLst>
              <a:gd name="T0" fmla="*/ 87 w 174"/>
              <a:gd name="T1" fmla="*/ 21 h 200"/>
              <a:gd name="T2" fmla="*/ 145 w 174"/>
              <a:gd name="T3" fmla="*/ 66 h 200"/>
              <a:gd name="T4" fmla="*/ 129 w 174"/>
              <a:gd name="T5" fmla="*/ 29 h 200"/>
              <a:gd name="T6" fmla="*/ 90 w 174"/>
              <a:gd name="T7" fmla="*/ 13 h 200"/>
              <a:gd name="T8" fmla="*/ 83 w 174"/>
              <a:gd name="T9" fmla="*/ 13 h 200"/>
              <a:gd name="T10" fmla="*/ 44 w 174"/>
              <a:gd name="T11" fmla="*/ 29 h 200"/>
              <a:gd name="T12" fmla="*/ 28 w 174"/>
              <a:gd name="T13" fmla="*/ 68 h 200"/>
              <a:gd name="T14" fmla="*/ 28 w 174"/>
              <a:gd name="T15" fmla="*/ 69 h 200"/>
              <a:gd name="T16" fmla="*/ 87 w 174"/>
              <a:gd name="T17" fmla="*/ 21 h 200"/>
              <a:gd name="T18" fmla="*/ 145 w 174"/>
              <a:gd name="T19" fmla="*/ 108 h 200"/>
              <a:gd name="T20" fmla="*/ 87 w 174"/>
              <a:gd name="T21" fmla="*/ 166 h 200"/>
              <a:gd name="T22" fmla="*/ 28 w 174"/>
              <a:gd name="T23" fmla="*/ 105 h 200"/>
              <a:gd name="T24" fmla="*/ 28 w 174"/>
              <a:gd name="T25" fmla="*/ 119 h 200"/>
              <a:gd name="T26" fmla="*/ 22 w 174"/>
              <a:gd name="T27" fmla="*/ 125 h 200"/>
              <a:gd name="T28" fmla="*/ 9 w 174"/>
              <a:gd name="T29" fmla="*/ 126 h 200"/>
              <a:gd name="T30" fmla="*/ 0 w 174"/>
              <a:gd name="T31" fmla="*/ 117 h 200"/>
              <a:gd name="T32" fmla="*/ 0 w 174"/>
              <a:gd name="T33" fmla="*/ 80 h 200"/>
              <a:gd name="T34" fmla="*/ 9 w 174"/>
              <a:gd name="T35" fmla="*/ 71 h 200"/>
              <a:gd name="T36" fmla="*/ 15 w 174"/>
              <a:gd name="T37" fmla="*/ 71 h 200"/>
              <a:gd name="T38" fmla="*/ 15 w 174"/>
              <a:gd name="T39" fmla="*/ 68 h 200"/>
              <a:gd name="T40" fmla="*/ 35 w 174"/>
              <a:gd name="T41" fmla="*/ 20 h 200"/>
              <a:gd name="T42" fmla="*/ 83 w 174"/>
              <a:gd name="T43" fmla="*/ 0 h 200"/>
              <a:gd name="T44" fmla="*/ 90 w 174"/>
              <a:gd name="T45" fmla="*/ 0 h 200"/>
              <a:gd name="T46" fmla="*/ 138 w 174"/>
              <a:gd name="T47" fmla="*/ 20 h 200"/>
              <a:gd name="T48" fmla="*/ 158 w 174"/>
              <a:gd name="T49" fmla="*/ 68 h 200"/>
              <a:gd name="T50" fmla="*/ 158 w 174"/>
              <a:gd name="T51" fmla="*/ 71 h 200"/>
              <a:gd name="T52" fmla="*/ 165 w 174"/>
              <a:gd name="T53" fmla="*/ 71 h 200"/>
              <a:gd name="T54" fmla="*/ 174 w 174"/>
              <a:gd name="T55" fmla="*/ 80 h 200"/>
              <a:gd name="T56" fmla="*/ 174 w 174"/>
              <a:gd name="T57" fmla="*/ 117 h 200"/>
              <a:gd name="T58" fmla="*/ 165 w 174"/>
              <a:gd name="T59" fmla="*/ 126 h 200"/>
              <a:gd name="T60" fmla="*/ 158 w 174"/>
              <a:gd name="T61" fmla="*/ 126 h 200"/>
              <a:gd name="T62" fmla="*/ 138 w 174"/>
              <a:gd name="T63" fmla="*/ 171 h 200"/>
              <a:gd name="T64" fmla="*/ 100 w 174"/>
              <a:gd name="T65" fmla="*/ 190 h 200"/>
              <a:gd name="T66" fmla="*/ 86 w 174"/>
              <a:gd name="T67" fmla="*/ 200 h 200"/>
              <a:gd name="T68" fmla="*/ 72 w 174"/>
              <a:gd name="T69" fmla="*/ 186 h 200"/>
              <a:gd name="T70" fmla="*/ 86 w 174"/>
              <a:gd name="T71" fmla="*/ 172 h 200"/>
              <a:gd name="T72" fmla="*/ 97 w 174"/>
              <a:gd name="T73" fmla="*/ 177 h 200"/>
              <a:gd name="T74" fmla="*/ 129 w 174"/>
              <a:gd name="T75" fmla="*/ 161 h 200"/>
              <a:gd name="T76" fmla="*/ 145 w 174"/>
              <a:gd name="T77" fmla="*/ 119 h 200"/>
              <a:gd name="T78" fmla="*/ 145 w 174"/>
              <a:gd name="T79" fmla="*/ 10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4" h="200">
                <a:moveTo>
                  <a:pt x="87" y="21"/>
                </a:moveTo>
                <a:cubicBezTo>
                  <a:pt x="114" y="21"/>
                  <a:pt x="137" y="38"/>
                  <a:pt x="145" y="66"/>
                </a:cubicBezTo>
                <a:cubicBezTo>
                  <a:pt x="144" y="52"/>
                  <a:pt x="138" y="39"/>
                  <a:pt x="129" y="29"/>
                </a:cubicBezTo>
                <a:cubicBezTo>
                  <a:pt x="119" y="19"/>
                  <a:pt x="105" y="13"/>
                  <a:pt x="90" y="13"/>
                </a:cubicBezTo>
                <a:cubicBezTo>
                  <a:pt x="83" y="13"/>
                  <a:pt x="83" y="13"/>
                  <a:pt x="83" y="13"/>
                </a:cubicBezTo>
                <a:cubicBezTo>
                  <a:pt x="68" y="13"/>
                  <a:pt x="54" y="19"/>
                  <a:pt x="44" y="29"/>
                </a:cubicBezTo>
                <a:cubicBezTo>
                  <a:pt x="34" y="39"/>
                  <a:pt x="28" y="53"/>
                  <a:pt x="28" y="68"/>
                </a:cubicBezTo>
                <a:cubicBezTo>
                  <a:pt x="28" y="69"/>
                  <a:pt x="28" y="69"/>
                  <a:pt x="28" y="69"/>
                </a:cubicBezTo>
                <a:cubicBezTo>
                  <a:pt x="35" y="39"/>
                  <a:pt x="59" y="21"/>
                  <a:pt x="87" y="21"/>
                </a:cubicBezTo>
                <a:close/>
                <a:moveTo>
                  <a:pt x="145" y="108"/>
                </a:moveTo>
                <a:cubicBezTo>
                  <a:pt x="137" y="139"/>
                  <a:pt x="114" y="166"/>
                  <a:pt x="87" y="166"/>
                </a:cubicBezTo>
                <a:cubicBezTo>
                  <a:pt x="59" y="166"/>
                  <a:pt x="35" y="137"/>
                  <a:pt x="28" y="105"/>
                </a:cubicBezTo>
                <a:cubicBezTo>
                  <a:pt x="28" y="119"/>
                  <a:pt x="28" y="119"/>
                  <a:pt x="28" y="119"/>
                </a:cubicBezTo>
                <a:cubicBezTo>
                  <a:pt x="28" y="122"/>
                  <a:pt x="25" y="125"/>
                  <a:pt x="22" y="125"/>
                </a:cubicBezTo>
                <a:cubicBezTo>
                  <a:pt x="17" y="125"/>
                  <a:pt x="13" y="126"/>
                  <a:pt x="9" y="126"/>
                </a:cubicBezTo>
                <a:cubicBezTo>
                  <a:pt x="4" y="126"/>
                  <a:pt x="0" y="122"/>
                  <a:pt x="0" y="117"/>
                </a:cubicBezTo>
                <a:cubicBezTo>
                  <a:pt x="0" y="80"/>
                  <a:pt x="0" y="80"/>
                  <a:pt x="0" y="80"/>
                </a:cubicBezTo>
                <a:cubicBezTo>
                  <a:pt x="0" y="75"/>
                  <a:pt x="4" y="71"/>
                  <a:pt x="9" y="71"/>
                </a:cubicBezTo>
                <a:cubicBezTo>
                  <a:pt x="15" y="71"/>
                  <a:pt x="15" y="71"/>
                  <a:pt x="15" y="71"/>
                </a:cubicBezTo>
                <a:cubicBezTo>
                  <a:pt x="15" y="68"/>
                  <a:pt x="15" y="68"/>
                  <a:pt x="15" y="68"/>
                </a:cubicBezTo>
                <a:cubicBezTo>
                  <a:pt x="15" y="49"/>
                  <a:pt x="23" y="32"/>
                  <a:pt x="35" y="20"/>
                </a:cubicBezTo>
                <a:cubicBezTo>
                  <a:pt x="47" y="7"/>
                  <a:pt x="64" y="0"/>
                  <a:pt x="83" y="0"/>
                </a:cubicBezTo>
                <a:cubicBezTo>
                  <a:pt x="90" y="0"/>
                  <a:pt x="90" y="0"/>
                  <a:pt x="90" y="0"/>
                </a:cubicBezTo>
                <a:cubicBezTo>
                  <a:pt x="109" y="0"/>
                  <a:pt x="126" y="7"/>
                  <a:pt x="138" y="20"/>
                </a:cubicBezTo>
                <a:cubicBezTo>
                  <a:pt x="150" y="32"/>
                  <a:pt x="158" y="49"/>
                  <a:pt x="158" y="68"/>
                </a:cubicBezTo>
                <a:cubicBezTo>
                  <a:pt x="158" y="71"/>
                  <a:pt x="158" y="71"/>
                  <a:pt x="158" y="71"/>
                </a:cubicBezTo>
                <a:cubicBezTo>
                  <a:pt x="165" y="71"/>
                  <a:pt x="165" y="71"/>
                  <a:pt x="165" y="71"/>
                </a:cubicBezTo>
                <a:cubicBezTo>
                  <a:pt x="170" y="71"/>
                  <a:pt x="174" y="75"/>
                  <a:pt x="174" y="80"/>
                </a:cubicBezTo>
                <a:cubicBezTo>
                  <a:pt x="174" y="117"/>
                  <a:pt x="174" y="117"/>
                  <a:pt x="174" y="117"/>
                </a:cubicBezTo>
                <a:cubicBezTo>
                  <a:pt x="174" y="122"/>
                  <a:pt x="170" y="126"/>
                  <a:pt x="165" y="126"/>
                </a:cubicBezTo>
                <a:cubicBezTo>
                  <a:pt x="158" y="126"/>
                  <a:pt x="158" y="126"/>
                  <a:pt x="158" y="126"/>
                </a:cubicBezTo>
                <a:cubicBezTo>
                  <a:pt x="156" y="141"/>
                  <a:pt x="149" y="160"/>
                  <a:pt x="138" y="171"/>
                </a:cubicBezTo>
                <a:cubicBezTo>
                  <a:pt x="128" y="181"/>
                  <a:pt x="115" y="188"/>
                  <a:pt x="100" y="190"/>
                </a:cubicBezTo>
                <a:cubicBezTo>
                  <a:pt x="99" y="196"/>
                  <a:pt x="94" y="200"/>
                  <a:pt x="86" y="200"/>
                </a:cubicBezTo>
                <a:cubicBezTo>
                  <a:pt x="79" y="200"/>
                  <a:pt x="72" y="194"/>
                  <a:pt x="72" y="186"/>
                </a:cubicBezTo>
                <a:cubicBezTo>
                  <a:pt x="72" y="178"/>
                  <a:pt x="80" y="172"/>
                  <a:pt x="86" y="172"/>
                </a:cubicBezTo>
                <a:cubicBezTo>
                  <a:pt x="93" y="172"/>
                  <a:pt x="95" y="174"/>
                  <a:pt x="97" y="177"/>
                </a:cubicBezTo>
                <a:cubicBezTo>
                  <a:pt x="110" y="175"/>
                  <a:pt x="120" y="170"/>
                  <a:pt x="129" y="161"/>
                </a:cubicBezTo>
                <a:cubicBezTo>
                  <a:pt x="139" y="151"/>
                  <a:pt x="145" y="134"/>
                  <a:pt x="145" y="119"/>
                </a:cubicBezTo>
                <a:cubicBezTo>
                  <a:pt x="145" y="108"/>
                  <a:pt x="145" y="108"/>
                  <a:pt x="145" y="10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Freeform 70">
            <a:extLst>
              <a:ext uri="{FF2B5EF4-FFF2-40B4-BE49-F238E27FC236}">
                <a16:creationId xmlns:a16="http://schemas.microsoft.com/office/drawing/2014/main" id="{CCFB74C9-08C0-1105-2C8A-77CEED515592}"/>
              </a:ext>
            </a:extLst>
          </p:cNvPr>
          <p:cNvSpPr>
            <a:spLocks noEditPoints="1"/>
          </p:cNvSpPr>
          <p:nvPr/>
        </p:nvSpPr>
        <p:spPr bwMode="auto">
          <a:xfrm>
            <a:off x="1372576" y="2468654"/>
            <a:ext cx="228600" cy="365125"/>
          </a:xfrm>
          <a:custGeom>
            <a:avLst/>
            <a:gdLst>
              <a:gd name="T0" fmla="*/ 101 w 128"/>
              <a:gd name="T1" fmla="*/ 0 h 204"/>
              <a:gd name="T2" fmla="*/ 128 w 128"/>
              <a:gd name="T3" fmla="*/ 177 h 204"/>
              <a:gd name="T4" fmla="*/ 26 w 128"/>
              <a:gd name="T5" fmla="*/ 204 h 204"/>
              <a:gd name="T6" fmla="*/ 0 w 128"/>
              <a:gd name="T7" fmla="*/ 26 h 204"/>
              <a:gd name="T8" fmla="*/ 58 w 128"/>
              <a:gd name="T9" fmla="*/ 161 h 204"/>
              <a:gd name="T10" fmla="*/ 76 w 128"/>
              <a:gd name="T11" fmla="*/ 166 h 204"/>
              <a:gd name="T12" fmla="*/ 70 w 128"/>
              <a:gd name="T13" fmla="*/ 183 h 204"/>
              <a:gd name="T14" fmla="*/ 52 w 128"/>
              <a:gd name="T15" fmla="*/ 178 h 204"/>
              <a:gd name="T16" fmla="*/ 58 w 128"/>
              <a:gd name="T17" fmla="*/ 161 h 204"/>
              <a:gd name="T18" fmla="*/ 102 w 128"/>
              <a:gd name="T19" fmla="*/ 161 h 204"/>
              <a:gd name="T20" fmla="*/ 108 w 128"/>
              <a:gd name="T21" fmla="*/ 178 h 204"/>
              <a:gd name="T22" fmla="*/ 89 w 128"/>
              <a:gd name="T23" fmla="*/ 183 h 204"/>
              <a:gd name="T24" fmla="*/ 83 w 128"/>
              <a:gd name="T25" fmla="*/ 166 h 204"/>
              <a:gd name="T26" fmla="*/ 58 w 128"/>
              <a:gd name="T27" fmla="*/ 130 h 204"/>
              <a:gd name="T28" fmla="*/ 76 w 128"/>
              <a:gd name="T29" fmla="*/ 135 h 204"/>
              <a:gd name="T30" fmla="*/ 70 w 128"/>
              <a:gd name="T31" fmla="*/ 153 h 204"/>
              <a:gd name="T32" fmla="*/ 52 w 128"/>
              <a:gd name="T33" fmla="*/ 148 h 204"/>
              <a:gd name="T34" fmla="*/ 58 w 128"/>
              <a:gd name="T35" fmla="*/ 130 h 204"/>
              <a:gd name="T36" fmla="*/ 70 w 128"/>
              <a:gd name="T37" fmla="*/ 100 h 204"/>
              <a:gd name="T38" fmla="*/ 76 w 128"/>
              <a:gd name="T39" fmla="*/ 118 h 204"/>
              <a:gd name="T40" fmla="*/ 58 w 128"/>
              <a:gd name="T41" fmla="*/ 123 h 204"/>
              <a:gd name="T42" fmla="*/ 52 w 128"/>
              <a:gd name="T43" fmla="*/ 105 h 204"/>
              <a:gd name="T44" fmla="*/ 89 w 128"/>
              <a:gd name="T45" fmla="*/ 100 h 204"/>
              <a:gd name="T46" fmla="*/ 108 w 128"/>
              <a:gd name="T47" fmla="*/ 105 h 204"/>
              <a:gd name="T48" fmla="*/ 102 w 128"/>
              <a:gd name="T49" fmla="*/ 123 h 204"/>
              <a:gd name="T50" fmla="*/ 83 w 128"/>
              <a:gd name="T51" fmla="*/ 118 h 204"/>
              <a:gd name="T52" fmla="*/ 89 w 128"/>
              <a:gd name="T53" fmla="*/ 100 h 204"/>
              <a:gd name="T54" fmla="*/ 102 w 128"/>
              <a:gd name="T55" fmla="*/ 130 h 204"/>
              <a:gd name="T56" fmla="*/ 108 w 128"/>
              <a:gd name="T57" fmla="*/ 148 h 204"/>
              <a:gd name="T58" fmla="*/ 89 w 128"/>
              <a:gd name="T59" fmla="*/ 153 h 204"/>
              <a:gd name="T60" fmla="*/ 83 w 128"/>
              <a:gd name="T61" fmla="*/ 135 h 204"/>
              <a:gd name="T62" fmla="*/ 26 w 128"/>
              <a:gd name="T63" fmla="*/ 100 h 204"/>
              <a:gd name="T64" fmla="*/ 44 w 128"/>
              <a:gd name="T65" fmla="*/ 105 h 204"/>
              <a:gd name="T66" fmla="*/ 39 w 128"/>
              <a:gd name="T67" fmla="*/ 123 h 204"/>
              <a:gd name="T68" fmla="*/ 20 w 128"/>
              <a:gd name="T69" fmla="*/ 118 h 204"/>
              <a:gd name="T70" fmla="*/ 26 w 128"/>
              <a:gd name="T71" fmla="*/ 100 h 204"/>
              <a:gd name="T72" fmla="*/ 39 w 128"/>
              <a:gd name="T73" fmla="*/ 161 h 204"/>
              <a:gd name="T74" fmla="*/ 44 w 128"/>
              <a:gd name="T75" fmla="*/ 178 h 204"/>
              <a:gd name="T76" fmla="*/ 26 w 128"/>
              <a:gd name="T77" fmla="*/ 183 h 204"/>
              <a:gd name="T78" fmla="*/ 20 w 128"/>
              <a:gd name="T79" fmla="*/ 166 h 204"/>
              <a:gd name="T80" fmla="*/ 26 w 128"/>
              <a:gd name="T81" fmla="*/ 130 h 204"/>
              <a:gd name="T82" fmla="*/ 44 w 128"/>
              <a:gd name="T83" fmla="*/ 135 h 204"/>
              <a:gd name="T84" fmla="*/ 39 w 128"/>
              <a:gd name="T85" fmla="*/ 153 h 204"/>
              <a:gd name="T86" fmla="*/ 20 w 128"/>
              <a:gd name="T87" fmla="*/ 148 h 204"/>
              <a:gd name="T88" fmla="*/ 26 w 128"/>
              <a:gd name="T89" fmla="*/ 130 h 204"/>
              <a:gd name="T90" fmla="*/ 82 w 128"/>
              <a:gd name="T91" fmla="*/ 11 h 204"/>
              <a:gd name="T92" fmla="*/ 87 w 128"/>
              <a:gd name="T93" fmla="*/ 15 h 204"/>
              <a:gd name="T94" fmla="*/ 46 w 128"/>
              <a:gd name="T95" fmla="*/ 18 h 204"/>
              <a:gd name="T96" fmla="*/ 41 w 128"/>
              <a:gd name="T97" fmla="*/ 15 h 204"/>
              <a:gd name="T98" fmla="*/ 31 w 128"/>
              <a:gd name="T99" fmla="*/ 26 h 204"/>
              <a:gd name="T100" fmla="*/ 108 w 128"/>
              <a:gd name="T101" fmla="*/ 37 h 204"/>
              <a:gd name="T102" fmla="*/ 97 w 128"/>
              <a:gd name="T103" fmla="*/ 88 h 204"/>
              <a:gd name="T104" fmla="*/ 20 w 128"/>
              <a:gd name="T105" fmla="*/ 76 h 204"/>
              <a:gd name="T106" fmla="*/ 31 w 128"/>
              <a:gd name="T107" fmla="*/ 2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8" h="204">
                <a:moveTo>
                  <a:pt x="26" y="0"/>
                </a:moveTo>
                <a:cubicBezTo>
                  <a:pt x="101" y="0"/>
                  <a:pt x="101" y="0"/>
                  <a:pt x="101" y="0"/>
                </a:cubicBezTo>
                <a:cubicBezTo>
                  <a:pt x="116" y="0"/>
                  <a:pt x="128" y="13"/>
                  <a:pt x="128" y="27"/>
                </a:cubicBezTo>
                <a:cubicBezTo>
                  <a:pt x="128" y="177"/>
                  <a:pt x="128" y="177"/>
                  <a:pt x="128" y="177"/>
                </a:cubicBezTo>
                <a:cubicBezTo>
                  <a:pt x="128" y="192"/>
                  <a:pt x="116" y="204"/>
                  <a:pt x="101" y="204"/>
                </a:cubicBezTo>
                <a:cubicBezTo>
                  <a:pt x="26" y="204"/>
                  <a:pt x="26" y="204"/>
                  <a:pt x="26" y="204"/>
                </a:cubicBezTo>
                <a:cubicBezTo>
                  <a:pt x="12" y="204"/>
                  <a:pt x="0" y="192"/>
                  <a:pt x="0" y="177"/>
                </a:cubicBezTo>
                <a:cubicBezTo>
                  <a:pt x="0" y="26"/>
                  <a:pt x="0" y="26"/>
                  <a:pt x="0" y="26"/>
                </a:cubicBezTo>
                <a:cubicBezTo>
                  <a:pt x="0" y="12"/>
                  <a:pt x="12" y="0"/>
                  <a:pt x="26" y="0"/>
                </a:cubicBezTo>
                <a:close/>
                <a:moveTo>
                  <a:pt x="58" y="161"/>
                </a:moveTo>
                <a:cubicBezTo>
                  <a:pt x="70" y="161"/>
                  <a:pt x="70" y="161"/>
                  <a:pt x="70" y="161"/>
                </a:cubicBezTo>
                <a:cubicBezTo>
                  <a:pt x="73" y="161"/>
                  <a:pt x="76" y="163"/>
                  <a:pt x="76" y="166"/>
                </a:cubicBezTo>
                <a:cubicBezTo>
                  <a:pt x="76" y="178"/>
                  <a:pt x="76" y="178"/>
                  <a:pt x="76" y="178"/>
                </a:cubicBezTo>
                <a:cubicBezTo>
                  <a:pt x="76" y="181"/>
                  <a:pt x="73" y="183"/>
                  <a:pt x="70" y="183"/>
                </a:cubicBezTo>
                <a:cubicBezTo>
                  <a:pt x="58" y="183"/>
                  <a:pt x="58" y="183"/>
                  <a:pt x="58" y="183"/>
                </a:cubicBezTo>
                <a:cubicBezTo>
                  <a:pt x="54" y="183"/>
                  <a:pt x="52" y="181"/>
                  <a:pt x="52" y="178"/>
                </a:cubicBezTo>
                <a:cubicBezTo>
                  <a:pt x="52" y="166"/>
                  <a:pt x="52" y="166"/>
                  <a:pt x="52" y="166"/>
                </a:cubicBezTo>
                <a:cubicBezTo>
                  <a:pt x="52" y="163"/>
                  <a:pt x="54" y="161"/>
                  <a:pt x="58" y="161"/>
                </a:cubicBezTo>
                <a:close/>
                <a:moveTo>
                  <a:pt x="89" y="161"/>
                </a:moveTo>
                <a:cubicBezTo>
                  <a:pt x="102" y="161"/>
                  <a:pt x="102" y="161"/>
                  <a:pt x="102" y="161"/>
                </a:cubicBezTo>
                <a:cubicBezTo>
                  <a:pt x="105" y="161"/>
                  <a:pt x="108" y="163"/>
                  <a:pt x="108" y="166"/>
                </a:cubicBezTo>
                <a:cubicBezTo>
                  <a:pt x="108" y="178"/>
                  <a:pt x="108" y="178"/>
                  <a:pt x="108" y="178"/>
                </a:cubicBezTo>
                <a:cubicBezTo>
                  <a:pt x="108" y="181"/>
                  <a:pt x="105" y="183"/>
                  <a:pt x="102" y="183"/>
                </a:cubicBezTo>
                <a:cubicBezTo>
                  <a:pt x="89" y="183"/>
                  <a:pt x="89" y="183"/>
                  <a:pt x="89" y="183"/>
                </a:cubicBezTo>
                <a:cubicBezTo>
                  <a:pt x="86" y="183"/>
                  <a:pt x="83" y="181"/>
                  <a:pt x="83" y="178"/>
                </a:cubicBezTo>
                <a:cubicBezTo>
                  <a:pt x="83" y="166"/>
                  <a:pt x="83" y="166"/>
                  <a:pt x="83" y="166"/>
                </a:cubicBezTo>
                <a:cubicBezTo>
                  <a:pt x="83" y="163"/>
                  <a:pt x="86" y="161"/>
                  <a:pt x="89" y="161"/>
                </a:cubicBezTo>
                <a:close/>
                <a:moveTo>
                  <a:pt x="58" y="130"/>
                </a:moveTo>
                <a:cubicBezTo>
                  <a:pt x="70" y="130"/>
                  <a:pt x="70" y="130"/>
                  <a:pt x="70" y="130"/>
                </a:cubicBezTo>
                <a:cubicBezTo>
                  <a:pt x="73" y="130"/>
                  <a:pt x="76" y="132"/>
                  <a:pt x="76" y="135"/>
                </a:cubicBezTo>
                <a:cubicBezTo>
                  <a:pt x="76" y="148"/>
                  <a:pt x="76" y="148"/>
                  <a:pt x="76" y="148"/>
                </a:cubicBezTo>
                <a:cubicBezTo>
                  <a:pt x="76" y="151"/>
                  <a:pt x="73" y="153"/>
                  <a:pt x="70" y="153"/>
                </a:cubicBezTo>
                <a:cubicBezTo>
                  <a:pt x="58" y="153"/>
                  <a:pt x="58" y="153"/>
                  <a:pt x="58" y="153"/>
                </a:cubicBezTo>
                <a:cubicBezTo>
                  <a:pt x="54" y="153"/>
                  <a:pt x="52" y="151"/>
                  <a:pt x="52" y="148"/>
                </a:cubicBezTo>
                <a:cubicBezTo>
                  <a:pt x="52" y="135"/>
                  <a:pt x="52" y="135"/>
                  <a:pt x="52" y="135"/>
                </a:cubicBezTo>
                <a:cubicBezTo>
                  <a:pt x="52" y="132"/>
                  <a:pt x="54" y="130"/>
                  <a:pt x="58" y="130"/>
                </a:cubicBezTo>
                <a:close/>
                <a:moveTo>
                  <a:pt x="58" y="100"/>
                </a:moveTo>
                <a:cubicBezTo>
                  <a:pt x="70" y="100"/>
                  <a:pt x="70" y="100"/>
                  <a:pt x="70" y="100"/>
                </a:cubicBezTo>
                <a:cubicBezTo>
                  <a:pt x="73" y="100"/>
                  <a:pt x="76" y="102"/>
                  <a:pt x="76" y="105"/>
                </a:cubicBezTo>
                <a:cubicBezTo>
                  <a:pt x="76" y="118"/>
                  <a:pt x="76" y="118"/>
                  <a:pt x="76" y="118"/>
                </a:cubicBezTo>
                <a:cubicBezTo>
                  <a:pt x="76" y="120"/>
                  <a:pt x="73" y="123"/>
                  <a:pt x="70" y="123"/>
                </a:cubicBezTo>
                <a:cubicBezTo>
                  <a:pt x="58" y="123"/>
                  <a:pt x="58" y="123"/>
                  <a:pt x="58" y="123"/>
                </a:cubicBezTo>
                <a:cubicBezTo>
                  <a:pt x="54" y="123"/>
                  <a:pt x="52" y="120"/>
                  <a:pt x="52" y="118"/>
                </a:cubicBezTo>
                <a:cubicBezTo>
                  <a:pt x="52" y="105"/>
                  <a:pt x="52" y="105"/>
                  <a:pt x="52" y="105"/>
                </a:cubicBezTo>
                <a:cubicBezTo>
                  <a:pt x="52" y="102"/>
                  <a:pt x="54" y="100"/>
                  <a:pt x="58" y="100"/>
                </a:cubicBezTo>
                <a:close/>
                <a:moveTo>
                  <a:pt x="89" y="100"/>
                </a:moveTo>
                <a:cubicBezTo>
                  <a:pt x="102" y="100"/>
                  <a:pt x="102" y="100"/>
                  <a:pt x="102" y="100"/>
                </a:cubicBezTo>
                <a:cubicBezTo>
                  <a:pt x="105" y="100"/>
                  <a:pt x="108" y="102"/>
                  <a:pt x="108" y="105"/>
                </a:cubicBezTo>
                <a:cubicBezTo>
                  <a:pt x="108" y="118"/>
                  <a:pt x="108" y="118"/>
                  <a:pt x="108" y="118"/>
                </a:cubicBezTo>
                <a:cubicBezTo>
                  <a:pt x="108" y="120"/>
                  <a:pt x="105" y="123"/>
                  <a:pt x="102" y="123"/>
                </a:cubicBezTo>
                <a:cubicBezTo>
                  <a:pt x="89" y="123"/>
                  <a:pt x="89" y="123"/>
                  <a:pt x="89" y="123"/>
                </a:cubicBezTo>
                <a:cubicBezTo>
                  <a:pt x="86" y="123"/>
                  <a:pt x="83" y="120"/>
                  <a:pt x="83" y="118"/>
                </a:cubicBezTo>
                <a:cubicBezTo>
                  <a:pt x="83" y="105"/>
                  <a:pt x="83" y="105"/>
                  <a:pt x="83" y="105"/>
                </a:cubicBezTo>
                <a:cubicBezTo>
                  <a:pt x="83" y="102"/>
                  <a:pt x="86" y="100"/>
                  <a:pt x="89" y="100"/>
                </a:cubicBezTo>
                <a:close/>
                <a:moveTo>
                  <a:pt x="89" y="130"/>
                </a:moveTo>
                <a:cubicBezTo>
                  <a:pt x="102" y="130"/>
                  <a:pt x="102" y="130"/>
                  <a:pt x="102" y="130"/>
                </a:cubicBezTo>
                <a:cubicBezTo>
                  <a:pt x="105" y="130"/>
                  <a:pt x="108" y="132"/>
                  <a:pt x="108" y="135"/>
                </a:cubicBezTo>
                <a:cubicBezTo>
                  <a:pt x="108" y="148"/>
                  <a:pt x="108" y="148"/>
                  <a:pt x="108" y="148"/>
                </a:cubicBezTo>
                <a:cubicBezTo>
                  <a:pt x="108" y="151"/>
                  <a:pt x="105" y="153"/>
                  <a:pt x="102" y="153"/>
                </a:cubicBezTo>
                <a:cubicBezTo>
                  <a:pt x="89" y="153"/>
                  <a:pt x="89" y="153"/>
                  <a:pt x="89" y="153"/>
                </a:cubicBezTo>
                <a:cubicBezTo>
                  <a:pt x="86" y="153"/>
                  <a:pt x="83" y="151"/>
                  <a:pt x="83" y="148"/>
                </a:cubicBezTo>
                <a:cubicBezTo>
                  <a:pt x="83" y="135"/>
                  <a:pt x="83" y="135"/>
                  <a:pt x="83" y="135"/>
                </a:cubicBezTo>
                <a:cubicBezTo>
                  <a:pt x="83" y="132"/>
                  <a:pt x="86" y="130"/>
                  <a:pt x="89" y="130"/>
                </a:cubicBezTo>
                <a:close/>
                <a:moveTo>
                  <a:pt x="26" y="100"/>
                </a:moveTo>
                <a:cubicBezTo>
                  <a:pt x="39" y="100"/>
                  <a:pt x="39" y="100"/>
                  <a:pt x="39" y="100"/>
                </a:cubicBezTo>
                <a:cubicBezTo>
                  <a:pt x="42" y="100"/>
                  <a:pt x="44" y="102"/>
                  <a:pt x="44" y="105"/>
                </a:cubicBezTo>
                <a:cubicBezTo>
                  <a:pt x="44" y="118"/>
                  <a:pt x="44" y="118"/>
                  <a:pt x="44" y="118"/>
                </a:cubicBezTo>
                <a:cubicBezTo>
                  <a:pt x="44" y="120"/>
                  <a:pt x="42" y="123"/>
                  <a:pt x="39" y="123"/>
                </a:cubicBezTo>
                <a:cubicBezTo>
                  <a:pt x="26" y="123"/>
                  <a:pt x="26" y="123"/>
                  <a:pt x="26" y="123"/>
                </a:cubicBezTo>
                <a:cubicBezTo>
                  <a:pt x="23" y="123"/>
                  <a:pt x="20" y="120"/>
                  <a:pt x="20" y="118"/>
                </a:cubicBezTo>
                <a:cubicBezTo>
                  <a:pt x="20" y="105"/>
                  <a:pt x="20" y="105"/>
                  <a:pt x="20" y="105"/>
                </a:cubicBezTo>
                <a:cubicBezTo>
                  <a:pt x="20" y="102"/>
                  <a:pt x="23" y="100"/>
                  <a:pt x="26" y="100"/>
                </a:cubicBezTo>
                <a:close/>
                <a:moveTo>
                  <a:pt x="26" y="161"/>
                </a:moveTo>
                <a:cubicBezTo>
                  <a:pt x="39" y="161"/>
                  <a:pt x="39" y="161"/>
                  <a:pt x="39" y="161"/>
                </a:cubicBezTo>
                <a:cubicBezTo>
                  <a:pt x="42" y="161"/>
                  <a:pt x="44" y="163"/>
                  <a:pt x="44" y="166"/>
                </a:cubicBezTo>
                <a:cubicBezTo>
                  <a:pt x="44" y="178"/>
                  <a:pt x="44" y="178"/>
                  <a:pt x="44" y="178"/>
                </a:cubicBezTo>
                <a:cubicBezTo>
                  <a:pt x="44" y="181"/>
                  <a:pt x="42" y="183"/>
                  <a:pt x="39" y="183"/>
                </a:cubicBezTo>
                <a:cubicBezTo>
                  <a:pt x="26" y="183"/>
                  <a:pt x="26" y="183"/>
                  <a:pt x="26" y="183"/>
                </a:cubicBezTo>
                <a:cubicBezTo>
                  <a:pt x="23" y="183"/>
                  <a:pt x="20" y="181"/>
                  <a:pt x="20" y="178"/>
                </a:cubicBezTo>
                <a:cubicBezTo>
                  <a:pt x="20" y="166"/>
                  <a:pt x="20" y="166"/>
                  <a:pt x="20" y="166"/>
                </a:cubicBezTo>
                <a:cubicBezTo>
                  <a:pt x="20" y="163"/>
                  <a:pt x="23" y="161"/>
                  <a:pt x="26" y="161"/>
                </a:cubicBezTo>
                <a:close/>
                <a:moveTo>
                  <a:pt x="26" y="130"/>
                </a:moveTo>
                <a:cubicBezTo>
                  <a:pt x="39" y="130"/>
                  <a:pt x="39" y="130"/>
                  <a:pt x="39" y="130"/>
                </a:cubicBezTo>
                <a:cubicBezTo>
                  <a:pt x="42" y="130"/>
                  <a:pt x="44" y="132"/>
                  <a:pt x="44" y="135"/>
                </a:cubicBezTo>
                <a:cubicBezTo>
                  <a:pt x="44" y="148"/>
                  <a:pt x="44" y="148"/>
                  <a:pt x="44" y="148"/>
                </a:cubicBezTo>
                <a:cubicBezTo>
                  <a:pt x="44" y="151"/>
                  <a:pt x="42" y="153"/>
                  <a:pt x="39" y="153"/>
                </a:cubicBezTo>
                <a:cubicBezTo>
                  <a:pt x="26" y="153"/>
                  <a:pt x="26" y="153"/>
                  <a:pt x="26" y="153"/>
                </a:cubicBezTo>
                <a:cubicBezTo>
                  <a:pt x="23" y="153"/>
                  <a:pt x="20" y="151"/>
                  <a:pt x="20" y="148"/>
                </a:cubicBezTo>
                <a:cubicBezTo>
                  <a:pt x="20" y="135"/>
                  <a:pt x="20" y="135"/>
                  <a:pt x="20" y="135"/>
                </a:cubicBezTo>
                <a:cubicBezTo>
                  <a:pt x="20" y="132"/>
                  <a:pt x="23" y="130"/>
                  <a:pt x="26" y="130"/>
                </a:cubicBezTo>
                <a:close/>
                <a:moveTo>
                  <a:pt x="46" y="11"/>
                </a:moveTo>
                <a:cubicBezTo>
                  <a:pt x="82" y="11"/>
                  <a:pt x="82" y="11"/>
                  <a:pt x="82" y="11"/>
                </a:cubicBezTo>
                <a:cubicBezTo>
                  <a:pt x="85" y="11"/>
                  <a:pt x="87" y="12"/>
                  <a:pt x="87" y="15"/>
                </a:cubicBezTo>
                <a:cubicBezTo>
                  <a:pt x="87" y="15"/>
                  <a:pt x="87" y="15"/>
                  <a:pt x="87" y="15"/>
                </a:cubicBezTo>
                <a:cubicBezTo>
                  <a:pt x="87" y="17"/>
                  <a:pt x="85" y="18"/>
                  <a:pt x="82" y="18"/>
                </a:cubicBezTo>
                <a:cubicBezTo>
                  <a:pt x="46" y="18"/>
                  <a:pt x="46" y="18"/>
                  <a:pt x="46" y="18"/>
                </a:cubicBezTo>
                <a:cubicBezTo>
                  <a:pt x="43" y="18"/>
                  <a:pt x="41" y="17"/>
                  <a:pt x="41" y="15"/>
                </a:cubicBezTo>
                <a:cubicBezTo>
                  <a:pt x="41" y="15"/>
                  <a:pt x="41" y="15"/>
                  <a:pt x="41" y="15"/>
                </a:cubicBezTo>
                <a:cubicBezTo>
                  <a:pt x="41" y="12"/>
                  <a:pt x="43" y="11"/>
                  <a:pt x="46" y="11"/>
                </a:cubicBezTo>
                <a:close/>
                <a:moveTo>
                  <a:pt x="31" y="26"/>
                </a:moveTo>
                <a:cubicBezTo>
                  <a:pt x="97" y="26"/>
                  <a:pt x="97" y="26"/>
                  <a:pt x="97" y="26"/>
                </a:cubicBezTo>
                <a:cubicBezTo>
                  <a:pt x="103" y="26"/>
                  <a:pt x="108" y="31"/>
                  <a:pt x="108" y="37"/>
                </a:cubicBezTo>
                <a:cubicBezTo>
                  <a:pt x="108" y="76"/>
                  <a:pt x="108" y="76"/>
                  <a:pt x="108" y="76"/>
                </a:cubicBezTo>
                <a:cubicBezTo>
                  <a:pt x="108" y="82"/>
                  <a:pt x="103" y="88"/>
                  <a:pt x="97" y="88"/>
                </a:cubicBezTo>
                <a:cubicBezTo>
                  <a:pt x="31" y="88"/>
                  <a:pt x="31" y="88"/>
                  <a:pt x="31" y="88"/>
                </a:cubicBezTo>
                <a:cubicBezTo>
                  <a:pt x="25" y="88"/>
                  <a:pt x="20" y="82"/>
                  <a:pt x="20" y="76"/>
                </a:cubicBezTo>
                <a:cubicBezTo>
                  <a:pt x="20" y="37"/>
                  <a:pt x="20" y="37"/>
                  <a:pt x="20" y="37"/>
                </a:cubicBezTo>
                <a:cubicBezTo>
                  <a:pt x="20" y="31"/>
                  <a:pt x="25" y="26"/>
                  <a:pt x="31" y="2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Freeform 73">
            <a:extLst>
              <a:ext uri="{FF2B5EF4-FFF2-40B4-BE49-F238E27FC236}">
                <a16:creationId xmlns:a16="http://schemas.microsoft.com/office/drawing/2014/main" id="{E112C209-78AA-A726-A262-DD31F6B0C206}"/>
              </a:ext>
            </a:extLst>
          </p:cNvPr>
          <p:cNvSpPr>
            <a:spLocks noEditPoints="1"/>
          </p:cNvSpPr>
          <p:nvPr/>
        </p:nvSpPr>
        <p:spPr bwMode="auto">
          <a:xfrm>
            <a:off x="1297926" y="4926034"/>
            <a:ext cx="366713" cy="312738"/>
          </a:xfrm>
          <a:custGeom>
            <a:avLst/>
            <a:gdLst>
              <a:gd name="T0" fmla="*/ 79 w 206"/>
              <a:gd name="T1" fmla="*/ 4 h 175"/>
              <a:gd name="T2" fmla="*/ 103 w 206"/>
              <a:gd name="T3" fmla="*/ 9 h 175"/>
              <a:gd name="T4" fmla="*/ 127 w 206"/>
              <a:gd name="T5" fmla="*/ 4 h 175"/>
              <a:gd name="T6" fmla="*/ 135 w 206"/>
              <a:gd name="T7" fmla="*/ 4 h 175"/>
              <a:gd name="T8" fmla="*/ 205 w 206"/>
              <a:gd name="T9" fmla="*/ 62 h 175"/>
              <a:gd name="T10" fmla="*/ 147 w 206"/>
              <a:gd name="T11" fmla="*/ 55 h 175"/>
              <a:gd name="T12" fmla="*/ 153 w 206"/>
              <a:gd name="T13" fmla="*/ 35 h 175"/>
              <a:gd name="T14" fmla="*/ 119 w 206"/>
              <a:gd name="T15" fmla="*/ 60 h 175"/>
              <a:gd name="T16" fmla="*/ 107 w 206"/>
              <a:gd name="T17" fmla="*/ 70 h 175"/>
              <a:gd name="T18" fmla="*/ 142 w 206"/>
              <a:gd name="T19" fmla="*/ 130 h 175"/>
              <a:gd name="T20" fmla="*/ 127 w 206"/>
              <a:gd name="T21" fmla="*/ 124 h 175"/>
              <a:gd name="T22" fmla="*/ 103 w 206"/>
              <a:gd name="T23" fmla="*/ 150 h 175"/>
              <a:gd name="T24" fmla="*/ 99 w 206"/>
              <a:gd name="T25" fmla="*/ 70 h 175"/>
              <a:gd name="T26" fmla="*/ 84 w 206"/>
              <a:gd name="T27" fmla="*/ 60 h 175"/>
              <a:gd name="T28" fmla="*/ 71 w 206"/>
              <a:gd name="T29" fmla="*/ 35 h 175"/>
              <a:gd name="T30" fmla="*/ 58 w 206"/>
              <a:gd name="T31" fmla="*/ 49 h 175"/>
              <a:gd name="T32" fmla="*/ 2 w 206"/>
              <a:gd name="T33" fmla="*/ 69 h 175"/>
              <a:gd name="T34" fmla="*/ 71 w 206"/>
              <a:gd name="T35" fmla="*/ 9 h 175"/>
              <a:gd name="T36" fmla="*/ 147 w 206"/>
              <a:gd name="T37" fmla="*/ 88 h 175"/>
              <a:gd name="T38" fmla="*/ 186 w 206"/>
              <a:gd name="T39" fmla="*/ 162 h 175"/>
              <a:gd name="T40" fmla="*/ 178 w 206"/>
              <a:gd name="T41" fmla="*/ 174 h 175"/>
              <a:gd name="T42" fmla="*/ 175 w 206"/>
              <a:gd name="T43" fmla="*/ 175 h 175"/>
              <a:gd name="T44" fmla="*/ 31 w 206"/>
              <a:gd name="T45" fmla="*/ 175 h 175"/>
              <a:gd name="T46" fmla="*/ 28 w 206"/>
              <a:gd name="T47" fmla="*/ 174 h 175"/>
              <a:gd name="T48" fmla="*/ 20 w 206"/>
              <a:gd name="T49" fmla="*/ 162 h 175"/>
              <a:gd name="T50" fmla="*/ 59 w 206"/>
              <a:gd name="T51" fmla="*/ 88 h 175"/>
              <a:gd name="T52" fmla="*/ 52 w 206"/>
              <a:gd name="T53" fmla="*/ 111 h 175"/>
              <a:gd name="T54" fmla="*/ 103 w 206"/>
              <a:gd name="T55" fmla="*/ 157 h 175"/>
              <a:gd name="T56" fmla="*/ 147 w 206"/>
              <a:gd name="T57" fmla="*/ 88 h 175"/>
              <a:gd name="T58" fmla="*/ 88 w 206"/>
              <a:gd name="T59" fmla="*/ 51 h 175"/>
              <a:gd name="T60" fmla="*/ 79 w 206"/>
              <a:gd name="T61" fmla="*/ 35 h 175"/>
              <a:gd name="T62" fmla="*/ 118 w 206"/>
              <a:gd name="T63" fmla="*/ 78 h 175"/>
              <a:gd name="T64" fmla="*/ 110 w 206"/>
              <a:gd name="T65" fmla="*/ 79 h 175"/>
              <a:gd name="T66" fmla="*/ 112 w 206"/>
              <a:gd name="T67" fmla="*/ 139 h 175"/>
              <a:gd name="T68" fmla="*/ 109 w 206"/>
              <a:gd name="T69" fmla="*/ 144 h 175"/>
              <a:gd name="T70" fmla="*/ 105 w 206"/>
              <a:gd name="T71" fmla="*/ 137 h 175"/>
              <a:gd name="T72" fmla="*/ 85 w 206"/>
              <a:gd name="T73" fmla="*/ 143 h 175"/>
              <a:gd name="T74" fmla="*/ 93 w 206"/>
              <a:gd name="T75" fmla="*/ 143 h 175"/>
              <a:gd name="T76" fmla="*/ 75 w 206"/>
              <a:gd name="T77" fmla="*/ 126 h 175"/>
              <a:gd name="T78" fmla="*/ 69 w 206"/>
              <a:gd name="T79" fmla="*/ 124 h 175"/>
              <a:gd name="T80" fmla="*/ 75 w 206"/>
              <a:gd name="T81" fmla="*/ 120 h 175"/>
              <a:gd name="T82" fmla="*/ 64 w 206"/>
              <a:gd name="T83" fmla="*/ 104 h 175"/>
              <a:gd name="T84" fmla="*/ 66 w 206"/>
              <a:gd name="T85" fmla="*/ 110 h 175"/>
              <a:gd name="T86" fmla="*/ 79 w 206"/>
              <a:gd name="T87" fmla="*/ 91 h 175"/>
              <a:gd name="T88" fmla="*/ 80 w 206"/>
              <a:gd name="T89" fmla="*/ 86 h 175"/>
              <a:gd name="T90" fmla="*/ 86 w 206"/>
              <a:gd name="T91" fmla="*/ 90 h 175"/>
              <a:gd name="T92" fmla="*/ 101 w 206"/>
              <a:gd name="T93" fmla="*/ 76 h 175"/>
              <a:gd name="T94" fmla="*/ 94 w 206"/>
              <a:gd name="T95" fmla="*/ 79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6" h="175">
                <a:moveTo>
                  <a:pt x="75" y="0"/>
                </a:moveTo>
                <a:cubicBezTo>
                  <a:pt x="75" y="0"/>
                  <a:pt x="75" y="0"/>
                  <a:pt x="75" y="0"/>
                </a:cubicBezTo>
                <a:cubicBezTo>
                  <a:pt x="77" y="0"/>
                  <a:pt x="79" y="2"/>
                  <a:pt x="79" y="4"/>
                </a:cubicBezTo>
                <a:cubicBezTo>
                  <a:pt x="79" y="9"/>
                  <a:pt x="79" y="9"/>
                  <a:pt x="79" y="9"/>
                </a:cubicBezTo>
                <a:cubicBezTo>
                  <a:pt x="87" y="9"/>
                  <a:pt x="95" y="9"/>
                  <a:pt x="102" y="9"/>
                </a:cubicBezTo>
                <a:cubicBezTo>
                  <a:pt x="103" y="9"/>
                  <a:pt x="103" y="9"/>
                  <a:pt x="103" y="9"/>
                </a:cubicBezTo>
                <a:cubicBezTo>
                  <a:pt x="104" y="9"/>
                  <a:pt x="104" y="9"/>
                  <a:pt x="104" y="9"/>
                </a:cubicBezTo>
                <a:cubicBezTo>
                  <a:pt x="111" y="9"/>
                  <a:pt x="119" y="9"/>
                  <a:pt x="127" y="9"/>
                </a:cubicBezTo>
                <a:cubicBezTo>
                  <a:pt x="127" y="4"/>
                  <a:pt x="127" y="4"/>
                  <a:pt x="127" y="4"/>
                </a:cubicBezTo>
                <a:cubicBezTo>
                  <a:pt x="127" y="2"/>
                  <a:pt x="129" y="0"/>
                  <a:pt x="131" y="0"/>
                </a:cubicBezTo>
                <a:cubicBezTo>
                  <a:pt x="131" y="0"/>
                  <a:pt x="131" y="0"/>
                  <a:pt x="131" y="0"/>
                </a:cubicBezTo>
                <a:cubicBezTo>
                  <a:pt x="133" y="0"/>
                  <a:pt x="135" y="2"/>
                  <a:pt x="135" y="4"/>
                </a:cubicBezTo>
                <a:cubicBezTo>
                  <a:pt x="135" y="9"/>
                  <a:pt x="135" y="9"/>
                  <a:pt x="135" y="9"/>
                </a:cubicBezTo>
                <a:cubicBezTo>
                  <a:pt x="160" y="10"/>
                  <a:pt x="188" y="12"/>
                  <a:pt x="198" y="27"/>
                </a:cubicBezTo>
                <a:cubicBezTo>
                  <a:pt x="203" y="34"/>
                  <a:pt x="206" y="58"/>
                  <a:pt x="205" y="62"/>
                </a:cubicBezTo>
                <a:cubicBezTo>
                  <a:pt x="204" y="69"/>
                  <a:pt x="204" y="69"/>
                  <a:pt x="204" y="69"/>
                </a:cubicBezTo>
                <a:cubicBezTo>
                  <a:pt x="202" y="78"/>
                  <a:pt x="181" y="74"/>
                  <a:pt x="174" y="73"/>
                </a:cubicBezTo>
                <a:cubicBezTo>
                  <a:pt x="167" y="71"/>
                  <a:pt x="145" y="65"/>
                  <a:pt x="147" y="55"/>
                </a:cubicBezTo>
                <a:cubicBezTo>
                  <a:pt x="148" y="49"/>
                  <a:pt x="148" y="49"/>
                  <a:pt x="148" y="49"/>
                </a:cubicBezTo>
                <a:cubicBezTo>
                  <a:pt x="149" y="45"/>
                  <a:pt x="153" y="45"/>
                  <a:pt x="154" y="41"/>
                </a:cubicBezTo>
                <a:cubicBezTo>
                  <a:pt x="155" y="39"/>
                  <a:pt x="157" y="35"/>
                  <a:pt x="153" y="35"/>
                </a:cubicBezTo>
                <a:cubicBezTo>
                  <a:pt x="135" y="35"/>
                  <a:pt x="135" y="35"/>
                  <a:pt x="135" y="35"/>
                </a:cubicBezTo>
                <a:cubicBezTo>
                  <a:pt x="135" y="40"/>
                  <a:pt x="135" y="44"/>
                  <a:pt x="135" y="49"/>
                </a:cubicBezTo>
                <a:cubicBezTo>
                  <a:pt x="135" y="55"/>
                  <a:pt x="128" y="60"/>
                  <a:pt x="119" y="60"/>
                </a:cubicBezTo>
                <a:cubicBezTo>
                  <a:pt x="118" y="60"/>
                  <a:pt x="116" y="60"/>
                  <a:pt x="114" y="60"/>
                </a:cubicBezTo>
                <a:cubicBezTo>
                  <a:pt x="111" y="60"/>
                  <a:pt x="107" y="63"/>
                  <a:pt x="107" y="67"/>
                </a:cubicBezTo>
                <a:cubicBezTo>
                  <a:pt x="107" y="70"/>
                  <a:pt x="107" y="70"/>
                  <a:pt x="107" y="70"/>
                </a:cubicBezTo>
                <a:cubicBezTo>
                  <a:pt x="107" y="70"/>
                  <a:pt x="107" y="72"/>
                  <a:pt x="109" y="73"/>
                </a:cubicBezTo>
                <a:cubicBezTo>
                  <a:pt x="131" y="75"/>
                  <a:pt x="147" y="91"/>
                  <a:pt x="147" y="111"/>
                </a:cubicBezTo>
                <a:cubicBezTo>
                  <a:pt x="147" y="118"/>
                  <a:pt x="145" y="124"/>
                  <a:pt x="142" y="130"/>
                </a:cubicBezTo>
                <a:cubicBezTo>
                  <a:pt x="133" y="124"/>
                  <a:pt x="133" y="124"/>
                  <a:pt x="133" y="124"/>
                </a:cubicBezTo>
                <a:cubicBezTo>
                  <a:pt x="131" y="122"/>
                  <a:pt x="128" y="123"/>
                  <a:pt x="127" y="124"/>
                </a:cubicBezTo>
                <a:cubicBezTo>
                  <a:pt x="127" y="124"/>
                  <a:pt x="127" y="124"/>
                  <a:pt x="127" y="124"/>
                </a:cubicBezTo>
                <a:cubicBezTo>
                  <a:pt x="126" y="126"/>
                  <a:pt x="126" y="129"/>
                  <a:pt x="128" y="130"/>
                </a:cubicBezTo>
                <a:cubicBezTo>
                  <a:pt x="137" y="136"/>
                  <a:pt x="137" y="136"/>
                  <a:pt x="137" y="136"/>
                </a:cubicBezTo>
                <a:cubicBezTo>
                  <a:pt x="129" y="145"/>
                  <a:pt x="117" y="150"/>
                  <a:pt x="103" y="150"/>
                </a:cubicBezTo>
                <a:cubicBezTo>
                  <a:pt x="79" y="150"/>
                  <a:pt x="59" y="133"/>
                  <a:pt x="59" y="111"/>
                </a:cubicBezTo>
                <a:cubicBezTo>
                  <a:pt x="59" y="92"/>
                  <a:pt x="75" y="75"/>
                  <a:pt x="96" y="73"/>
                </a:cubicBezTo>
                <a:cubicBezTo>
                  <a:pt x="98" y="72"/>
                  <a:pt x="99" y="72"/>
                  <a:pt x="99" y="70"/>
                </a:cubicBezTo>
                <a:cubicBezTo>
                  <a:pt x="99" y="67"/>
                  <a:pt x="99" y="67"/>
                  <a:pt x="99" y="67"/>
                </a:cubicBezTo>
                <a:cubicBezTo>
                  <a:pt x="99" y="63"/>
                  <a:pt x="95" y="60"/>
                  <a:pt x="91" y="60"/>
                </a:cubicBezTo>
                <a:cubicBezTo>
                  <a:pt x="84" y="60"/>
                  <a:pt x="84" y="60"/>
                  <a:pt x="84" y="60"/>
                </a:cubicBezTo>
                <a:cubicBezTo>
                  <a:pt x="80" y="60"/>
                  <a:pt x="72" y="55"/>
                  <a:pt x="71" y="49"/>
                </a:cubicBezTo>
                <a:cubicBezTo>
                  <a:pt x="71" y="49"/>
                  <a:pt x="71" y="49"/>
                  <a:pt x="71" y="49"/>
                </a:cubicBezTo>
                <a:cubicBezTo>
                  <a:pt x="71" y="35"/>
                  <a:pt x="71" y="35"/>
                  <a:pt x="71" y="35"/>
                </a:cubicBezTo>
                <a:cubicBezTo>
                  <a:pt x="53" y="35"/>
                  <a:pt x="53" y="35"/>
                  <a:pt x="53" y="35"/>
                </a:cubicBezTo>
                <a:cubicBezTo>
                  <a:pt x="49" y="35"/>
                  <a:pt x="51" y="39"/>
                  <a:pt x="52" y="41"/>
                </a:cubicBezTo>
                <a:cubicBezTo>
                  <a:pt x="53" y="45"/>
                  <a:pt x="57" y="45"/>
                  <a:pt x="58" y="49"/>
                </a:cubicBezTo>
                <a:cubicBezTo>
                  <a:pt x="59" y="55"/>
                  <a:pt x="59" y="55"/>
                  <a:pt x="59" y="55"/>
                </a:cubicBezTo>
                <a:cubicBezTo>
                  <a:pt x="61" y="65"/>
                  <a:pt x="39" y="71"/>
                  <a:pt x="32" y="73"/>
                </a:cubicBezTo>
                <a:cubicBezTo>
                  <a:pt x="25" y="74"/>
                  <a:pt x="4" y="78"/>
                  <a:pt x="2" y="69"/>
                </a:cubicBezTo>
                <a:cubicBezTo>
                  <a:pt x="1" y="62"/>
                  <a:pt x="1" y="62"/>
                  <a:pt x="1" y="62"/>
                </a:cubicBezTo>
                <a:cubicBezTo>
                  <a:pt x="0" y="58"/>
                  <a:pt x="3" y="34"/>
                  <a:pt x="8" y="27"/>
                </a:cubicBezTo>
                <a:cubicBezTo>
                  <a:pt x="18" y="12"/>
                  <a:pt x="46" y="10"/>
                  <a:pt x="71" y="9"/>
                </a:cubicBezTo>
                <a:cubicBezTo>
                  <a:pt x="71" y="4"/>
                  <a:pt x="71" y="4"/>
                  <a:pt x="71" y="4"/>
                </a:cubicBezTo>
                <a:cubicBezTo>
                  <a:pt x="71" y="2"/>
                  <a:pt x="73" y="0"/>
                  <a:pt x="75" y="0"/>
                </a:cubicBezTo>
                <a:close/>
                <a:moveTo>
                  <a:pt x="147" y="88"/>
                </a:moveTo>
                <a:cubicBezTo>
                  <a:pt x="147" y="88"/>
                  <a:pt x="147" y="88"/>
                  <a:pt x="147" y="88"/>
                </a:cubicBezTo>
                <a:cubicBezTo>
                  <a:pt x="160" y="91"/>
                  <a:pt x="168" y="100"/>
                  <a:pt x="174" y="111"/>
                </a:cubicBezTo>
                <a:cubicBezTo>
                  <a:pt x="182" y="125"/>
                  <a:pt x="186" y="143"/>
                  <a:pt x="186" y="162"/>
                </a:cubicBezTo>
                <a:cubicBezTo>
                  <a:pt x="186" y="162"/>
                  <a:pt x="186" y="162"/>
                  <a:pt x="186" y="162"/>
                </a:cubicBezTo>
                <a:cubicBezTo>
                  <a:pt x="186" y="168"/>
                  <a:pt x="182" y="173"/>
                  <a:pt x="178" y="174"/>
                </a:cubicBezTo>
                <a:cubicBezTo>
                  <a:pt x="178" y="174"/>
                  <a:pt x="178" y="174"/>
                  <a:pt x="178" y="174"/>
                </a:cubicBezTo>
                <a:cubicBezTo>
                  <a:pt x="178" y="174"/>
                  <a:pt x="178" y="174"/>
                  <a:pt x="178" y="174"/>
                </a:cubicBezTo>
                <a:cubicBezTo>
                  <a:pt x="177" y="175"/>
                  <a:pt x="176" y="175"/>
                  <a:pt x="175" y="175"/>
                </a:cubicBezTo>
                <a:cubicBezTo>
                  <a:pt x="175" y="175"/>
                  <a:pt x="175" y="175"/>
                  <a:pt x="175" y="175"/>
                </a:cubicBezTo>
                <a:cubicBezTo>
                  <a:pt x="175" y="175"/>
                  <a:pt x="175" y="175"/>
                  <a:pt x="175" y="175"/>
                </a:cubicBezTo>
                <a:cubicBezTo>
                  <a:pt x="31" y="175"/>
                  <a:pt x="31" y="175"/>
                  <a:pt x="31" y="175"/>
                </a:cubicBezTo>
                <a:cubicBezTo>
                  <a:pt x="31" y="175"/>
                  <a:pt x="31" y="175"/>
                  <a:pt x="31" y="175"/>
                </a:cubicBezTo>
                <a:cubicBezTo>
                  <a:pt x="31" y="175"/>
                  <a:pt x="31" y="175"/>
                  <a:pt x="31" y="175"/>
                </a:cubicBezTo>
                <a:cubicBezTo>
                  <a:pt x="30" y="175"/>
                  <a:pt x="29" y="175"/>
                  <a:pt x="28" y="174"/>
                </a:cubicBezTo>
                <a:cubicBezTo>
                  <a:pt x="28" y="174"/>
                  <a:pt x="28" y="174"/>
                  <a:pt x="28" y="174"/>
                </a:cubicBezTo>
                <a:cubicBezTo>
                  <a:pt x="28" y="174"/>
                  <a:pt x="28" y="174"/>
                  <a:pt x="28" y="174"/>
                </a:cubicBezTo>
                <a:cubicBezTo>
                  <a:pt x="24" y="173"/>
                  <a:pt x="20" y="168"/>
                  <a:pt x="20" y="162"/>
                </a:cubicBezTo>
                <a:cubicBezTo>
                  <a:pt x="20" y="162"/>
                  <a:pt x="20" y="162"/>
                  <a:pt x="20" y="162"/>
                </a:cubicBezTo>
                <a:cubicBezTo>
                  <a:pt x="20" y="143"/>
                  <a:pt x="24" y="125"/>
                  <a:pt x="32" y="111"/>
                </a:cubicBezTo>
                <a:cubicBezTo>
                  <a:pt x="38" y="100"/>
                  <a:pt x="46" y="91"/>
                  <a:pt x="59" y="88"/>
                </a:cubicBezTo>
                <a:cubicBezTo>
                  <a:pt x="59" y="88"/>
                  <a:pt x="59" y="88"/>
                  <a:pt x="59" y="88"/>
                </a:cubicBezTo>
                <a:cubicBezTo>
                  <a:pt x="59" y="88"/>
                  <a:pt x="59" y="88"/>
                  <a:pt x="59" y="88"/>
                </a:cubicBezTo>
                <a:cubicBezTo>
                  <a:pt x="59" y="88"/>
                  <a:pt x="59" y="88"/>
                  <a:pt x="59" y="88"/>
                </a:cubicBezTo>
                <a:cubicBezTo>
                  <a:pt x="54" y="95"/>
                  <a:pt x="52" y="103"/>
                  <a:pt x="52" y="111"/>
                </a:cubicBezTo>
                <a:cubicBezTo>
                  <a:pt x="52" y="136"/>
                  <a:pt x="74" y="156"/>
                  <a:pt x="102" y="157"/>
                </a:cubicBezTo>
                <a:cubicBezTo>
                  <a:pt x="102" y="157"/>
                  <a:pt x="103" y="157"/>
                  <a:pt x="103" y="157"/>
                </a:cubicBezTo>
                <a:cubicBezTo>
                  <a:pt x="103" y="157"/>
                  <a:pt x="103" y="157"/>
                  <a:pt x="103" y="157"/>
                </a:cubicBezTo>
                <a:cubicBezTo>
                  <a:pt x="103" y="157"/>
                  <a:pt x="104" y="157"/>
                  <a:pt x="104" y="157"/>
                </a:cubicBezTo>
                <a:cubicBezTo>
                  <a:pt x="132" y="156"/>
                  <a:pt x="154" y="136"/>
                  <a:pt x="154" y="111"/>
                </a:cubicBezTo>
                <a:cubicBezTo>
                  <a:pt x="154" y="103"/>
                  <a:pt x="152" y="95"/>
                  <a:pt x="147" y="88"/>
                </a:cubicBezTo>
                <a:cubicBezTo>
                  <a:pt x="147" y="88"/>
                  <a:pt x="147" y="88"/>
                  <a:pt x="147" y="88"/>
                </a:cubicBezTo>
                <a:cubicBezTo>
                  <a:pt x="147" y="88"/>
                  <a:pt x="147" y="88"/>
                  <a:pt x="147" y="88"/>
                </a:cubicBezTo>
                <a:close/>
                <a:moveTo>
                  <a:pt x="88" y="51"/>
                </a:moveTo>
                <a:cubicBezTo>
                  <a:pt x="119" y="51"/>
                  <a:pt x="119" y="51"/>
                  <a:pt x="119" y="51"/>
                </a:cubicBezTo>
                <a:cubicBezTo>
                  <a:pt x="129" y="51"/>
                  <a:pt x="127" y="43"/>
                  <a:pt x="127" y="35"/>
                </a:cubicBezTo>
                <a:cubicBezTo>
                  <a:pt x="79" y="35"/>
                  <a:pt x="79" y="35"/>
                  <a:pt x="79" y="35"/>
                </a:cubicBezTo>
                <a:cubicBezTo>
                  <a:pt x="79" y="44"/>
                  <a:pt x="78" y="51"/>
                  <a:pt x="88" y="51"/>
                </a:cubicBezTo>
                <a:close/>
                <a:moveTo>
                  <a:pt x="110" y="79"/>
                </a:moveTo>
                <a:cubicBezTo>
                  <a:pt x="112" y="77"/>
                  <a:pt x="116" y="77"/>
                  <a:pt x="118" y="78"/>
                </a:cubicBezTo>
                <a:cubicBezTo>
                  <a:pt x="121" y="80"/>
                  <a:pt x="121" y="83"/>
                  <a:pt x="119" y="86"/>
                </a:cubicBezTo>
                <a:cubicBezTo>
                  <a:pt x="117" y="88"/>
                  <a:pt x="113" y="88"/>
                  <a:pt x="111" y="86"/>
                </a:cubicBezTo>
                <a:cubicBezTo>
                  <a:pt x="109" y="84"/>
                  <a:pt x="108" y="81"/>
                  <a:pt x="110" y="79"/>
                </a:cubicBezTo>
                <a:close/>
                <a:moveTo>
                  <a:pt x="124" y="138"/>
                </a:moveTo>
                <a:cubicBezTo>
                  <a:pt x="124" y="141"/>
                  <a:pt x="122" y="144"/>
                  <a:pt x="119" y="144"/>
                </a:cubicBezTo>
                <a:cubicBezTo>
                  <a:pt x="115" y="144"/>
                  <a:pt x="113" y="142"/>
                  <a:pt x="112" y="139"/>
                </a:cubicBezTo>
                <a:cubicBezTo>
                  <a:pt x="112" y="136"/>
                  <a:pt x="114" y="134"/>
                  <a:pt x="118" y="134"/>
                </a:cubicBezTo>
                <a:cubicBezTo>
                  <a:pt x="121" y="134"/>
                  <a:pt x="123" y="136"/>
                  <a:pt x="124" y="138"/>
                </a:cubicBezTo>
                <a:close/>
                <a:moveTo>
                  <a:pt x="109" y="144"/>
                </a:moveTo>
                <a:cubicBezTo>
                  <a:pt x="108" y="146"/>
                  <a:pt x="104" y="147"/>
                  <a:pt x="101" y="147"/>
                </a:cubicBezTo>
                <a:cubicBezTo>
                  <a:pt x="98" y="146"/>
                  <a:pt x="97" y="143"/>
                  <a:pt x="98" y="140"/>
                </a:cubicBezTo>
                <a:cubicBezTo>
                  <a:pt x="99" y="137"/>
                  <a:pt x="102" y="136"/>
                  <a:pt x="105" y="137"/>
                </a:cubicBezTo>
                <a:cubicBezTo>
                  <a:pt x="108" y="138"/>
                  <a:pt x="110" y="141"/>
                  <a:pt x="109" y="144"/>
                </a:cubicBezTo>
                <a:close/>
                <a:moveTo>
                  <a:pt x="93" y="143"/>
                </a:moveTo>
                <a:cubicBezTo>
                  <a:pt x="90" y="145"/>
                  <a:pt x="87" y="145"/>
                  <a:pt x="85" y="143"/>
                </a:cubicBezTo>
                <a:cubicBezTo>
                  <a:pt x="82" y="141"/>
                  <a:pt x="82" y="137"/>
                  <a:pt x="85" y="135"/>
                </a:cubicBezTo>
                <a:cubicBezTo>
                  <a:pt x="87" y="134"/>
                  <a:pt x="90" y="134"/>
                  <a:pt x="93" y="135"/>
                </a:cubicBezTo>
                <a:cubicBezTo>
                  <a:pt x="95" y="137"/>
                  <a:pt x="95" y="141"/>
                  <a:pt x="93" y="143"/>
                </a:cubicBezTo>
                <a:close/>
                <a:moveTo>
                  <a:pt x="79" y="136"/>
                </a:moveTo>
                <a:cubicBezTo>
                  <a:pt x="76" y="137"/>
                  <a:pt x="72" y="135"/>
                  <a:pt x="71" y="133"/>
                </a:cubicBezTo>
                <a:cubicBezTo>
                  <a:pt x="70" y="130"/>
                  <a:pt x="72" y="127"/>
                  <a:pt x="75" y="126"/>
                </a:cubicBezTo>
                <a:cubicBezTo>
                  <a:pt x="78" y="125"/>
                  <a:pt x="81" y="127"/>
                  <a:pt x="82" y="129"/>
                </a:cubicBezTo>
                <a:cubicBezTo>
                  <a:pt x="83" y="132"/>
                  <a:pt x="81" y="135"/>
                  <a:pt x="79" y="136"/>
                </a:cubicBezTo>
                <a:close/>
                <a:moveTo>
                  <a:pt x="69" y="124"/>
                </a:moveTo>
                <a:cubicBezTo>
                  <a:pt x="66" y="124"/>
                  <a:pt x="64" y="122"/>
                  <a:pt x="64" y="119"/>
                </a:cubicBezTo>
                <a:cubicBezTo>
                  <a:pt x="64" y="116"/>
                  <a:pt x="67" y="114"/>
                  <a:pt x="70" y="114"/>
                </a:cubicBezTo>
                <a:cubicBezTo>
                  <a:pt x="73" y="115"/>
                  <a:pt x="75" y="117"/>
                  <a:pt x="75" y="120"/>
                </a:cubicBezTo>
                <a:cubicBezTo>
                  <a:pt x="75" y="123"/>
                  <a:pt x="72" y="125"/>
                  <a:pt x="69" y="124"/>
                </a:cubicBezTo>
                <a:close/>
                <a:moveTo>
                  <a:pt x="66" y="110"/>
                </a:moveTo>
                <a:cubicBezTo>
                  <a:pt x="63" y="109"/>
                  <a:pt x="62" y="106"/>
                  <a:pt x="64" y="104"/>
                </a:cubicBezTo>
                <a:cubicBezTo>
                  <a:pt x="65" y="101"/>
                  <a:pt x="69" y="100"/>
                  <a:pt x="72" y="102"/>
                </a:cubicBezTo>
                <a:cubicBezTo>
                  <a:pt x="74" y="103"/>
                  <a:pt x="75" y="106"/>
                  <a:pt x="74" y="109"/>
                </a:cubicBezTo>
                <a:cubicBezTo>
                  <a:pt x="72" y="111"/>
                  <a:pt x="69" y="112"/>
                  <a:pt x="66" y="110"/>
                </a:cubicBezTo>
                <a:close/>
                <a:moveTo>
                  <a:pt x="70" y="97"/>
                </a:moveTo>
                <a:cubicBezTo>
                  <a:pt x="68" y="94"/>
                  <a:pt x="68" y="91"/>
                  <a:pt x="71" y="90"/>
                </a:cubicBezTo>
                <a:cubicBezTo>
                  <a:pt x="74" y="88"/>
                  <a:pt x="77" y="89"/>
                  <a:pt x="79" y="91"/>
                </a:cubicBezTo>
                <a:cubicBezTo>
                  <a:pt x="81" y="93"/>
                  <a:pt x="80" y="96"/>
                  <a:pt x="78" y="98"/>
                </a:cubicBezTo>
                <a:cubicBezTo>
                  <a:pt x="75" y="100"/>
                  <a:pt x="71" y="99"/>
                  <a:pt x="70" y="97"/>
                </a:cubicBezTo>
                <a:close/>
                <a:moveTo>
                  <a:pt x="80" y="86"/>
                </a:moveTo>
                <a:cubicBezTo>
                  <a:pt x="79" y="83"/>
                  <a:pt x="81" y="80"/>
                  <a:pt x="84" y="80"/>
                </a:cubicBezTo>
                <a:cubicBezTo>
                  <a:pt x="87" y="79"/>
                  <a:pt x="90" y="81"/>
                  <a:pt x="91" y="84"/>
                </a:cubicBezTo>
                <a:cubicBezTo>
                  <a:pt x="92" y="87"/>
                  <a:pt x="89" y="89"/>
                  <a:pt x="86" y="90"/>
                </a:cubicBezTo>
                <a:cubicBezTo>
                  <a:pt x="83" y="90"/>
                  <a:pt x="80" y="88"/>
                  <a:pt x="80" y="86"/>
                </a:cubicBezTo>
                <a:close/>
                <a:moveTo>
                  <a:pt x="94" y="79"/>
                </a:moveTo>
                <a:cubicBezTo>
                  <a:pt x="95" y="77"/>
                  <a:pt x="98" y="75"/>
                  <a:pt x="101" y="76"/>
                </a:cubicBezTo>
                <a:cubicBezTo>
                  <a:pt x="104" y="77"/>
                  <a:pt x="106" y="79"/>
                  <a:pt x="105" y="82"/>
                </a:cubicBezTo>
                <a:cubicBezTo>
                  <a:pt x="104" y="85"/>
                  <a:pt x="101" y="86"/>
                  <a:pt x="98" y="86"/>
                </a:cubicBezTo>
                <a:cubicBezTo>
                  <a:pt x="95" y="85"/>
                  <a:pt x="93" y="82"/>
                  <a:pt x="94" y="7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97CB1DBE-2855-3908-850D-7D6943AB2A4C}"/>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384369009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dissolve">
                                      <p:cBhvr>
                                        <p:cTn id="28" dur="500"/>
                                        <p:tgtEl>
                                          <p:spTgt spid="13"/>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dissolve">
                                      <p:cBhvr>
                                        <p:cTn id="31" dur="500"/>
                                        <p:tgtEl>
                                          <p:spTgt spid="14"/>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dissolve">
                                      <p:cBhvr>
                                        <p:cTn id="34" dur="500"/>
                                        <p:tgtEl>
                                          <p:spTgt spid="15"/>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dissolve">
                                      <p:cBhvr>
                                        <p:cTn id="37" dur="500"/>
                                        <p:tgtEl>
                                          <p:spTgt spid="16"/>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dissolve">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12" grpId="0" animBg="1"/>
      <p:bldP spid="13" grpId="0" animBg="1"/>
      <p:bldP spid="14" grpId="0" animBg="1"/>
      <p:bldP spid="15" grpId="0"/>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10">
            <a:extLst>
              <a:ext uri="{FF2B5EF4-FFF2-40B4-BE49-F238E27FC236}">
                <a16:creationId xmlns:a16="http://schemas.microsoft.com/office/drawing/2014/main" id="{A14139E6-7223-C30A-882F-EC26314AC4C9}"/>
              </a:ext>
            </a:extLst>
          </p:cNvPr>
          <p:cNvSpPr/>
          <p:nvPr/>
        </p:nvSpPr>
        <p:spPr bwMode="auto">
          <a:xfrm>
            <a:off x="1465004" y="1865749"/>
            <a:ext cx="842853" cy="1402802"/>
          </a:xfrm>
          <a:custGeom>
            <a:avLst/>
            <a:gdLst>
              <a:gd name="T0" fmla="*/ 1191 w 1191"/>
              <a:gd name="T1" fmla="*/ 2372 h 2372"/>
              <a:gd name="T2" fmla="*/ 0 w 1191"/>
              <a:gd name="T3" fmla="*/ 2372 h 2372"/>
              <a:gd name="T4" fmla="*/ 0 w 1191"/>
              <a:gd name="T5" fmla="*/ 0 h 2372"/>
            </a:gdLst>
            <a:ahLst/>
            <a:cxnLst>
              <a:cxn ang="0">
                <a:pos x="T0" y="T1"/>
              </a:cxn>
              <a:cxn ang="0">
                <a:pos x="T2" y="T3"/>
              </a:cxn>
              <a:cxn ang="0">
                <a:pos x="T4" y="T5"/>
              </a:cxn>
            </a:cxnLst>
            <a:rect l="0" t="0" r="r" b="b"/>
            <a:pathLst>
              <a:path w="1191" h="2372">
                <a:moveTo>
                  <a:pt x="1191" y="2372"/>
                </a:moveTo>
                <a:lnTo>
                  <a:pt x="0" y="2372"/>
                </a:lnTo>
                <a:lnTo>
                  <a:pt x="0" y="0"/>
                </a:lnTo>
              </a:path>
            </a:pathLst>
          </a:custGeom>
          <a:noFill/>
          <a:ln w="12700" cap="flat">
            <a:solidFill>
              <a:schemeClr val="bg1">
                <a:lumMod val="65000"/>
              </a:schemeClr>
            </a:solidFill>
            <a:prstDash val="dash"/>
            <a:miter lim="800000"/>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4D4D4D"/>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Freeform 11">
            <a:extLst>
              <a:ext uri="{FF2B5EF4-FFF2-40B4-BE49-F238E27FC236}">
                <a16:creationId xmlns:a16="http://schemas.microsoft.com/office/drawing/2014/main" id="{B546F903-102C-B076-B706-2151E18121AE}"/>
              </a:ext>
            </a:extLst>
          </p:cNvPr>
          <p:cNvSpPr/>
          <p:nvPr/>
        </p:nvSpPr>
        <p:spPr bwMode="auto">
          <a:xfrm>
            <a:off x="5158636" y="1865749"/>
            <a:ext cx="493649" cy="1402802"/>
          </a:xfrm>
          <a:custGeom>
            <a:avLst/>
            <a:gdLst>
              <a:gd name="T0" fmla="*/ 697 w 697"/>
              <a:gd name="T1" fmla="*/ 2372 h 2372"/>
              <a:gd name="T2" fmla="*/ 0 w 697"/>
              <a:gd name="T3" fmla="*/ 2372 h 2372"/>
              <a:gd name="T4" fmla="*/ 0 w 697"/>
              <a:gd name="T5" fmla="*/ 0 h 2372"/>
            </a:gdLst>
            <a:ahLst/>
            <a:cxnLst>
              <a:cxn ang="0">
                <a:pos x="T0" y="T1"/>
              </a:cxn>
              <a:cxn ang="0">
                <a:pos x="T2" y="T3"/>
              </a:cxn>
              <a:cxn ang="0">
                <a:pos x="T4" y="T5"/>
              </a:cxn>
            </a:cxnLst>
            <a:rect l="0" t="0" r="r" b="b"/>
            <a:pathLst>
              <a:path w="697" h="2372">
                <a:moveTo>
                  <a:pt x="697" y="2372"/>
                </a:moveTo>
                <a:lnTo>
                  <a:pt x="0" y="2372"/>
                </a:lnTo>
                <a:lnTo>
                  <a:pt x="0" y="0"/>
                </a:lnTo>
              </a:path>
            </a:pathLst>
          </a:custGeom>
          <a:noFill/>
          <a:ln w="9525" cap="flat">
            <a:solidFill>
              <a:schemeClr val="bg1">
                <a:lumMod val="65000"/>
              </a:schemeClr>
            </a:solidFill>
            <a:prstDash val="dash"/>
            <a:miter lim="800000"/>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4D4D4D"/>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Freeform 12">
            <a:extLst>
              <a:ext uri="{FF2B5EF4-FFF2-40B4-BE49-F238E27FC236}">
                <a16:creationId xmlns:a16="http://schemas.microsoft.com/office/drawing/2014/main" id="{BF58CCF8-FA8F-EBA9-16AE-89F8A83E48F6}"/>
              </a:ext>
            </a:extLst>
          </p:cNvPr>
          <p:cNvSpPr/>
          <p:nvPr/>
        </p:nvSpPr>
        <p:spPr bwMode="auto">
          <a:xfrm>
            <a:off x="8477666" y="1865749"/>
            <a:ext cx="523807" cy="1402802"/>
          </a:xfrm>
          <a:custGeom>
            <a:avLst/>
            <a:gdLst>
              <a:gd name="T0" fmla="*/ 741 w 741"/>
              <a:gd name="T1" fmla="*/ 2372 h 2372"/>
              <a:gd name="T2" fmla="*/ 0 w 741"/>
              <a:gd name="T3" fmla="*/ 2372 h 2372"/>
              <a:gd name="T4" fmla="*/ 0 w 741"/>
              <a:gd name="T5" fmla="*/ 0 h 2372"/>
            </a:gdLst>
            <a:ahLst/>
            <a:cxnLst>
              <a:cxn ang="0">
                <a:pos x="T0" y="T1"/>
              </a:cxn>
              <a:cxn ang="0">
                <a:pos x="T2" y="T3"/>
              </a:cxn>
              <a:cxn ang="0">
                <a:pos x="T4" y="T5"/>
              </a:cxn>
            </a:cxnLst>
            <a:rect l="0" t="0" r="r" b="b"/>
            <a:pathLst>
              <a:path w="741" h="2372">
                <a:moveTo>
                  <a:pt x="741" y="2372"/>
                </a:moveTo>
                <a:lnTo>
                  <a:pt x="0" y="2372"/>
                </a:lnTo>
                <a:lnTo>
                  <a:pt x="0" y="0"/>
                </a:lnTo>
              </a:path>
            </a:pathLst>
          </a:custGeom>
          <a:noFill/>
          <a:ln w="9525" cap="flat">
            <a:solidFill>
              <a:schemeClr val="bg1">
                <a:lumMod val="65000"/>
              </a:schemeClr>
            </a:solidFill>
            <a:prstDash val="dash"/>
            <a:miter lim="800000"/>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4D4D4D"/>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7" name="Freeform 13">
            <a:extLst>
              <a:ext uri="{FF2B5EF4-FFF2-40B4-BE49-F238E27FC236}">
                <a16:creationId xmlns:a16="http://schemas.microsoft.com/office/drawing/2014/main" id="{973DAF37-4C52-F1F8-4601-8C912194799D}"/>
              </a:ext>
            </a:extLst>
          </p:cNvPr>
          <p:cNvSpPr/>
          <p:nvPr/>
        </p:nvSpPr>
        <p:spPr bwMode="auto">
          <a:xfrm>
            <a:off x="3436422" y="4238386"/>
            <a:ext cx="599997" cy="1652373"/>
          </a:xfrm>
          <a:custGeom>
            <a:avLst/>
            <a:gdLst>
              <a:gd name="T0" fmla="*/ 847 w 847"/>
              <a:gd name="T1" fmla="*/ 0 h 2329"/>
              <a:gd name="T2" fmla="*/ 0 w 847"/>
              <a:gd name="T3" fmla="*/ 0 h 2329"/>
              <a:gd name="T4" fmla="*/ 0 w 847"/>
              <a:gd name="T5" fmla="*/ 2329 h 2329"/>
            </a:gdLst>
            <a:ahLst/>
            <a:cxnLst>
              <a:cxn ang="0">
                <a:pos x="T0" y="T1"/>
              </a:cxn>
              <a:cxn ang="0">
                <a:pos x="T2" y="T3"/>
              </a:cxn>
              <a:cxn ang="0">
                <a:pos x="T4" y="T5"/>
              </a:cxn>
            </a:cxnLst>
            <a:rect l="0" t="0" r="r" b="b"/>
            <a:pathLst>
              <a:path w="847" h="2329">
                <a:moveTo>
                  <a:pt x="847" y="0"/>
                </a:moveTo>
                <a:lnTo>
                  <a:pt x="0" y="0"/>
                </a:lnTo>
                <a:lnTo>
                  <a:pt x="0" y="2329"/>
                </a:lnTo>
              </a:path>
            </a:pathLst>
          </a:custGeom>
          <a:noFill/>
          <a:ln w="9525" cap="flat">
            <a:solidFill>
              <a:schemeClr val="bg1">
                <a:lumMod val="65000"/>
              </a:schemeClr>
            </a:solidFill>
            <a:prstDash val="dash"/>
            <a:miter lim="800000"/>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4D4D4D"/>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8" name="Freeform 14">
            <a:extLst>
              <a:ext uri="{FF2B5EF4-FFF2-40B4-BE49-F238E27FC236}">
                <a16:creationId xmlns:a16="http://schemas.microsoft.com/office/drawing/2014/main" id="{D5CDFAFE-AC2C-4BD5-97AA-23D1CCD17DAA}"/>
              </a:ext>
            </a:extLst>
          </p:cNvPr>
          <p:cNvSpPr/>
          <p:nvPr/>
        </p:nvSpPr>
        <p:spPr bwMode="auto">
          <a:xfrm>
            <a:off x="6893547" y="4238386"/>
            <a:ext cx="455554" cy="1652373"/>
          </a:xfrm>
          <a:custGeom>
            <a:avLst/>
            <a:gdLst>
              <a:gd name="T0" fmla="*/ 644 w 644"/>
              <a:gd name="T1" fmla="*/ 0 h 2329"/>
              <a:gd name="T2" fmla="*/ 0 w 644"/>
              <a:gd name="T3" fmla="*/ 0 h 2329"/>
              <a:gd name="T4" fmla="*/ 0 w 644"/>
              <a:gd name="T5" fmla="*/ 2329 h 2329"/>
            </a:gdLst>
            <a:ahLst/>
            <a:cxnLst>
              <a:cxn ang="0">
                <a:pos x="T0" y="T1"/>
              </a:cxn>
              <a:cxn ang="0">
                <a:pos x="T2" y="T3"/>
              </a:cxn>
              <a:cxn ang="0">
                <a:pos x="T4" y="T5"/>
              </a:cxn>
            </a:cxnLst>
            <a:rect l="0" t="0" r="r" b="b"/>
            <a:pathLst>
              <a:path w="644" h="2329">
                <a:moveTo>
                  <a:pt x="644" y="0"/>
                </a:moveTo>
                <a:lnTo>
                  <a:pt x="0" y="0"/>
                </a:lnTo>
                <a:lnTo>
                  <a:pt x="0" y="2329"/>
                </a:lnTo>
              </a:path>
            </a:pathLst>
          </a:custGeom>
          <a:noFill/>
          <a:ln w="9525" cap="flat">
            <a:solidFill>
              <a:schemeClr val="bg1">
                <a:lumMod val="65000"/>
              </a:schemeClr>
            </a:solidFill>
            <a:prstDash val="dash"/>
            <a:miter lim="800000"/>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4D4D4D"/>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矩形 8">
            <a:extLst>
              <a:ext uri="{FF2B5EF4-FFF2-40B4-BE49-F238E27FC236}">
                <a16:creationId xmlns:a16="http://schemas.microsoft.com/office/drawing/2014/main" id="{0E21DF32-9080-1735-6F22-26D19DBBC3B7}"/>
              </a:ext>
            </a:extLst>
          </p:cNvPr>
          <p:cNvSpPr/>
          <p:nvPr/>
        </p:nvSpPr>
        <p:spPr>
          <a:xfrm>
            <a:off x="1465018" y="2040614"/>
            <a:ext cx="2712205" cy="549061"/>
          </a:xfrm>
          <a:prstGeom prst="rect">
            <a:avLst/>
          </a:prstGeom>
          <a:noFill/>
        </p:spPr>
        <p:txBody>
          <a:bodyPr wrap="square" rtlCol="0">
            <a:spAutoFit/>
          </a:bodyPr>
          <a:lstStyle/>
          <a:p>
            <a:pPr defTabSz="1219170" fontAlgn="base">
              <a:lnSpc>
                <a:spcPct val="130000"/>
              </a:lnSpc>
              <a:spcBef>
                <a:spcPct val="0"/>
              </a:spcBef>
              <a:spcAft>
                <a:spcPct val="0"/>
              </a:spcAft>
              <a:defRPr/>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请替换文字内容复制你的内容到此请替换文字内容复制你的内容到此</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矩形 9">
            <a:extLst>
              <a:ext uri="{FF2B5EF4-FFF2-40B4-BE49-F238E27FC236}">
                <a16:creationId xmlns:a16="http://schemas.microsoft.com/office/drawing/2014/main" id="{83EBE020-32B0-F8C8-DC02-28B7FB91E379}"/>
              </a:ext>
            </a:extLst>
          </p:cNvPr>
          <p:cNvSpPr/>
          <p:nvPr/>
        </p:nvSpPr>
        <p:spPr>
          <a:xfrm>
            <a:off x="1500377" y="1776869"/>
            <a:ext cx="1402680" cy="307777"/>
          </a:xfrm>
          <a:prstGeom prst="rect">
            <a:avLst/>
          </a:prstGeom>
        </p:spPr>
        <p:txBody>
          <a:bodyPr wrap="square">
            <a:spAutoFit/>
          </a:bodyPr>
          <a:lstStyle/>
          <a:p>
            <a:pPr algn="dist" fontAlgn="base">
              <a:spcBef>
                <a:spcPct val="0"/>
              </a:spcBef>
              <a:spcAft>
                <a:spcPct val="0"/>
              </a:spcAft>
              <a:buFont typeface="Arial" panose="020B0604020202020204" pitchFamily="34" charset="0"/>
              <a:buNone/>
            </a:pPr>
            <a:r>
              <a:rPr lang="zh-CN" altLang="en-US" sz="1400" dirty="0">
                <a:solidFill>
                  <a:srgbClr val="4D4D4D"/>
                </a:solidFill>
                <a:latin typeface="Arial" panose="020B0604020202020204" pitchFamily="34" charset="0"/>
                <a:ea typeface="思源黑体 CN Normal" panose="020B0400000000000000" pitchFamily="34" charset="-122"/>
                <a:sym typeface="Arial" panose="020B0604020202020204" pitchFamily="34" charset="0"/>
              </a:rPr>
              <a:t>此处添加标题</a:t>
            </a:r>
          </a:p>
        </p:txBody>
      </p:sp>
      <p:sp>
        <p:nvSpPr>
          <p:cNvPr id="11" name="Freeform 5">
            <a:extLst>
              <a:ext uri="{FF2B5EF4-FFF2-40B4-BE49-F238E27FC236}">
                <a16:creationId xmlns:a16="http://schemas.microsoft.com/office/drawing/2014/main" id="{2E6EC213-E82C-21F7-975C-A1862BD3A109}"/>
              </a:ext>
            </a:extLst>
          </p:cNvPr>
          <p:cNvSpPr/>
          <p:nvPr/>
        </p:nvSpPr>
        <p:spPr bwMode="auto">
          <a:xfrm>
            <a:off x="1413110" y="3072969"/>
            <a:ext cx="1900602" cy="1389570"/>
          </a:xfrm>
          <a:custGeom>
            <a:avLst/>
            <a:gdLst>
              <a:gd name="T0" fmla="*/ 1408 w 2454"/>
              <a:gd name="T1" fmla="*/ 175 h 2140"/>
              <a:gd name="T2" fmla="*/ 1887 w 2454"/>
              <a:gd name="T3" fmla="*/ 1005 h 2140"/>
              <a:gd name="T4" fmla="*/ 2364 w 2454"/>
              <a:gd name="T5" fmla="*/ 1832 h 2140"/>
              <a:gd name="T6" fmla="*/ 2189 w 2454"/>
              <a:gd name="T7" fmla="*/ 2140 h 2140"/>
              <a:gd name="T8" fmla="*/ 1231 w 2454"/>
              <a:gd name="T9" fmla="*/ 2140 h 2140"/>
              <a:gd name="T10" fmla="*/ 276 w 2454"/>
              <a:gd name="T11" fmla="*/ 2140 h 2140"/>
              <a:gd name="T12" fmla="*/ 97 w 2454"/>
              <a:gd name="T13" fmla="*/ 1834 h 2140"/>
              <a:gd name="T14" fmla="*/ 575 w 2454"/>
              <a:gd name="T15" fmla="*/ 1005 h 2140"/>
              <a:gd name="T16" fmla="*/ 1053 w 2454"/>
              <a:gd name="T17" fmla="*/ 178 h 2140"/>
              <a:gd name="T18" fmla="*/ 1408 w 2454"/>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0">
                <a:moveTo>
                  <a:pt x="1408" y="175"/>
                </a:moveTo>
                <a:lnTo>
                  <a:pt x="1887" y="1005"/>
                </a:lnTo>
                <a:cubicBezTo>
                  <a:pt x="2046" y="1280"/>
                  <a:pt x="2205" y="1556"/>
                  <a:pt x="2364" y="1832"/>
                </a:cubicBezTo>
                <a:cubicBezTo>
                  <a:pt x="2454" y="2028"/>
                  <a:pt x="2396" y="2132"/>
                  <a:pt x="2189" y="2140"/>
                </a:cubicBezTo>
                <a:lnTo>
                  <a:pt x="1231" y="2140"/>
                </a:lnTo>
                <a:cubicBezTo>
                  <a:pt x="913" y="2140"/>
                  <a:pt x="594" y="2140"/>
                  <a:pt x="276" y="2140"/>
                </a:cubicBezTo>
                <a:cubicBezTo>
                  <a:pt x="61" y="2119"/>
                  <a:pt x="0" y="2018"/>
                  <a:pt x="97" y="1834"/>
                </a:cubicBezTo>
                <a:lnTo>
                  <a:pt x="575" y="1005"/>
                </a:lnTo>
                <a:cubicBezTo>
                  <a:pt x="734" y="729"/>
                  <a:pt x="894" y="453"/>
                  <a:pt x="1053" y="178"/>
                </a:cubicBezTo>
                <a:cubicBezTo>
                  <a:pt x="1178" y="2"/>
                  <a:pt x="1297" y="0"/>
                  <a:pt x="1408" y="175"/>
                </a:cubicBezTo>
                <a:close/>
              </a:path>
            </a:pathLst>
          </a:custGeom>
          <a:solidFill>
            <a:srgbClr val="79C9E2"/>
          </a:solidFill>
          <a:ln w="38100" cap="flat">
            <a:noFill/>
            <a:prstDash val="solid"/>
            <a:miter lim="800000"/>
          </a:ln>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54A0D8"/>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E0BBE387-1C90-37AA-09E0-CC98CBF8FD5C}"/>
              </a:ext>
            </a:extLst>
          </p:cNvPr>
          <p:cNvSpPr txBox="1"/>
          <p:nvPr/>
        </p:nvSpPr>
        <p:spPr>
          <a:xfrm>
            <a:off x="2005335" y="3602558"/>
            <a:ext cx="691215" cy="646331"/>
          </a:xfrm>
          <a:prstGeom prst="rect">
            <a:avLst/>
          </a:prstGeom>
          <a:noFill/>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rPr>
              <a:t>01</a:t>
            </a:r>
            <a:endParaRPr kumimoji="0" lang="zh-CN" altLang="en-US"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Freeform 8">
            <a:extLst>
              <a:ext uri="{FF2B5EF4-FFF2-40B4-BE49-F238E27FC236}">
                <a16:creationId xmlns:a16="http://schemas.microsoft.com/office/drawing/2014/main" id="{65543C58-10A6-A4DE-05E9-078F3DED0930}"/>
              </a:ext>
            </a:extLst>
          </p:cNvPr>
          <p:cNvSpPr/>
          <p:nvPr/>
        </p:nvSpPr>
        <p:spPr bwMode="auto">
          <a:xfrm>
            <a:off x="3081355" y="3015827"/>
            <a:ext cx="1900602" cy="1389570"/>
          </a:xfrm>
          <a:custGeom>
            <a:avLst/>
            <a:gdLst>
              <a:gd name="T0" fmla="*/ 1408 w 2454"/>
              <a:gd name="T1" fmla="*/ 1966 h 2141"/>
              <a:gd name="T2" fmla="*/ 1887 w 2454"/>
              <a:gd name="T3" fmla="*/ 1136 h 2141"/>
              <a:gd name="T4" fmla="*/ 2365 w 2454"/>
              <a:gd name="T5" fmla="*/ 309 h 2141"/>
              <a:gd name="T6" fmla="*/ 2189 w 2454"/>
              <a:gd name="T7" fmla="*/ 0 h 2141"/>
              <a:gd name="T8" fmla="*/ 1231 w 2454"/>
              <a:gd name="T9" fmla="*/ 0 h 2141"/>
              <a:gd name="T10" fmla="*/ 276 w 2454"/>
              <a:gd name="T11" fmla="*/ 0 h 2141"/>
              <a:gd name="T12" fmla="*/ 97 w 2454"/>
              <a:gd name="T13" fmla="*/ 307 h 2141"/>
              <a:gd name="T14" fmla="*/ 576 w 2454"/>
              <a:gd name="T15" fmla="*/ 1136 h 2141"/>
              <a:gd name="T16" fmla="*/ 1053 w 2454"/>
              <a:gd name="T17" fmla="*/ 1963 h 2141"/>
              <a:gd name="T18" fmla="*/ 1408 w 2454"/>
              <a:gd name="T19" fmla="*/ 1966 h 2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1">
                <a:moveTo>
                  <a:pt x="1408" y="1966"/>
                </a:moveTo>
                <a:lnTo>
                  <a:pt x="1887" y="1136"/>
                </a:lnTo>
                <a:cubicBezTo>
                  <a:pt x="2046" y="861"/>
                  <a:pt x="2205" y="585"/>
                  <a:pt x="2365" y="309"/>
                </a:cubicBezTo>
                <a:cubicBezTo>
                  <a:pt x="2454" y="113"/>
                  <a:pt x="2396" y="9"/>
                  <a:pt x="2189" y="0"/>
                </a:cubicBezTo>
                <a:lnTo>
                  <a:pt x="1231" y="0"/>
                </a:lnTo>
                <a:cubicBezTo>
                  <a:pt x="913" y="0"/>
                  <a:pt x="595" y="0"/>
                  <a:pt x="276" y="0"/>
                </a:cubicBezTo>
                <a:cubicBezTo>
                  <a:pt x="61" y="21"/>
                  <a:pt x="0" y="123"/>
                  <a:pt x="97" y="307"/>
                </a:cubicBezTo>
                <a:lnTo>
                  <a:pt x="576" y="1136"/>
                </a:lnTo>
                <a:cubicBezTo>
                  <a:pt x="735" y="1412"/>
                  <a:pt x="894" y="1688"/>
                  <a:pt x="1053" y="1963"/>
                </a:cubicBezTo>
                <a:cubicBezTo>
                  <a:pt x="1179" y="2139"/>
                  <a:pt x="1297" y="2141"/>
                  <a:pt x="1408" y="1966"/>
                </a:cubicBezTo>
                <a:close/>
              </a:path>
            </a:pathLst>
          </a:custGeom>
          <a:solidFill>
            <a:srgbClr val="0485A8"/>
          </a:solidFill>
          <a:ln w="38100" cap="flat">
            <a:noFill/>
            <a:prstDash val="solid"/>
            <a:miter lim="800000"/>
          </a:ln>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54A0D8"/>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文本框 13">
            <a:extLst>
              <a:ext uri="{FF2B5EF4-FFF2-40B4-BE49-F238E27FC236}">
                <a16:creationId xmlns:a16="http://schemas.microsoft.com/office/drawing/2014/main" id="{C9E55D7B-F51E-83A8-4A75-6FF6F2F80F04}"/>
              </a:ext>
            </a:extLst>
          </p:cNvPr>
          <p:cNvSpPr txBox="1"/>
          <p:nvPr/>
        </p:nvSpPr>
        <p:spPr>
          <a:xfrm>
            <a:off x="3606709" y="3133072"/>
            <a:ext cx="691215" cy="646331"/>
          </a:xfrm>
          <a:prstGeom prst="rect">
            <a:avLst/>
          </a:prstGeom>
          <a:noFill/>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rPr>
              <a:t>02</a:t>
            </a:r>
            <a:endParaRPr kumimoji="0" lang="zh-CN" altLang="en-US"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Freeform 6">
            <a:extLst>
              <a:ext uri="{FF2B5EF4-FFF2-40B4-BE49-F238E27FC236}">
                <a16:creationId xmlns:a16="http://schemas.microsoft.com/office/drawing/2014/main" id="{B4C233F4-87BA-BE86-253F-587700D5DE67}"/>
              </a:ext>
            </a:extLst>
          </p:cNvPr>
          <p:cNvSpPr/>
          <p:nvPr/>
        </p:nvSpPr>
        <p:spPr bwMode="auto">
          <a:xfrm>
            <a:off x="4749676" y="3072969"/>
            <a:ext cx="1898864" cy="1389570"/>
          </a:xfrm>
          <a:custGeom>
            <a:avLst/>
            <a:gdLst>
              <a:gd name="T0" fmla="*/ 1407 w 2453"/>
              <a:gd name="T1" fmla="*/ 175 h 2140"/>
              <a:gd name="T2" fmla="*/ 1886 w 2453"/>
              <a:gd name="T3" fmla="*/ 1005 h 2140"/>
              <a:gd name="T4" fmla="*/ 2364 w 2453"/>
              <a:gd name="T5" fmla="*/ 1832 h 2140"/>
              <a:gd name="T6" fmla="*/ 2188 w 2453"/>
              <a:gd name="T7" fmla="*/ 2140 h 2140"/>
              <a:gd name="T8" fmla="*/ 1231 w 2453"/>
              <a:gd name="T9" fmla="*/ 2140 h 2140"/>
              <a:gd name="T10" fmla="*/ 276 w 2453"/>
              <a:gd name="T11" fmla="*/ 2140 h 2140"/>
              <a:gd name="T12" fmla="*/ 96 w 2453"/>
              <a:gd name="T13" fmla="*/ 1834 h 2140"/>
              <a:gd name="T14" fmla="*/ 575 w 2453"/>
              <a:gd name="T15" fmla="*/ 1005 h 2140"/>
              <a:gd name="T16" fmla="*/ 1052 w 2453"/>
              <a:gd name="T17" fmla="*/ 178 h 2140"/>
              <a:gd name="T18" fmla="*/ 1407 w 2453"/>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3" h="2140">
                <a:moveTo>
                  <a:pt x="1407" y="175"/>
                </a:moveTo>
                <a:lnTo>
                  <a:pt x="1886" y="1005"/>
                </a:lnTo>
                <a:cubicBezTo>
                  <a:pt x="2045" y="1280"/>
                  <a:pt x="2205" y="1556"/>
                  <a:pt x="2364" y="1832"/>
                </a:cubicBezTo>
                <a:cubicBezTo>
                  <a:pt x="2453" y="2028"/>
                  <a:pt x="2396" y="2132"/>
                  <a:pt x="2188" y="2140"/>
                </a:cubicBezTo>
                <a:lnTo>
                  <a:pt x="1231" y="2140"/>
                </a:lnTo>
                <a:cubicBezTo>
                  <a:pt x="912" y="2140"/>
                  <a:pt x="594" y="2140"/>
                  <a:pt x="276" y="2140"/>
                </a:cubicBezTo>
                <a:cubicBezTo>
                  <a:pt x="61" y="2119"/>
                  <a:pt x="0" y="2018"/>
                  <a:pt x="96" y="1834"/>
                </a:cubicBezTo>
                <a:lnTo>
                  <a:pt x="575" y="1005"/>
                </a:lnTo>
                <a:cubicBezTo>
                  <a:pt x="734" y="729"/>
                  <a:pt x="893" y="453"/>
                  <a:pt x="1052" y="178"/>
                </a:cubicBezTo>
                <a:cubicBezTo>
                  <a:pt x="1178" y="2"/>
                  <a:pt x="1296" y="0"/>
                  <a:pt x="1407" y="175"/>
                </a:cubicBezTo>
                <a:close/>
              </a:path>
            </a:pathLst>
          </a:custGeom>
          <a:solidFill>
            <a:srgbClr val="79C9E2"/>
          </a:solidFill>
          <a:ln w="38100" cap="flat">
            <a:noFill/>
            <a:prstDash val="solid"/>
            <a:miter lim="800000"/>
          </a:ln>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54A0D8"/>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文本框 15">
            <a:extLst>
              <a:ext uri="{FF2B5EF4-FFF2-40B4-BE49-F238E27FC236}">
                <a16:creationId xmlns:a16="http://schemas.microsoft.com/office/drawing/2014/main" id="{D7BA42B1-24C1-F35B-E83B-123226C7CDD8}"/>
              </a:ext>
            </a:extLst>
          </p:cNvPr>
          <p:cNvSpPr txBox="1"/>
          <p:nvPr/>
        </p:nvSpPr>
        <p:spPr>
          <a:xfrm>
            <a:off x="5274146" y="3602558"/>
            <a:ext cx="691215" cy="646331"/>
          </a:xfrm>
          <a:prstGeom prst="rect">
            <a:avLst/>
          </a:prstGeom>
          <a:noFill/>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rPr>
              <a:t>03</a:t>
            </a:r>
            <a:endParaRPr kumimoji="0" lang="zh-CN" altLang="en-US"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Freeform 9">
            <a:extLst>
              <a:ext uri="{FF2B5EF4-FFF2-40B4-BE49-F238E27FC236}">
                <a16:creationId xmlns:a16="http://schemas.microsoft.com/office/drawing/2014/main" id="{98926E82-52C6-B17D-7106-356BC5A59588}"/>
              </a:ext>
            </a:extLst>
          </p:cNvPr>
          <p:cNvSpPr/>
          <p:nvPr/>
        </p:nvSpPr>
        <p:spPr bwMode="auto">
          <a:xfrm>
            <a:off x="6417921" y="3015827"/>
            <a:ext cx="1898864" cy="1389570"/>
          </a:xfrm>
          <a:custGeom>
            <a:avLst/>
            <a:gdLst>
              <a:gd name="T0" fmla="*/ 1408 w 2453"/>
              <a:gd name="T1" fmla="*/ 1966 h 2141"/>
              <a:gd name="T2" fmla="*/ 1886 w 2453"/>
              <a:gd name="T3" fmla="*/ 1136 h 2141"/>
              <a:gd name="T4" fmla="*/ 2364 w 2453"/>
              <a:gd name="T5" fmla="*/ 309 h 2141"/>
              <a:gd name="T6" fmla="*/ 2188 w 2453"/>
              <a:gd name="T7" fmla="*/ 0 h 2141"/>
              <a:gd name="T8" fmla="*/ 1231 w 2453"/>
              <a:gd name="T9" fmla="*/ 0 h 2141"/>
              <a:gd name="T10" fmla="*/ 276 w 2453"/>
              <a:gd name="T11" fmla="*/ 0 h 2141"/>
              <a:gd name="T12" fmla="*/ 96 w 2453"/>
              <a:gd name="T13" fmla="*/ 307 h 2141"/>
              <a:gd name="T14" fmla="*/ 575 w 2453"/>
              <a:gd name="T15" fmla="*/ 1136 h 2141"/>
              <a:gd name="T16" fmla="*/ 1052 w 2453"/>
              <a:gd name="T17" fmla="*/ 1963 h 2141"/>
              <a:gd name="T18" fmla="*/ 1408 w 2453"/>
              <a:gd name="T19" fmla="*/ 1966 h 2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3" h="2141">
                <a:moveTo>
                  <a:pt x="1408" y="1966"/>
                </a:moveTo>
                <a:lnTo>
                  <a:pt x="1886" y="1136"/>
                </a:lnTo>
                <a:cubicBezTo>
                  <a:pt x="2046" y="861"/>
                  <a:pt x="2205" y="585"/>
                  <a:pt x="2364" y="309"/>
                </a:cubicBezTo>
                <a:cubicBezTo>
                  <a:pt x="2453" y="113"/>
                  <a:pt x="2396" y="9"/>
                  <a:pt x="2188" y="0"/>
                </a:cubicBezTo>
                <a:lnTo>
                  <a:pt x="1231" y="0"/>
                </a:lnTo>
                <a:cubicBezTo>
                  <a:pt x="912" y="0"/>
                  <a:pt x="594" y="0"/>
                  <a:pt x="276" y="0"/>
                </a:cubicBezTo>
                <a:cubicBezTo>
                  <a:pt x="61" y="21"/>
                  <a:pt x="0" y="123"/>
                  <a:pt x="96" y="307"/>
                </a:cubicBezTo>
                <a:lnTo>
                  <a:pt x="575" y="1136"/>
                </a:lnTo>
                <a:cubicBezTo>
                  <a:pt x="734" y="1412"/>
                  <a:pt x="893" y="1688"/>
                  <a:pt x="1052" y="1963"/>
                </a:cubicBezTo>
                <a:cubicBezTo>
                  <a:pt x="1178" y="2139"/>
                  <a:pt x="1297" y="2141"/>
                  <a:pt x="1408" y="1966"/>
                </a:cubicBezTo>
                <a:close/>
              </a:path>
            </a:pathLst>
          </a:custGeom>
          <a:solidFill>
            <a:srgbClr val="0485A8"/>
          </a:solidFill>
          <a:ln w="38100" cap="flat">
            <a:noFill/>
            <a:prstDash val="solid"/>
            <a:miter lim="800000"/>
          </a:ln>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54A0D8"/>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文本框 17">
            <a:extLst>
              <a:ext uri="{FF2B5EF4-FFF2-40B4-BE49-F238E27FC236}">
                <a16:creationId xmlns:a16="http://schemas.microsoft.com/office/drawing/2014/main" id="{D39B1288-65A6-0E61-9B8B-47FAC06760D1}"/>
              </a:ext>
            </a:extLst>
          </p:cNvPr>
          <p:cNvSpPr txBox="1"/>
          <p:nvPr/>
        </p:nvSpPr>
        <p:spPr>
          <a:xfrm>
            <a:off x="6948687" y="3133072"/>
            <a:ext cx="691215" cy="646331"/>
          </a:xfrm>
          <a:prstGeom prst="rect">
            <a:avLst/>
          </a:prstGeom>
          <a:noFill/>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rPr>
              <a:t>04</a:t>
            </a:r>
            <a:endParaRPr kumimoji="0" lang="zh-CN" altLang="en-US"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Freeform 7">
            <a:extLst>
              <a:ext uri="{FF2B5EF4-FFF2-40B4-BE49-F238E27FC236}">
                <a16:creationId xmlns:a16="http://schemas.microsoft.com/office/drawing/2014/main" id="{24D9487E-CF2F-549E-213F-2F364CA33BC4}"/>
              </a:ext>
            </a:extLst>
          </p:cNvPr>
          <p:cNvSpPr/>
          <p:nvPr/>
        </p:nvSpPr>
        <p:spPr bwMode="auto">
          <a:xfrm>
            <a:off x="8086167" y="3072969"/>
            <a:ext cx="1898864" cy="1389570"/>
          </a:xfrm>
          <a:custGeom>
            <a:avLst/>
            <a:gdLst>
              <a:gd name="T0" fmla="*/ 1408 w 2454"/>
              <a:gd name="T1" fmla="*/ 175 h 2140"/>
              <a:gd name="T2" fmla="*/ 1887 w 2454"/>
              <a:gd name="T3" fmla="*/ 1005 h 2140"/>
              <a:gd name="T4" fmla="*/ 2364 w 2454"/>
              <a:gd name="T5" fmla="*/ 1832 h 2140"/>
              <a:gd name="T6" fmla="*/ 2189 w 2454"/>
              <a:gd name="T7" fmla="*/ 2140 h 2140"/>
              <a:gd name="T8" fmla="*/ 1231 w 2454"/>
              <a:gd name="T9" fmla="*/ 2140 h 2140"/>
              <a:gd name="T10" fmla="*/ 276 w 2454"/>
              <a:gd name="T11" fmla="*/ 2140 h 2140"/>
              <a:gd name="T12" fmla="*/ 96 w 2454"/>
              <a:gd name="T13" fmla="*/ 1834 h 2140"/>
              <a:gd name="T14" fmla="*/ 575 w 2454"/>
              <a:gd name="T15" fmla="*/ 1005 h 2140"/>
              <a:gd name="T16" fmla="*/ 1053 w 2454"/>
              <a:gd name="T17" fmla="*/ 178 h 2140"/>
              <a:gd name="T18" fmla="*/ 1408 w 2454"/>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0">
                <a:moveTo>
                  <a:pt x="1408" y="175"/>
                </a:moveTo>
                <a:lnTo>
                  <a:pt x="1887" y="1005"/>
                </a:lnTo>
                <a:cubicBezTo>
                  <a:pt x="2046" y="1280"/>
                  <a:pt x="2205" y="1556"/>
                  <a:pt x="2364" y="1832"/>
                </a:cubicBezTo>
                <a:cubicBezTo>
                  <a:pt x="2454" y="2028"/>
                  <a:pt x="2396" y="2132"/>
                  <a:pt x="2189" y="2140"/>
                </a:cubicBezTo>
                <a:lnTo>
                  <a:pt x="1231" y="2140"/>
                </a:lnTo>
                <a:cubicBezTo>
                  <a:pt x="913" y="2140"/>
                  <a:pt x="594" y="2140"/>
                  <a:pt x="276" y="2140"/>
                </a:cubicBezTo>
                <a:cubicBezTo>
                  <a:pt x="61" y="2119"/>
                  <a:pt x="0" y="2018"/>
                  <a:pt x="96" y="1834"/>
                </a:cubicBezTo>
                <a:lnTo>
                  <a:pt x="575" y="1005"/>
                </a:lnTo>
                <a:cubicBezTo>
                  <a:pt x="734" y="729"/>
                  <a:pt x="894" y="453"/>
                  <a:pt x="1053" y="178"/>
                </a:cubicBezTo>
                <a:cubicBezTo>
                  <a:pt x="1178" y="2"/>
                  <a:pt x="1297" y="0"/>
                  <a:pt x="1408" y="175"/>
                </a:cubicBezTo>
                <a:close/>
              </a:path>
            </a:pathLst>
          </a:custGeom>
          <a:solidFill>
            <a:srgbClr val="79C9E2"/>
          </a:solidFill>
          <a:ln w="38100" cap="flat">
            <a:noFill/>
            <a:prstDash val="solid"/>
            <a:miter lim="800000"/>
          </a:ln>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u="none" strike="noStrike" kern="0" cap="none" spc="0" normalizeH="0" baseline="0" noProof="0" dirty="0">
              <a:ln>
                <a:noFill/>
              </a:ln>
              <a:solidFill>
                <a:srgbClr val="54A0D8"/>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文本框 19">
            <a:extLst>
              <a:ext uri="{FF2B5EF4-FFF2-40B4-BE49-F238E27FC236}">
                <a16:creationId xmlns:a16="http://schemas.microsoft.com/office/drawing/2014/main" id="{6BE4DBB0-784C-5F69-C2B8-1E8B73C5E9EF}"/>
              </a:ext>
            </a:extLst>
          </p:cNvPr>
          <p:cNvSpPr txBox="1"/>
          <p:nvPr/>
        </p:nvSpPr>
        <p:spPr>
          <a:xfrm>
            <a:off x="8652714" y="3602558"/>
            <a:ext cx="691215" cy="646331"/>
          </a:xfrm>
          <a:prstGeom prst="rect">
            <a:avLst/>
          </a:prstGeom>
          <a:noFill/>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rPr>
              <a:t>05</a:t>
            </a:r>
            <a:endParaRPr kumimoji="0" lang="zh-CN" altLang="en-US" sz="3600" u="none" strike="noStrike" kern="0" cap="none" spc="0" normalizeH="0" baseline="0" noProof="0" dirty="0">
              <a:ln>
                <a:noFill/>
              </a:ln>
              <a:solidFill>
                <a:srgbClr val="FFFFFF"/>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矩形 20">
            <a:extLst>
              <a:ext uri="{FF2B5EF4-FFF2-40B4-BE49-F238E27FC236}">
                <a16:creationId xmlns:a16="http://schemas.microsoft.com/office/drawing/2014/main" id="{84B03908-AD33-D8D3-55D3-8827DE779FD2}"/>
              </a:ext>
            </a:extLst>
          </p:cNvPr>
          <p:cNvSpPr/>
          <p:nvPr/>
        </p:nvSpPr>
        <p:spPr>
          <a:xfrm>
            <a:off x="3437940" y="5050442"/>
            <a:ext cx="2712205" cy="549061"/>
          </a:xfrm>
          <a:prstGeom prst="rect">
            <a:avLst/>
          </a:prstGeom>
          <a:noFill/>
        </p:spPr>
        <p:txBody>
          <a:bodyPr wrap="square" rtlCol="0">
            <a:spAutoFit/>
          </a:bodyPr>
          <a:lstStyle/>
          <a:p>
            <a:pPr defTabSz="1219170" fontAlgn="base">
              <a:lnSpc>
                <a:spcPct val="130000"/>
              </a:lnSpc>
              <a:spcBef>
                <a:spcPct val="0"/>
              </a:spcBef>
              <a:spcAft>
                <a:spcPct val="0"/>
              </a:spcAft>
              <a:defRPr/>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请替换文字内容复制你的内容到此请替换文字内容复制你的内容到此</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矩形 21">
            <a:extLst>
              <a:ext uri="{FF2B5EF4-FFF2-40B4-BE49-F238E27FC236}">
                <a16:creationId xmlns:a16="http://schemas.microsoft.com/office/drawing/2014/main" id="{B1A66984-E4E9-05BD-CCCE-16E65C16D4FF}"/>
              </a:ext>
            </a:extLst>
          </p:cNvPr>
          <p:cNvSpPr/>
          <p:nvPr/>
        </p:nvSpPr>
        <p:spPr>
          <a:xfrm>
            <a:off x="3502584" y="4786697"/>
            <a:ext cx="1402680" cy="307777"/>
          </a:xfrm>
          <a:prstGeom prst="rect">
            <a:avLst/>
          </a:prstGeom>
        </p:spPr>
        <p:txBody>
          <a:bodyPr wrap="square">
            <a:spAutoFit/>
          </a:bodyPr>
          <a:lstStyle/>
          <a:p>
            <a:pPr algn="dist" fontAlgn="base">
              <a:spcBef>
                <a:spcPct val="0"/>
              </a:spcBef>
              <a:spcAft>
                <a:spcPct val="0"/>
              </a:spcAft>
              <a:buFont typeface="Arial" panose="020B0604020202020204" pitchFamily="34" charset="0"/>
              <a:buNone/>
            </a:pPr>
            <a:r>
              <a:rPr lang="zh-CN" altLang="en-US" sz="1400" dirty="0">
                <a:solidFill>
                  <a:srgbClr val="4D4D4D"/>
                </a:solidFill>
                <a:latin typeface="Arial" panose="020B0604020202020204" pitchFamily="34" charset="0"/>
                <a:ea typeface="思源黑体 CN Normal" panose="020B0400000000000000" pitchFamily="34" charset="-122"/>
                <a:sym typeface="Arial" panose="020B0604020202020204" pitchFamily="34" charset="0"/>
              </a:rPr>
              <a:t>此处添加标题</a:t>
            </a:r>
          </a:p>
        </p:txBody>
      </p:sp>
      <p:sp>
        <p:nvSpPr>
          <p:cNvPr id="23" name="矩形 22">
            <a:extLst>
              <a:ext uri="{FF2B5EF4-FFF2-40B4-BE49-F238E27FC236}">
                <a16:creationId xmlns:a16="http://schemas.microsoft.com/office/drawing/2014/main" id="{576945CC-30D6-ECA9-F8B8-8121D578203E}"/>
              </a:ext>
            </a:extLst>
          </p:cNvPr>
          <p:cNvSpPr/>
          <p:nvPr/>
        </p:nvSpPr>
        <p:spPr>
          <a:xfrm>
            <a:off x="5170261" y="2040614"/>
            <a:ext cx="2712205" cy="549061"/>
          </a:xfrm>
          <a:prstGeom prst="rect">
            <a:avLst/>
          </a:prstGeom>
          <a:noFill/>
        </p:spPr>
        <p:txBody>
          <a:bodyPr wrap="square" rtlCol="0">
            <a:spAutoFit/>
          </a:bodyPr>
          <a:lstStyle/>
          <a:p>
            <a:pPr defTabSz="1219170" fontAlgn="base">
              <a:lnSpc>
                <a:spcPct val="130000"/>
              </a:lnSpc>
              <a:spcBef>
                <a:spcPct val="0"/>
              </a:spcBef>
              <a:spcAft>
                <a:spcPct val="0"/>
              </a:spcAft>
              <a:defRPr/>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请替换文字内容复制你的内容到此请替换文字内容复制你的内容到此</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矩形 23">
            <a:extLst>
              <a:ext uri="{FF2B5EF4-FFF2-40B4-BE49-F238E27FC236}">
                <a16:creationId xmlns:a16="http://schemas.microsoft.com/office/drawing/2014/main" id="{269049A9-FBFA-9766-F476-0F16C15BFF51}"/>
              </a:ext>
            </a:extLst>
          </p:cNvPr>
          <p:cNvSpPr/>
          <p:nvPr/>
        </p:nvSpPr>
        <p:spPr>
          <a:xfrm>
            <a:off x="5205620" y="1776869"/>
            <a:ext cx="1402680" cy="307777"/>
          </a:xfrm>
          <a:prstGeom prst="rect">
            <a:avLst/>
          </a:prstGeom>
        </p:spPr>
        <p:txBody>
          <a:bodyPr wrap="square">
            <a:spAutoFit/>
          </a:bodyPr>
          <a:lstStyle/>
          <a:p>
            <a:pPr algn="dist" fontAlgn="base">
              <a:spcBef>
                <a:spcPct val="0"/>
              </a:spcBef>
              <a:spcAft>
                <a:spcPct val="0"/>
              </a:spcAft>
              <a:buFont typeface="Arial" panose="020B0604020202020204" pitchFamily="34" charset="0"/>
              <a:buNone/>
            </a:pPr>
            <a:r>
              <a:rPr lang="zh-CN" altLang="en-US" sz="1400" dirty="0">
                <a:solidFill>
                  <a:srgbClr val="4D4D4D"/>
                </a:solidFill>
                <a:latin typeface="Arial" panose="020B0604020202020204" pitchFamily="34" charset="0"/>
                <a:ea typeface="思源黑体 CN Normal" panose="020B0400000000000000" pitchFamily="34" charset="-122"/>
                <a:sym typeface="Arial" panose="020B0604020202020204" pitchFamily="34" charset="0"/>
              </a:rPr>
              <a:t>此处添加标题</a:t>
            </a:r>
          </a:p>
        </p:txBody>
      </p:sp>
      <p:sp>
        <p:nvSpPr>
          <p:cNvPr id="25" name="矩形 24">
            <a:extLst>
              <a:ext uri="{FF2B5EF4-FFF2-40B4-BE49-F238E27FC236}">
                <a16:creationId xmlns:a16="http://schemas.microsoft.com/office/drawing/2014/main" id="{A5CF17C7-B72A-EE5C-F2D2-F8EBA1506799}"/>
              </a:ext>
            </a:extLst>
          </p:cNvPr>
          <p:cNvSpPr/>
          <p:nvPr/>
        </p:nvSpPr>
        <p:spPr>
          <a:xfrm>
            <a:off x="6926644" y="5050442"/>
            <a:ext cx="2712205" cy="549061"/>
          </a:xfrm>
          <a:prstGeom prst="rect">
            <a:avLst/>
          </a:prstGeom>
          <a:noFill/>
        </p:spPr>
        <p:txBody>
          <a:bodyPr wrap="square" rtlCol="0">
            <a:spAutoFit/>
          </a:bodyPr>
          <a:lstStyle/>
          <a:p>
            <a:pPr defTabSz="1219170" fontAlgn="base">
              <a:lnSpc>
                <a:spcPct val="130000"/>
              </a:lnSpc>
              <a:spcBef>
                <a:spcPct val="0"/>
              </a:spcBef>
              <a:spcAft>
                <a:spcPct val="0"/>
              </a:spcAft>
              <a:defRPr/>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请替换文字内容复制你的内容到此请替换文字内容复制你的内容到此</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矩形 25">
            <a:extLst>
              <a:ext uri="{FF2B5EF4-FFF2-40B4-BE49-F238E27FC236}">
                <a16:creationId xmlns:a16="http://schemas.microsoft.com/office/drawing/2014/main" id="{F3261729-014B-8354-3136-1C757B4C25EF}"/>
              </a:ext>
            </a:extLst>
          </p:cNvPr>
          <p:cNvSpPr/>
          <p:nvPr/>
        </p:nvSpPr>
        <p:spPr>
          <a:xfrm>
            <a:off x="6979365" y="4786697"/>
            <a:ext cx="1402680" cy="307777"/>
          </a:xfrm>
          <a:prstGeom prst="rect">
            <a:avLst/>
          </a:prstGeom>
        </p:spPr>
        <p:txBody>
          <a:bodyPr wrap="square">
            <a:spAutoFit/>
          </a:bodyPr>
          <a:lstStyle/>
          <a:p>
            <a:pPr algn="dist" fontAlgn="base">
              <a:spcBef>
                <a:spcPct val="0"/>
              </a:spcBef>
              <a:spcAft>
                <a:spcPct val="0"/>
              </a:spcAft>
              <a:buFont typeface="Arial" panose="020B0604020202020204" pitchFamily="34" charset="0"/>
              <a:buNone/>
            </a:pPr>
            <a:r>
              <a:rPr lang="zh-CN" altLang="en-US" sz="1400" dirty="0">
                <a:solidFill>
                  <a:srgbClr val="4D4D4D"/>
                </a:solidFill>
                <a:latin typeface="Arial" panose="020B0604020202020204" pitchFamily="34" charset="0"/>
                <a:ea typeface="思源黑体 CN Normal" panose="020B0400000000000000" pitchFamily="34" charset="-122"/>
                <a:sym typeface="Arial" panose="020B0604020202020204" pitchFamily="34" charset="0"/>
              </a:rPr>
              <a:t>此处添加标题</a:t>
            </a:r>
          </a:p>
        </p:txBody>
      </p:sp>
      <p:sp>
        <p:nvSpPr>
          <p:cNvPr id="27" name="矩形 26">
            <a:extLst>
              <a:ext uri="{FF2B5EF4-FFF2-40B4-BE49-F238E27FC236}">
                <a16:creationId xmlns:a16="http://schemas.microsoft.com/office/drawing/2014/main" id="{A14220B2-CFBE-A35E-A409-8D4777AB7132}"/>
              </a:ext>
            </a:extLst>
          </p:cNvPr>
          <p:cNvSpPr/>
          <p:nvPr/>
        </p:nvSpPr>
        <p:spPr>
          <a:xfrm>
            <a:off x="8490545" y="2040614"/>
            <a:ext cx="2900271" cy="549061"/>
          </a:xfrm>
          <a:prstGeom prst="rect">
            <a:avLst/>
          </a:prstGeom>
          <a:noFill/>
        </p:spPr>
        <p:txBody>
          <a:bodyPr wrap="square" rtlCol="0">
            <a:spAutoFit/>
          </a:bodyPr>
          <a:lstStyle/>
          <a:p>
            <a:pPr defTabSz="1219170" fontAlgn="base">
              <a:lnSpc>
                <a:spcPct val="130000"/>
              </a:lnSpc>
              <a:spcBef>
                <a:spcPct val="0"/>
              </a:spcBef>
              <a:spcAft>
                <a:spcPct val="0"/>
              </a:spcAft>
              <a:defRPr/>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请替换文字内容复制你的内容到此请替换文字内容复制你的内容到此</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8" name="矩形 27">
            <a:extLst>
              <a:ext uri="{FF2B5EF4-FFF2-40B4-BE49-F238E27FC236}">
                <a16:creationId xmlns:a16="http://schemas.microsoft.com/office/drawing/2014/main" id="{2EF4B16F-0386-1D33-7A1C-F4E71184D4E7}"/>
              </a:ext>
            </a:extLst>
          </p:cNvPr>
          <p:cNvSpPr/>
          <p:nvPr/>
        </p:nvSpPr>
        <p:spPr>
          <a:xfrm>
            <a:off x="8528313" y="1776869"/>
            <a:ext cx="1402680" cy="307777"/>
          </a:xfrm>
          <a:prstGeom prst="rect">
            <a:avLst/>
          </a:prstGeom>
        </p:spPr>
        <p:txBody>
          <a:bodyPr wrap="square">
            <a:spAutoFit/>
          </a:bodyPr>
          <a:lstStyle/>
          <a:p>
            <a:pPr algn="dist" fontAlgn="base">
              <a:spcBef>
                <a:spcPct val="0"/>
              </a:spcBef>
              <a:spcAft>
                <a:spcPct val="0"/>
              </a:spcAft>
              <a:buFont typeface="Arial" panose="020B0604020202020204" pitchFamily="34" charset="0"/>
              <a:buNone/>
            </a:pPr>
            <a:r>
              <a:rPr lang="zh-CN" altLang="en-US" sz="1400" dirty="0">
                <a:solidFill>
                  <a:srgbClr val="4D4D4D"/>
                </a:solidFill>
                <a:latin typeface="Arial" panose="020B0604020202020204" pitchFamily="34" charset="0"/>
                <a:ea typeface="思源黑体 CN Normal" panose="020B0400000000000000" pitchFamily="34" charset="-122"/>
                <a:sym typeface="Arial" panose="020B0604020202020204" pitchFamily="34" charset="0"/>
              </a:rPr>
              <a:t>此处添加标题</a:t>
            </a:r>
          </a:p>
        </p:txBody>
      </p:sp>
      <p:sp>
        <p:nvSpPr>
          <p:cNvPr id="2" name="文本框 1">
            <a:extLst>
              <a:ext uri="{FF2B5EF4-FFF2-40B4-BE49-F238E27FC236}">
                <a16:creationId xmlns:a16="http://schemas.microsoft.com/office/drawing/2014/main" id="{EF0CE846-2571-7AD4-60F3-41071365CB1C}"/>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224068213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dissolve">
                                      <p:cBhvr>
                                        <p:cTn id="43" dur="500"/>
                                        <p:tgtEl>
                                          <p:spTgt spid="1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dissolve">
                                      <p:cBhvr>
                                        <p:cTn id="49" dur="500"/>
                                        <p:tgtEl>
                                          <p:spTgt spid="18"/>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dissolve">
                                      <p:cBhvr>
                                        <p:cTn id="52" dur="500"/>
                                        <p:tgtEl>
                                          <p:spTgt spid="19"/>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dissolve">
                                      <p:cBhvr>
                                        <p:cTn id="55" dur="500"/>
                                        <p:tgtEl>
                                          <p:spTgt spid="20"/>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dissolve">
                                      <p:cBhvr>
                                        <p:cTn id="58" dur="500"/>
                                        <p:tgtEl>
                                          <p:spTgt spid="2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dissolve">
                                      <p:cBhvr>
                                        <p:cTn id="61" dur="500"/>
                                        <p:tgtEl>
                                          <p:spTgt spid="22"/>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dissolve">
                                      <p:cBhvr>
                                        <p:cTn id="67" dur="500"/>
                                        <p:tgtEl>
                                          <p:spTgt spid="24"/>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dissolve">
                                      <p:cBhvr>
                                        <p:cTn id="70" dur="500"/>
                                        <p:tgtEl>
                                          <p:spTgt spid="25"/>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dissolve">
                                      <p:cBhvr>
                                        <p:cTn id="73" dur="500"/>
                                        <p:tgtEl>
                                          <p:spTgt spid="26"/>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dissolve">
                                      <p:cBhvr>
                                        <p:cTn id="76" dur="500"/>
                                        <p:tgtEl>
                                          <p:spTgt spid="27"/>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dissolve">
                                      <p:cBhvr>
                                        <p:cTn id="7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1" grpId="0" animBg="1"/>
      <p:bldP spid="12" grpId="0"/>
      <p:bldP spid="13" grpId="0" animBg="1"/>
      <p:bldP spid="14" grpId="0"/>
      <p:bldP spid="15" grpId="0" animBg="1"/>
      <p:bldP spid="16" grpId="0"/>
      <p:bldP spid="17" grpId="0" animBg="1"/>
      <p:bldP spid="18" grpId="0"/>
      <p:bldP spid="19" grpId="0" animBg="1"/>
      <p:bldP spid="20" grpId="0"/>
      <p:bldP spid="21" grpId="0"/>
      <p:bldP spid="22" grpId="0"/>
      <p:bldP spid="23" grpId="0"/>
      <p:bldP spid="24" grpId="0"/>
      <p:bldP spid="25" grpId="0"/>
      <p:bldP spid="26" grpId="0"/>
      <p:bldP spid="27" grpId="0"/>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6DC27E2-8940-BA04-F525-79E11E931224}"/>
              </a:ext>
            </a:extLst>
          </p:cNvPr>
          <p:cNvGrpSpPr/>
          <p:nvPr/>
        </p:nvGrpSpPr>
        <p:grpSpPr>
          <a:xfrm>
            <a:off x="0" y="0"/>
            <a:ext cx="12192000" cy="6858000"/>
            <a:chOff x="0" y="0"/>
            <a:chExt cx="12192000" cy="6858000"/>
          </a:xfrm>
        </p:grpSpPr>
        <p:pic>
          <p:nvPicPr>
            <p:cNvPr id="3" name="图片 2">
              <a:extLst>
                <a:ext uri="{FF2B5EF4-FFF2-40B4-BE49-F238E27FC236}">
                  <a16:creationId xmlns:a16="http://schemas.microsoft.com/office/drawing/2014/main" id="{CFAF5EFA-D487-B338-2979-302C0BD105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图片 4">
              <a:extLst>
                <a:ext uri="{FF2B5EF4-FFF2-40B4-BE49-F238E27FC236}">
                  <a16:creationId xmlns:a16="http://schemas.microsoft.com/office/drawing/2014/main" id="{BD0F10D5-C519-7698-3CF3-65930EBC761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9001" y="0"/>
              <a:ext cx="11302999" cy="6858000"/>
            </a:xfrm>
            <a:prstGeom prst="rect">
              <a:avLst/>
            </a:prstGeom>
          </p:spPr>
        </p:pic>
      </p:grpSp>
      <p:grpSp>
        <p:nvGrpSpPr>
          <p:cNvPr id="7" name="组合 6">
            <a:extLst>
              <a:ext uri="{FF2B5EF4-FFF2-40B4-BE49-F238E27FC236}">
                <a16:creationId xmlns:a16="http://schemas.microsoft.com/office/drawing/2014/main" id="{A54EBD13-1B94-4781-10EF-43F5F498C357}"/>
              </a:ext>
            </a:extLst>
          </p:cNvPr>
          <p:cNvGrpSpPr/>
          <p:nvPr/>
        </p:nvGrpSpPr>
        <p:grpSpPr>
          <a:xfrm>
            <a:off x="522960" y="447886"/>
            <a:ext cx="1992885" cy="691788"/>
            <a:chOff x="5140960" y="527412"/>
            <a:chExt cx="1992885" cy="691788"/>
          </a:xfrm>
        </p:grpSpPr>
        <p:sp>
          <p:nvSpPr>
            <p:cNvPr id="8" name="空心弧 7">
              <a:extLst>
                <a:ext uri="{FF2B5EF4-FFF2-40B4-BE49-F238E27FC236}">
                  <a16:creationId xmlns:a16="http://schemas.microsoft.com/office/drawing/2014/main" id="{9463860F-628B-969C-8E23-5711508C8914}"/>
                </a:ext>
              </a:extLst>
            </p:cNvPr>
            <p:cNvSpPr/>
            <p:nvPr/>
          </p:nvSpPr>
          <p:spPr>
            <a:xfrm>
              <a:off x="5140960" y="670560"/>
              <a:ext cx="548640" cy="548640"/>
            </a:xfrm>
            <a:prstGeom prst="blockArc">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9" name="空心弧 8">
              <a:extLst>
                <a:ext uri="{FF2B5EF4-FFF2-40B4-BE49-F238E27FC236}">
                  <a16:creationId xmlns:a16="http://schemas.microsoft.com/office/drawing/2014/main" id="{DCC0FB9C-AB4B-AA0C-A904-311FEA23CF2C}"/>
                </a:ext>
              </a:extLst>
            </p:cNvPr>
            <p:cNvSpPr/>
            <p:nvPr/>
          </p:nvSpPr>
          <p:spPr>
            <a:xfrm rot="10800000">
              <a:off x="5344160" y="581221"/>
              <a:ext cx="548640" cy="548640"/>
            </a:xfrm>
            <a:prstGeom prst="blockArc">
              <a:avLst/>
            </a:prstGeom>
            <a:solidFill>
              <a:srgbClr val="048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文本框 9">
              <a:extLst>
                <a:ext uri="{FF2B5EF4-FFF2-40B4-BE49-F238E27FC236}">
                  <a16:creationId xmlns:a16="http://schemas.microsoft.com/office/drawing/2014/main" id="{552CD1F5-62FB-6BDF-4987-884B5C3F7BE1}"/>
                </a:ext>
              </a:extLst>
            </p:cNvPr>
            <p:cNvSpPr txBox="1"/>
            <p:nvPr/>
          </p:nvSpPr>
          <p:spPr>
            <a:xfrm>
              <a:off x="5892800" y="527412"/>
              <a:ext cx="1241045" cy="523220"/>
            </a:xfrm>
            <a:prstGeom prst="rect">
              <a:avLst/>
            </a:prstGeom>
            <a:noFill/>
          </p:spPr>
          <p:txBody>
            <a:bodyPr wrap="none" rtlCol="0">
              <a:spAutoFit/>
            </a:bodyPr>
            <a:lstStyle/>
            <a:p>
              <a:r>
                <a:rPr kumimoji="1" lang="en-US" altLang="zh-CN" sz="2800" b="1" dirty="0">
                  <a:solidFill>
                    <a:srgbClr val="2C3139"/>
                  </a:solidFill>
                  <a:ea typeface="+mj-ea"/>
                </a:rPr>
                <a:t>LOGO</a:t>
              </a:r>
              <a:endParaRPr kumimoji="1" lang="zh-CN" altLang="en-US" sz="2800" b="1" dirty="0">
                <a:solidFill>
                  <a:srgbClr val="2C3139"/>
                </a:solidFill>
                <a:ea typeface="+mj-ea"/>
              </a:endParaRPr>
            </a:p>
          </p:txBody>
        </p:sp>
        <p:sp>
          <p:nvSpPr>
            <p:cNvPr id="11" name="文本框 10">
              <a:extLst>
                <a:ext uri="{FF2B5EF4-FFF2-40B4-BE49-F238E27FC236}">
                  <a16:creationId xmlns:a16="http://schemas.microsoft.com/office/drawing/2014/main" id="{9B111029-0403-2AE2-0F64-0664E98AEBE9}"/>
                </a:ext>
              </a:extLst>
            </p:cNvPr>
            <p:cNvSpPr txBox="1"/>
            <p:nvPr/>
          </p:nvSpPr>
          <p:spPr>
            <a:xfrm>
              <a:off x="5912838" y="951887"/>
              <a:ext cx="1200969" cy="215444"/>
            </a:xfrm>
            <a:prstGeom prst="rect">
              <a:avLst/>
            </a:prstGeom>
            <a:noFill/>
          </p:spPr>
          <p:txBody>
            <a:bodyPr wrap="square" rtlCol="0">
              <a:spAutoFit/>
            </a:bodyPr>
            <a:lstStyle/>
            <a:p>
              <a:pPr algn="dist"/>
              <a:r>
                <a:rPr kumimoji="1" lang="en-US" altLang="zh-CN" sz="800" dirty="0">
                  <a:solidFill>
                    <a:srgbClr val="2C3139"/>
                  </a:solidFill>
                  <a:ea typeface="+mj-ea"/>
                </a:rPr>
                <a:t>COMPANY</a:t>
              </a:r>
              <a:r>
                <a:rPr kumimoji="1" lang="zh-CN" altLang="en-US" sz="800" dirty="0">
                  <a:solidFill>
                    <a:srgbClr val="2C3139"/>
                  </a:solidFill>
                  <a:ea typeface="+mj-ea"/>
                </a:rPr>
                <a:t> </a:t>
              </a:r>
              <a:r>
                <a:rPr kumimoji="1" lang="en-US" altLang="zh-CN" sz="800" dirty="0">
                  <a:solidFill>
                    <a:srgbClr val="2C3139"/>
                  </a:solidFill>
                  <a:ea typeface="+mj-ea"/>
                </a:rPr>
                <a:t>SLOGAN</a:t>
              </a:r>
              <a:endParaRPr kumimoji="1" lang="zh-CN" altLang="en-US" sz="800" dirty="0">
                <a:solidFill>
                  <a:srgbClr val="2C3139"/>
                </a:solidFill>
                <a:ea typeface="+mj-ea"/>
              </a:endParaRPr>
            </a:p>
          </p:txBody>
        </p:sp>
      </p:grpSp>
      <p:sp>
        <p:nvSpPr>
          <p:cNvPr id="2" name="文本框 1">
            <a:extLst>
              <a:ext uri="{FF2B5EF4-FFF2-40B4-BE49-F238E27FC236}">
                <a16:creationId xmlns:a16="http://schemas.microsoft.com/office/drawing/2014/main" id="{D12E2B83-4F13-EFE8-6DCB-57BABA14F397}"/>
              </a:ext>
            </a:extLst>
          </p:cNvPr>
          <p:cNvSpPr txBox="1"/>
          <p:nvPr/>
        </p:nvSpPr>
        <p:spPr>
          <a:xfrm>
            <a:off x="1546691" y="2783756"/>
            <a:ext cx="5367221" cy="923330"/>
          </a:xfrm>
          <a:prstGeom prst="rect">
            <a:avLst/>
          </a:prstGeom>
          <a:noFill/>
        </p:spPr>
        <p:txBody>
          <a:bodyPr wrap="square" rtlCol="0">
            <a:spAutoFit/>
          </a:bodyPr>
          <a:lstStyle/>
          <a:p>
            <a:pPr>
              <a:buSzPct val="25000"/>
            </a:pPr>
            <a:r>
              <a:rPr lang="zh-CN" altLang="en-US" sz="5400" b="1" dirty="0">
                <a:latin typeface="思源黑体 CN Heavy" panose="020B0A00000000000000" pitchFamily="34" charset="-122"/>
                <a:ea typeface="思源黑体 CN Heavy" panose="020B0A00000000000000" pitchFamily="34" charset="-122"/>
                <a:sym typeface="Arial" panose="020B0604020202020204" pitchFamily="34" charset="0"/>
              </a:rPr>
              <a:t>问题及解决方案</a:t>
            </a:r>
          </a:p>
        </p:txBody>
      </p:sp>
      <p:sp>
        <p:nvSpPr>
          <p:cNvPr id="4" name="矩形: 圆角 3">
            <a:extLst>
              <a:ext uri="{FF2B5EF4-FFF2-40B4-BE49-F238E27FC236}">
                <a16:creationId xmlns:a16="http://schemas.microsoft.com/office/drawing/2014/main" id="{49FF9C21-50B4-FDF1-AF17-8D3901447388}"/>
              </a:ext>
            </a:extLst>
          </p:cNvPr>
          <p:cNvSpPr/>
          <p:nvPr/>
        </p:nvSpPr>
        <p:spPr>
          <a:xfrm>
            <a:off x="1650647" y="4640381"/>
            <a:ext cx="1649463" cy="396000"/>
          </a:xfrm>
          <a:prstGeom prst="roundRect">
            <a:avLst>
              <a:gd name="adj" fmla="val 50000"/>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00" dirty="0"/>
              <a:t>MORE  &gt;&gt;&gt;</a:t>
            </a:r>
            <a:endParaRPr lang="zh-CN" altLang="en-US" sz="1300" dirty="0"/>
          </a:p>
        </p:txBody>
      </p:sp>
      <p:sp>
        <p:nvSpPr>
          <p:cNvPr id="13" name="文本框 12">
            <a:extLst>
              <a:ext uri="{FF2B5EF4-FFF2-40B4-BE49-F238E27FC236}">
                <a16:creationId xmlns:a16="http://schemas.microsoft.com/office/drawing/2014/main" id="{3CD3EE6E-3B39-25E6-F267-1E453E0FC768}"/>
              </a:ext>
            </a:extLst>
          </p:cNvPr>
          <p:cNvSpPr txBox="1"/>
          <p:nvPr/>
        </p:nvSpPr>
        <p:spPr>
          <a:xfrm>
            <a:off x="1562276" y="2083682"/>
            <a:ext cx="3453070" cy="769441"/>
          </a:xfrm>
          <a:prstGeom prst="rect">
            <a:avLst/>
          </a:prstGeom>
          <a:noFill/>
        </p:spPr>
        <p:txBody>
          <a:bodyPr wrap="square" rtlCol="0">
            <a:spAutoFit/>
          </a:bodyPr>
          <a:lstStyle/>
          <a:p>
            <a:r>
              <a:rPr kumimoji="1" lang="en-US" altLang="zh-CN" sz="4400" b="1" dirty="0">
                <a:solidFill>
                  <a:srgbClr val="0485A8"/>
                </a:solidFill>
                <a:ea typeface="+mj-ea"/>
              </a:rPr>
              <a:t>PART  03</a:t>
            </a:r>
            <a:endParaRPr kumimoji="1" lang="zh-CN" altLang="en-US" sz="4400" b="1" dirty="0">
              <a:solidFill>
                <a:srgbClr val="0485A8"/>
              </a:solidFill>
              <a:ea typeface="+mj-ea"/>
            </a:endParaRPr>
          </a:p>
        </p:txBody>
      </p:sp>
      <p:sp>
        <p:nvSpPr>
          <p:cNvPr id="14" name="文本框 13">
            <a:extLst>
              <a:ext uri="{FF2B5EF4-FFF2-40B4-BE49-F238E27FC236}">
                <a16:creationId xmlns:a16="http://schemas.microsoft.com/office/drawing/2014/main" id="{B6E4E590-CB0D-92F5-6632-3B47BB607345}"/>
              </a:ext>
            </a:extLst>
          </p:cNvPr>
          <p:cNvSpPr txBox="1"/>
          <p:nvPr/>
        </p:nvSpPr>
        <p:spPr>
          <a:xfrm>
            <a:off x="1562277" y="3660347"/>
            <a:ext cx="5351633" cy="568810"/>
          </a:xfrm>
          <a:prstGeom prst="rect">
            <a:avLst/>
          </a:prstGeom>
          <a:noFill/>
        </p:spPr>
        <p:txBody>
          <a:bodyPr wrap="square" rtlCol="0">
            <a:spAutoFit/>
          </a:bodyPr>
          <a:lstStyle/>
          <a:p>
            <a:pPr>
              <a:lnSpc>
                <a:spcPct val="150000"/>
              </a:lnSpc>
            </a:pPr>
            <a:r>
              <a:rPr kumimoji="1" lang="en" altLang="zh-CN" sz="1100" spc="100" dirty="0">
                <a:solidFill>
                  <a:schemeClr val="tx1">
                    <a:lumMod val="50000"/>
                    <a:lumOff val="50000"/>
                  </a:schemeClr>
                </a:solidFill>
              </a:rPr>
              <a:t>your content is entered here, or by copying your text, select paste in this box and choose to retain only text. </a:t>
            </a:r>
          </a:p>
        </p:txBody>
      </p:sp>
    </p:spTree>
    <p:extLst>
      <p:ext uri="{BB962C8B-B14F-4D97-AF65-F5344CB8AC3E}">
        <p14:creationId xmlns:p14="http://schemas.microsoft.com/office/powerpoint/2010/main" val="1398698462"/>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checkerboard(across)">
                                      <p:cBhvr>
                                        <p:cTn id="15" dur="500"/>
                                        <p:tgtEl>
                                          <p:spTgt spid="13"/>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checkerboard(across)">
                                      <p:cBhvr>
                                        <p:cTn id="19" dur="500"/>
                                        <p:tgtEl>
                                          <p:spTgt spid="14"/>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2">
            <a:extLst>
              <a:ext uri="{FF2B5EF4-FFF2-40B4-BE49-F238E27FC236}">
                <a16:creationId xmlns:a16="http://schemas.microsoft.com/office/drawing/2014/main" id="{63F1A6E7-C66D-5876-6B41-B4A0104F498A}"/>
              </a:ext>
            </a:extLst>
          </p:cNvPr>
          <p:cNvSpPr/>
          <p:nvPr/>
        </p:nvSpPr>
        <p:spPr>
          <a:xfrm>
            <a:off x="497840" y="3265057"/>
            <a:ext cx="9530314" cy="103783"/>
          </a:xfrm>
          <a:prstGeom prst="rect">
            <a:avLst/>
          </a:prstGeom>
          <a:solidFill>
            <a:srgbClr val="79C9E2"/>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5" name="Rectangle 73">
            <a:extLst>
              <a:ext uri="{FF2B5EF4-FFF2-40B4-BE49-F238E27FC236}">
                <a16:creationId xmlns:a16="http://schemas.microsoft.com/office/drawing/2014/main" id="{63CC48F5-9FC8-05C4-7E54-DB2FD16D75A9}"/>
              </a:ext>
            </a:extLst>
          </p:cNvPr>
          <p:cNvSpPr/>
          <p:nvPr/>
        </p:nvSpPr>
        <p:spPr>
          <a:xfrm>
            <a:off x="497840" y="3856902"/>
            <a:ext cx="9530314" cy="90855"/>
          </a:xfrm>
          <a:prstGeom prst="rect">
            <a:avLst/>
          </a:prstGeom>
          <a:solidFill>
            <a:srgbClr val="0485A8"/>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cxnSp>
        <p:nvCxnSpPr>
          <p:cNvPr id="6" name="2">
            <a:extLst>
              <a:ext uri="{FF2B5EF4-FFF2-40B4-BE49-F238E27FC236}">
                <a16:creationId xmlns:a16="http://schemas.microsoft.com/office/drawing/2014/main" id="{06F4D615-4751-F72C-B42F-2C460AC77BA4}"/>
              </a:ext>
            </a:extLst>
          </p:cNvPr>
          <p:cNvCxnSpPr/>
          <p:nvPr/>
        </p:nvCxnSpPr>
        <p:spPr>
          <a:xfrm>
            <a:off x="497840" y="3600519"/>
            <a:ext cx="10906992" cy="0"/>
          </a:xfrm>
          <a:prstGeom prst="straightConnector1">
            <a:avLst/>
          </a:prstGeom>
          <a:noFill/>
          <a:ln w="114300" cap="flat" cmpd="sng" algn="ctr">
            <a:solidFill>
              <a:schemeClr val="bg1">
                <a:lumMod val="75000"/>
              </a:schemeClr>
            </a:solidFill>
            <a:prstDash val="solid"/>
            <a:miter lim="800000"/>
            <a:tailEnd type="triangle"/>
          </a:ln>
          <a:effectLst/>
        </p:spPr>
      </p:cxnSp>
      <p:sp>
        <p:nvSpPr>
          <p:cNvPr id="7" name="Oval 57">
            <a:extLst>
              <a:ext uri="{FF2B5EF4-FFF2-40B4-BE49-F238E27FC236}">
                <a16:creationId xmlns:a16="http://schemas.microsoft.com/office/drawing/2014/main" id="{440C1E1E-90AE-D886-D9DC-C74654714339}"/>
              </a:ext>
            </a:extLst>
          </p:cNvPr>
          <p:cNvSpPr/>
          <p:nvPr/>
        </p:nvSpPr>
        <p:spPr>
          <a:xfrm>
            <a:off x="9406896" y="3192765"/>
            <a:ext cx="248364" cy="248366"/>
          </a:xfrm>
          <a:prstGeom prst="roundRect">
            <a:avLst/>
          </a:prstGeom>
          <a:solidFill>
            <a:srgbClr val="79C9E2"/>
          </a:solidFill>
          <a:ln w="19050" cap="flat" cmpd="sng" algn="ctr">
            <a:solidFill>
              <a:schemeClr val="bg1"/>
            </a:solid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8" name="Oval 78">
            <a:extLst>
              <a:ext uri="{FF2B5EF4-FFF2-40B4-BE49-F238E27FC236}">
                <a16:creationId xmlns:a16="http://schemas.microsoft.com/office/drawing/2014/main" id="{464FD447-034A-DD1B-1435-5473F438E97F}"/>
              </a:ext>
            </a:extLst>
          </p:cNvPr>
          <p:cNvSpPr/>
          <p:nvPr/>
        </p:nvSpPr>
        <p:spPr>
          <a:xfrm>
            <a:off x="9406896" y="3785390"/>
            <a:ext cx="248364" cy="248366"/>
          </a:xfrm>
          <a:prstGeom prst="roundRect">
            <a:avLst/>
          </a:prstGeom>
          <a:solidFill>
            <a:srgbClr val="0485A8"/>
          </a:solidFill>
          <a:ln w="19050" cap="flat" cmpd="sng" algn="ctr">
            <a:solidFill>
              <a:schemeClr val="bg1"/>
            </a:solid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9" name="Oval 56">
            <a:extLst>
              <a:ext uri="{FF2B5EF4-FFF2-40B4-BE49-F238E27FC236}">
                <a16:creationId xmlns:a16="http://schemas.microsoft.com/office/drawing/2014/main" id="{C24F1FFA-8042-F03F-89DC-F980ABBFB698}"/>
              </a:ext>
            </a:extLst>
          </p:cNvPr>
          <p:cNvSpPr/>
          <p:nvPr/>
        </p:nvSpPr>
        <p:spPr>
          <a:xfrm>
            <a:off x="7324439" y="3192765"/>
            <a:ext cx="248364" cy="248366"/>
          </a:xfrm>
          <a:prstGeom prst="roundRect">
            <a:avLst/>
          </a:prstGeom>
          <a:solidFill>
            <a:srgbClr val="79C9E2"/>
          </a:solidFill>
          <a:ln w="19050" cap="flat" cmpd="sng" algn="ctr">
            <a:solidFill>
              <a:schemeClr val="bg1"/>
            </a:solid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10" name="Oval 77">
            <a:extLst>
              <a:ext uri="{FF2B5EF4-FFF2-40B4-BE49-F238E27FC236}">
                <a16:creationId xmlns:a16="http://schemas.microsoft.com/office/drawing/2014/main" id="{C6C10FC8-4E0F-3CCA-136B-05891094A1A3}"/>
              </a:ext>
            </a:extLst>
          </p:cNvPr>
          <p:cNvSpPr/>
          <p:nvPr/>
        </p:nvSpPr>
        <p:spPr>
          <a:xfrm>
            <a:off x="7324439" y="3785390"/>
            <a:ext cx="248364" cy="248366"/>
          </a:xfrm>
          <a:prstGeom prst="roundRect">
            <a:avLst/>
          </a:prstGeom>
          <a:solidFill>
            <a:srgbClr val="0485A8"/>
          </a:solidFill>
          <a:ln w="19050" cap="flat" cmpd="sng" algn="ctr">
            <a:solidFill>
              <a:schemeClr val="bg1"/>
            </a:solid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11" name="Oval 54">
            <a:extLst>
              <a:ext uri="{FF2B5EF4-FFF2-40B4-BE49-F238E27FC236}">
                <a16:creationId xmlns:a16="http://schemas.microsoft.com/office/drawing/2014/main" id="{E8B628EC-7BAE-2157-D895-07A4843A07D9}"/>
              </a:ext>
            </a:extLst>
          </p:cNvPr>
          <p:cNvSpPr/>
          <p:nvPr/>
        </p:nvSpPr>
        <p:spPr>
          <a:xfrm>
            <a:off x="5241982" y="3192765"/>
            <a:ext cx="248364" cy="248366"/>
          </a:xfrm>
          <a:prstGeom prst="roundRect">
            <a:avLst/>
          </a:prstGeom>
          <a:solidFill>
            <a:srgbClr val="79C9E2"/>
          </a:solidFill>
          <a:ln w="19050" cap="flat" cmpd="sng" algn="ctr">
            <a:solidFill>
              <a:schemeClr val="bg1"/>
            </a:solid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12" name="Oval 55">
            <a:extLst>
              <a:ext uri="{FF2B5EF4-FFF2-40B4-BE49-F238E27FC236}">
                <a16:creationId xmlns:a16="http://schemas.microsoft.com/office/drawing/2014/main" id="{E03FAEC1-4C93-EAE7-B5FF-EF6C07C2A30B}"/>
              </a:ext>
            </a:extLst>
          </p:cNvPr>
          <p:cNvSpPr/>
          <p:nvPr/>
        </p:nvSpPr>
        <p:spPr>
          <a:xfrm>
            <a:off x="3159526" y="3192765"/>
            <a:ext cx="248364" cy="248366"/>
          </a:xfrm>
          <a:prstGeom prst="roundRect">
            <a:avLst/>
          </a:prstGeom>
          <a:solidFill>
            <a:srgbClr val="79C9E2"/>
          </a:solidFill>
          <a:ln w="19050" cap="flat" cmpd="sng" algn="ctr">
            <a:solidFill>
              <a:schemeClr val="bg1"/>
            </a:solid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13" name="Oval 75">
            <a:extLst>
              <a:ext uri="{FF2B5EF4-FFF2-40B4-BE49-F238E27FC236}">
                <a16:creationId xmlns:a16="http://schemas.microsoft.com/office/drawing/2014/main" id="{71E1BAB5-815A-9782-8D6B-C7EC06D3DBE4}"/>
              </a:ext>
            </a:extLst>
          </p:cNvPr>
          <p:cNvSpPr/>
          <p:nvPr/>
        </p:nvSpPr>
        <p:spPr>
          <a:xfrm>
            <a:off x="5241982" y="3785390"/>
            <a:ext cx="248364" cy="248366"/>
          </a:xfrm>
          <a:prstGeom prst="roundRect">
            <a:avLst/>
          </a:prstGeom>
          <a:solidFill>
            <a:srgbClr val="0485A8"/>
          </a:solidFill>
          <a:ln w="19050" cap="flat" cmpd="sng" algn="ctr">
            <a:solidFill>
              <a:schemeClr val="bg1"/>
            </a:solid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14" name="Oval 76">
            <a:extLst>
              <a:ext uri="{FF2B5EF4-FFF2-40B4-BE49-F238E27FC236}">
                <a16:creationId xmlns:a16="http://schemas.microsoft.com/office/drawing/2014/main" id="{804281A3-0861-724D-0DC3-3004A0F16753}"/>
              </a:ext>
            </a:extLst>
          </p:cNvPr>
          <p:cNvSpPr/>
          <p:nvPr/>
        </p:nvSpPr>
        <p:spPr>
          <a:xfrm>
            <a:off x="3159526" y="3785390"/>
            <a:ext cx="248364" cy="248366"/>
          </a:xfrm>
          <a:prstGeom prst="roundRect">
            <a:avLst/>
          </a:prstGeom>
          <a:solidFill>
            <a:srgbClr val="0485A8"/>
          </a:solidFill>
          <a:ln w="19050" cap="flat" cmpd="sng" algn="ctr">
            <a:solidFill>
              <a:schemeClr val="bg1"/>
            </a:solid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u="none" strike="noStrike" kern="0" cap="none" spc="0" normalizeH="0" baseline="0" noProof="0" dirty="0">
              <a:ln>
                <a:noFill/>
              </a:ln>
              <a:solidFill>
                <a:sysClr val="window" lastClr="FFFFFF"/>
              </a:solidFill>
              <a:effectLst/>
              <a:uLnTx/>
              <a:uFillTx/>
              <a:ea typeface="思源黑体 CN Normal" panose="020B0400000000000000" pitchFamily="34" charset="-122"/>
              <a:cs typeface="+mn-ea"/>
              <a:sym typeface="Arial" panose="020B0604020202020204" pitchFamily="34" charset="0"/>
            </a:endParaRPr>
          </a:p>
        </p:txBody>
      </p:sp>
      <p:sp>
        <p:nvSpPr>
          <p:cNvPr id="15" name="文本框 14">
            <a:extLst>
              <a:ext uri="{FF2B5EF4-FFF2-40B4-BE49-F238E27FC236}">
                <a16:creationId xmlns:a16="http://schemas.microsoft.com/office/drawing/2014/main" id="{91CD0906-8917-5984-40E3-07B61138E6A7}"/>
              </a:ext>
            </a:extLst>
          </p:cNvPr>
          <p:cNvSpPr txBox="1"/>
          <p:nvPr/>
        </p:nvSpPr>
        <p:spPr>
          <a:xfrm>
            <a:off x="2308117" y="2067950"/>
            <a:ext cx="2083786" cy="676211"/>
          </a:xfrm>
          <a:prstGeom prst="rect">
            <a:avLst/>
          </a:prstGeom>
          <a:noFill/>
        </p:spPr>
        <p:txBody>
          <a:bodyPr wrap="square" rtlCol="0">
            <a:spAutoFit/>
          </a:bodyPr>
          <a:lstStyle/>
          <a:p>
            <a:pPr>
              <a:lnSpc>
                <a:spcPct val="130000"/>
              </a:lnSpc>
            </a:pPr>
            <a:r>
              <a:rPr lang="zh-CN" altLang="en-US" sz="10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16" name="文本框 15">
            <a:extLst>
              <a:ext uri="{FF2B5EF4-FFF2-40B4-BE49-F238E27FC236}">
                <a16:creationId xmlns:a16="http://schemas.microsoft.com/office/drawing/2014/main" id="{B1ACC454-170D-B5EC-9DB7-BA7E87B015DF}"/>
              </a:ext>
            </a:extLst>
          </p:cNvPr>
          <p:cNvSpPr txBox="1"/>
          <p:nvPr/>
        </p:nvSpPr>
        <p:spPr>
          <a:xfrm>
            <a:off x="6446987" y="2067950"/>
            <a:ext cx="2083786" cy="676211"/>
          </a:xfrm>
          <a:prstGeom prst="rect">
            <a:avLst/>
          </a:prstGeom>
          <a:noFill/>
        </p:spPr>
        <p:txBody>
          <a:bodyPr wrap="square" rtlCol="0">
            <a:spAutoFit/>
          </a:bodyPr>
          <a:lstStyle/>
          <a:p>
            <a:pPr lvl="0">
              <a:lnSpc>
                <a:spcPct val="130000"/>
              </a:lnSpc>
            </a:pPr>
            <a:r>
              <a:rPr lang="zh-CN" altLang="en-US" sz="1000" dirty="0">
                <a:solidFill>
                  <a:srgbClr val="000000">
                    <a:lumMod val="75000"/>
                    <a:lumOff val="25000"/>
                  </a:srgb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17" name="文本框 16">
            <a:extLst>
              <a:ext uri="{FF2B5EF4-FFF2-40B4-BE49-F238E27FC236}">
                <a16:creationId xmlns:a16="http://schemas.microsoft.com/office/drawing/2014/main" id="{3802D7EA-BB78-36F8-A336-8791C3E9AE36}"/>
              </a:ext>
            </a:extLst>
          </p:cNvPr>
          <p:cNvSpPr txBox="1"/>
          <p:nvPr/>
        </p:nvSpPr>
        <p:spPr>
          <a:xfrm>
            <a:off x="4474497" y="4443329"/>
            <a:ext cx="2083786" cy="676211"/>
          </a:xfrm>
          <a:prstGeom prst="rect">
            <a:avLst/>
          </a:prstGeom>
          <a:noFill/>
        </p:spPr>
        <p:txBody>
          <a:bodyPr wrap="square" rtlCol="0">
            <a:spAutoFit/>
          </a:bodyPr>
          <a:lstStyle/>
          <a:p>
            <a:pPr>
              <a:lnSpc>
                <a:spcPct val="130000"/>
              </a:lnSpc>
            </a:pPr>
            <a:r>
              <a:rPr lang="zh-CN" altLang="en-US" sz="10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18" name="文本框 17">
            <a:extLst>
              <a:ext uri="{FF2B5EF4-FFF2-40B4-BE49-F238E27FC236}">
                <a16:creationId xmlns:a16="http://schemas.microsoft.com/office/drawing/2014/main" id="{0F01EF80-13BA-C86E-85BA-3C8ABFD2B5A3}"/>
              </a:ext>
            </a:extLst>
          </p:cNvPr>
          <p:cNvSpPr txBox="1"/>
          <p:nvPr/>
        </p:nvSpPr>
        <p:spPr>
          <a:xfrm>
            <a:off x="8613367" y="4443329"/>
            <a:ext cx="2083786" cy="676211"/>
          </a:xfrm>
          <a:prstGeom prst="rect">
            <a:avLst/>
          </a:prstGeom>
          <a:noFill/>
        </p:spPr>
        <p:txBody>
          <a:bodyPr wrap="square" rtlCol="0">
            <a:spAutoFit/>
          </a:bodyPr>
          <a:lstStyle/>
          <a:p>
            <a:pPr lvl="0">
              <a:lnSpc>
                <a:spcPct val="130000"/>
              </a:lnSpc>
            </a:pPr>
            <a:r>
              <a:rPr lang="zh-CN" altLang="en-US" sz="1000" dirty="0">
                <a:solidFill>
                  <a:srgbClr val="000000">
                    <a:lumMod val="75000"/>
                    <a:lumOff val="25000"/>
                  </a:srgb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此处为预设文本，请将内容复制粘贴到这里，字体、字号、颜色皆可根据自己的喜好进行更改</a:t>
            </a:r>
          </a:p>
        </p:txBody>
      </p:sp>
      <p:sp>
        <p:nvSpPr>
          <p:cNvPr id="19" name="圆角矩形 18">
            <a:extLst>
              <a:ext uri="{FF2B5EF4-FFF2-40B4-BE49-F238E27FC236}">
                <a16:creationId xmlns:a16="http://schemas.microsoft.com/office/drawing/2014/main" id="{1E21FDBF-5860-D349-9A0E-7B2FC932FAB8}"/>
              </a:ext>
            </a:extLst>
          </p:cNvPr>
          <p:cNvSpPr/>
          <p:nvPr/>
        </p:nvSpPr>
        <p:spPr>
          <a:xfrm>
            <a:off x="1694656" y="2145656"/>
            <a:ext cx="538922" cy="538922"/>
          </a:xfrm>
          <a:prstGeom prst="roundRect">
            <a:avLst>
              <a:gd name="adj" fmla="val 12938"/>
            </a:avLst>
          </a:prstGeom>
          <a:solidFill>
            <a:srgbClr val="79C9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圆角矩形 19">
            <a:extLst>
              <a:ext uri="{FF2B5EF4-FFF2-40B4-BE49-F238E27FC236}">
                <a16:creationId xmlns:a16="http://schemas.microsoft.com/office/drawing/2014/main" id="{FEB7A0A7-262B-AD58-5E79-261A18DFC746}"/>
              </a:ext>
            </a:extLst>
          </p:cNvPr>
          <p:cNvSpPr/>
          <p:nvPr/>
        </p:nvSpPr>
        <p:spPr>
          <a:xfrm>
            <a:off x="5858366" y="2145656"/>
            <a:ext cx="538922" cy="538922"/>
          </a:xfrm>
          <a:prstGeom prst="roundRect">
            <a:avLst>
              <a:gd name="adj" fmla="val 12938"/>
            </a:avLst>
          </a:prstGeom>
          <a:solidFill>
            <a:srgbClr val="79C9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圆角矩形 20">
            <a:extLst>
              <a:ext uri="{FF2B5EF4-FFF2-40B4-BE49-F238E27FC236}">
                <a16:creationId xmlns:a16="http://schemas.microsoft.com/office/drawing/2014/main" id="{B6CE1499-B2CE-D899-E102-C39D885BF7BC}"/>
              </a:ext>
            </a:extLst>
          </p:cNvPr>
          <p:cNvSpPr/>
          <p:nvPr/>
        </p:nvSpPr>
        <p:spPr>
          <a:xfrm>
            <a:off x="3925527" y="4528653"/>
            <a:ext cx="538922" cy="538922"/>
          </a:xfrm>
          <a:prstGeom prst="roundRect">
            <a:avLst>
              <a:gd name="adj" fmla="val 12938"/>
            </a:avLst>
          </a:prstGeom>
          <a:solidFill>
            <a:srgbClr val="0485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圆角矩形 21">
            <a:extLst>
              <a:ext uri="{FF2B5EF4-FFF2-40B4-BE49-F238E27FC236}">
                <a16:creationId xmlns:a16="http://schemas.microsoft.com/office/drawing/2014/main" id="{793DB09A-8D51-8AC1-4E97-0203E91D5F50}"/>
              </a:ext>
            </a:extLst>
          </p:cNvPr>
          <p:cNvSpPr/>
          <p:nvPr/>
        </p:nvSpPr>
        <p:spPr>
          <a:xfrm>
            <a:off x="8038997" y="4528653"/>
            <a:ext cx="538922" cy="538922"/>
          </a:xfrm>
          <a:prstGeom prst="roundRect">
            <a:avLst>
              <a:gd name="adj" fmla="val 12938"/>
            </a:avLst>
          </a:prstGeom>
          <a:solidFill>
            <a:srgbClr val="0485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grpSp>
        <p:nvGrpSpPr>
          <p:cNvPr id="23" name="组合 22">
            <a:extLst>
              <a:ext uri="{FF2B5EF4-FFF2-40B4-BE49-F238E27FC236}">
                <a16:creationId xmlns:a16="http://schemas.microsoft.com/office/drawing/2014/main" id="{FD846118-4E39-A05A-71F3-1991225B686D}"/>
              </a:ext>
            </a:extLst>
          </p:cNvPr>
          <p:cNvGrpSpPr/>
          <p:nvPr/>
        </p:nvGrpSpPr>
        <p:grpSpPr>
          <a:xfrm>
            <a:off x="5951336" y="2265883"/>
            <a:ext cx="366051" cy="297846"/>
            <a:chOff x="6220283" y="6316623"/>
            <a:chExt cx="366051" cy="297846"/>
          </a:xfrm>
          <a:solidFill>
            <a:schemeClr val="bg1"/>
          </a:solidFill>
        </p:grpSpPr>
        <p:sp>
          <p:nvSpPr>
            <p:cNvPr id="24" name="AutoShape 5">
              <a:extLst>
                <a:ext uri="{FF2B5EF4-FFF2-40B4-BE49-F238E27FC236}">
                  <a16:creationId xmlns:a16="http://schemas.microsoft.com/office/drawing/2014/main" id="{FB25EE83-24E6-8AE2-3A32-2A6F841BE915}"/>
                </a:ext>
              </a:extLst>
            </p:cNvPr>
            <p:cNvSpPr>
              <a:spLocks/>
            </p:cNvSpPr>
            <p:nvPr/>
          </p:nvSpPr>
          <p:spPr bwMode="auto">
            <a:xfrm>
              <a:off x="6488462" y="6416971"/>
              <a:ext cx="68830" cy="919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AutoShape 6">
              <a:extLst>
                <a:ext uri="{FF2B5EF4-FFF2-40B4-BE49-F238E27FC236}">
                  <a16:creationId xmlns:a16="http://schemas.microsoft.com/office/drawing/2014/main" id="{C21189C7-F541-78B8-B5AF-41E983239FBF}"/>
                </a:ext>
              </a:extLst>
            </p:cNvPr>
            <p:cNvSpPr>
              <a:spLocks/>
            </p:cNvSpPr>
            <p:nvPr/>
          </p:nvSpPr>
          <p:spPr bwMode="auto">
            <a:xfrm>
              <a:off x="6220283" y="6316623"/>
              <a:ext cx="366051" cy="29784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50" y="16615"/>
                  </a:moveTo>
                  <a:cubicBezTo>
                    <a:pt x="20250" y="17074"/>
                    <a:pt x="19948" y="17446"/>
                    <a:pt x="19575" y="17446"/>
                  </a:cubicBezTo>
                  <a:lnTo>
                    <a:pt x="18803" y="17446"/>
                  </a:lnTo>
                  <a:cubicBezTo>
                    <a:pt x="18501" y="16016"/>
                    <a:pt x="17453" y="14953"/>
                    <a:pt x="16200" y="14953"/>
                  </a:cubicBezTo>
                  <a:cubicBezTo>
                    <a:pt x="14945" y="14953"/>
                    <a:pt x="13897" y="16016"/>
                    <a:pt x="13595" y="17446"/>
                  </a:cubicBezTo>
                  <a:lnTo>
                    <a:pt x="10029" y="17446"/>
                  </a:lnTo>
                  <a:cubicBezTo>
                    <a:pt x="9727" y="16016"/>
                    <a:pt x="8679" y="14953"/>
                    <a:pt x="7425" y="14953"/>
                  </a:cubicBezTo>
                  <a:cubicBezTo>
                    <a:pt x="6170" y="14953"/>
                    <a:pt x="5122" y="16016"/>
                    <a:pt x="4820" y="17446"/>
                  </a:cubicBezTo>
                  <a:lnTo>
                    <a:pt x="4050" y="17446"/>
                  </a:lnTo>
                  <a:cubicBezTo>
                    <a:pt x="3677" y="17446"/>
                    <a:pt x="3375" y="17074"/>
                    <a:pt x="3375" y="16615"/>
                  </a:cubicBezTo>
                  <a:lnTo>
                    <a:pt x="3375" y="14123"/>
                  </a:lnTo>
                  <a:lnTo>
                    <a:pt x="12150" y="14123"/>
                  </a:lnTo>
                  <a:cubicBezTo>
                    <a:pt x="13266" y="14123"/>
                    <a:pt x="14175" y="13005"/>
                    <a:pt x="14175" y="11630"/>
                  </a:cubicBezTo>
                  <a:lnTo>
                    <a:pt x="14175" y="5815"/>
                  </a:lnTo>
                  <a:lnTo>
                    <a:pt x="16875" y="5815"/>
                  </a:lnTo>
                  <a:cubicBezTo>
                    <a:pt x="17100" y="5815"/>
                    <a:pt x="17311" y="5954"/>
                    <a:pt x="17436" y="6185"/>
                  </a:cubicBezTo>
                  <a:lnTo>
                    <a:pt x="20136" y="11169"/>
                  </a:lnTo>
                  <a:cubicBezTo>
                    <a:pt x="20210" y="11306"/>
                    <a:pt x="20250" y="11466"/>
                    <a:pt x="20250" y="11630"/>
                  </a:cubicBezTo>
                  <a:cubicBezTo>
                    <a:pt x="20250" y="11630"/>
                    <a:pt x="20250" y="16615"/>
                    <a:pt x="20250" y="16615"/>
                  </a:cubicBezTo>
                  <a:close/>
                  <a:moveTo>
                    <a:pt x="16200" y="19938"/>
                  </a:moveTo>
                  <a:cubicBezTo>
                    <a:pt x="15454" y="19938"/>
                    <a:pt x="14850" y="19193"/>
                    <a:pt x="14850" y="18276"/>
                  </a:cubicBezTo>
                  <a:cubicBezTo>
                    <a:pt x="14850" y="17360"/>
                    <a:pt x="15454" y="16615"/>
                    <a:pt x="16200" y="16615"/>
                  </a:cubicBezTo>
                  <a:cubicBezTo>
                    <a:pt x="16945" y="16615"/>
                    <a:pt x="17550" y="17360"/>
                    <a:pt x="17550" y="18276"/>
                  </a:cubicBezTo>
                  <a:cubicBezTo>
                    <a:pt x="17550" y="19193"/>
                    <a:pt x="16945" y="19938"/>
                    <a:pt x="16200" y="19938"/>
                  </a:cubicBezTo>
                  <a:moveTo>
                    <a:pt x="7425" y="19938"/>
                  </a:moveTo>
                  <a:cubicBezTo>
                    <a:pt x="6679" y="19938"/>
                    <a:pt x="6075" y="19193"/>
                    <a:pt x="6075" y="18276"/>
                  </a:cubicBezTo>
                  <a:cubicBezTo>
                    <a:pt x="6075" y="17360"/>
                    <a:pt x="6679" y="16615"/>
                    <a:pt x="7425" y="16615"/>
                  </a:cubicBezTo>
                  <a:cubicBezTo>
                    <a:pt x="8170" y="16615"/>
                    <a:pt x="8775" y="17360"/>
                    <a:pt x="8775" y="18276"/>
                  </a:cubicBezTo>
                  <a:cubicBezTo>
                    <a:pt x="8775" y="19193"/>
                    <a:pt x="8170" y="19938"/>
                    <a:pt x="7425" y="19938"/>
                  </a:cubicBezTo>
                  <a:moveTo>
                    <a:pt x="2024" y="12461"/>
                  </a:moveTo>
                  <a:cubicBezTo>
                    <a:pt x="1652" y="12461"/>
                    <a:pt x="1349" y="12089"/>
                    <a:pt x="1349" y="11630"/>
                  </a:cubicBezTo>
                  <a:lnTo>
                    <a:pt x="1349" y="2492"/>
                  </a:lnTo>
                  <a:cubicBezTo>
                    <a:pt x="1349" y="2033"/>
                    <a:pt x="1652" y="1661"/>
                    <a:pt x="2024" y="1661"/>
                  </a:cubicBezTo>
                  <a:lnTo>
                    <a:pt x="12150" y="1661"/>
                  </a:lnTo>
                  <a:cubicBezTo>
                    <a:pt x="12523" y="1661"/>
                    <a:pt x="12825" y="2033"/>
                    <a:pt x="12825" y="2492"/>
                  </a:cubicBezTo>
                  <a:lnTo>
                    <a:pt x="12825" y="4153"/>
                  </a:lnTo>
                  <a:lnTo>
                    <a:pt x="12825" y="5815"/>
                  </a:lnTo>
                  <a:lnTo>
                    <a:pt x="12825" y="11630"/>
                  </a:lnTo>
                  <a:cubicBezTo>
                    <a:pt x="12825" y="12089"/>
                    <a:pt x="12523" y="12461"/>
                    <a:pt x="12150" y="12461"/>
                  </a:cubicBezTo>
                  <a:cubicBezTo>
                    <a:pt x="12150" y="12461"/>
                    <a:pt x="2024" y="12461"/>
                    <a:pt x="2024" y="12461"/>
                  </a:cubicBezTo>
                  <a:close/>
                  <a:moveTo>
                    <a:pt x="21259" y="10248"/>
                  </a:moveTo>
                  <a:lnTo>
                    <a:pt x="18559" y="5263"/>
                  </a:lnTo>
                  <a:cubicBezTo>
                    <a:pt x="18182" y="4568"/>
                    <a:pt x="17552" y="4153"/>
                    <a:pt x="16875" y="4153"/>
                  </a:cubicBezTo>
                  <a:lnTo>
                    <a:pt x="14175" y="4153"/>
                  </a:lnTo>
                  <a:lnTo>
                    <a:pt x="14175" y="2492"/>
                  </a:lnTo>
                  <a:cubicBezTo>
                    <a:pt x="14175" y="1117"/>
                    <a:pt x="13266" y="0"/>
                    <a:pt x="12150" y="0"/>
                  </a:cubicBezTo>
                  <a:lnTo>
                    <a:pt x="2024" y="0"/>
                  </a:lnTo>
                  <a:cubicBezTo>
                    <a:pt x="908" y="0"/>
                    <a:pt x="0" y="1117"/>
                    <a:pt x="0" y="2492"/>
                  </a:cubicBezTo>
                  <a:lnTo>
                    <a:pt x="0" y="11630"/>
                  </a:lnTo>
                  <a:cubicBezTo>
                    <a:pt x="0" y="13005"/>
                    <a:pt x="908" y="14123"/>
                    <a:pt x="2024" y="14123"/>
                  </a:cubicBezTo>
                  <a:lnTo>
                    <a:pt x="2025" y="14123"/>
                  </a:lnTo>
                  <a:lnTo>
                    <a:pt x="2025" y="16615"/>
                  </a:lnTo>
                  <a:cubicBezTo>
                    <a:pt x="2025" y="17989"/>
                    <a:pt x="2933" y="19107"/>
                    <a:pt x="4050" y="19107"/>
                  </a:cubicBezTo>
                  <a:lnTo>
                    <a:pt x="4820" y="19107"/>
                  </a:lnTo>
                  <a:cubicBezTo>
                    <a:pt x="5122" y="20537"/>
                    <a:pt x="6170" y="21600"/>
                    <a:pt x="7425" y="21600"/>
                  </a:cubicBezTo>
                  <a:cubicBezTo>
                    <a:pt x="8679" y="21600"/>
                    <a:pt x="9727" y="20537"/>
                    <a:pt x="10029" y="19107"/>
                  </a:cubicBezTo>
                  <a:lnTo>
                    <a:pt x="13595" y="19107"/>
                  </a:lnTo>
                  <a:cubicBezTo>
                    <a:pt x="13897" y="20537"/>
                    <a:pt x="14945" y="21600"/>
                    <a:pt x="16200" y="21600"/>
                  </a:cubicBezTo>
                  <a:cubicBezTo>
                    <a:pt x="17453" y="21600"/>
                    <a:pt x="18501" y="20537"/>
                    <a:pt x="18803" y="19107"/>
                  </a:cubicBezTo>
                  <a:lnTo>
                    <a:pt x="19575" y="19107"/>
                  </a:lnTo>
                  <a:cubicBezTo>
                    <a:pt x="20691" y="19107"/>
                    <a:pt x="21599" y="17989"/>
                    <a:pt x="21599" y="16615"/>
                  </a:cubicBezTo>
                  <a:lnTo>
                    <a:pt x="21599" y="11630"/>
                  </a:lnTo>
                  <a:cubicBezTo>
                    <a:pt x="21599" y="11137"/>
                    <a:pt x="21482" y="10658"/>
                    <a:pt x="21259" y="1024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6" name="组合 25">
            <a:extLst>
              <a:ext uri="{FF2B5EF4-FFF2-40B4-BE49-F238E27FC236}">
                <a16:creationId xmlns:a16="http://schemas.microsoft.com/office/drawing/2014/main" id="{E185A297-70D4-4896-DBC2-22F285F9BD3F}"/>
              </a:ext>
            </a:extLst>
          </p:cNvPr>
          <p:cNvGrpSpPr/>
          <p:nvPr/>
        </p:nvGrpSpPr>
        <p:grpSpPr>
          <a:xfrm>
            <a:off x="1781091" y="2231779"/>
            <a:ext cx="366051" cy="366676"/>
            <a:chOff x="7578039" y="7202122"/>
            <a:chExt cx="366051" cy="366676"/>
          </a:xfrm>
          <a:solidFill>
            <a:schemeClr val="bg1"/>
          </a:solidFill>
        </p:grpSpPr>
        <p:sp>
          <p:nvSpPr>
            <p:cNvPr id="27" name="AutoShape 7">
              <a:extLst>
                <a:ext uri="{FF2B5EF4-FFF2-40B4-BE49-F238E27FC236}">
                  <a16:creationId xmlns:a16="http://schemas.microsoft.com/office/drawing/2014/main" id="{B0E05928-BFB1-4BE9-DBB1-1AC24E51C0F9}"/>
                </a:ext>
              </a:extLst>
            </p:cNvPr>
            <p:cNvSpPr>
              <a:spLocks/>
            </p:cNvSpPr>
            <p:nvPr/>
          </p:nvSpPr>
          <p:spPr bwMode="auto">
            <a:xfrm>
              <a:off x="7578039" y="7202122"/>
              <a:ext cx="366051" cy="366676"/>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8" name="AutoShape 8">
              <a:extLst>
                <a:ext uri="{FF2B5EF4-FFF2-40B4-BE49-F238E27FC236}">
                  <a16:creationId xmlns:a16="http://schemas.microsoft.com/office/drawing/2014/main" id="{FF7AFD2E-256D-412E-1595-953A39A8AE01}"/>
                </a:ext>
              </a:extLst>
            </p:cNvPr>
            <p:cNvSpPr>
              <a:spLocks/>
            </p:cNvSpPr>
            <p:nvPr/>
          </p:nvSpPr>
          <p:spPr bwMode="auto">
            <a:xfrm>
              <a:off x="7738225" y="7362310"/>
              <a:ext cx="45678" cy="45678"/>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9" name="AutoShape 9">
              <a:extLst>
                <a:ext uri="{FF2B5EF4-FFF2-40B4-BE49-F238E27FC236}">
                  <a16:creationId xmlns:a16="http://schemas.microsoft.com/office/drawing/2014/main" id="{C4081F16-DAB3-364D-0B1D-675E57137773}"/>
                </a:ext>
              </a:extLst>
            </p:cNvPr>
            <p:cNvSpPr>
              <a:spLocks/>
            </p:cNvSpPr>
            <p:nvPr/>
          </p:nvSpPr>
          <p:spPr bwMode="auto">
            <a:xfrm>
              <a:off x="7691921" y="7316631"/>
              <a:ext cx="137660" cy="13766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0" name="AutoShape 10">
              <a:extLst>
                <a:ext uri="{FF2B5EF4-FFF2-40B4-BE49-F238E27FC236}">
                  <a16:creationId xmlns:a16="http://schemas.microsoft.com/office/drawing/2014/main" id="{303ED18A-D237-2E7D-11F8-9BF3C3B53E73}"/>
                </a:ext>
              </a:extLst>
            </p:cNvPr>
            <p:cNvSpPr>
              <a:spLocks/>
            </p:cNvSpPr>
            <p:nvPr/>
          </p:nvSpPr>
          <p:spPr bwMode="auto">
            <a:xfrm>
              <a:off x="7783905" y="7407987"/>
              <a:ext cx="56941" cy="5881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1" name="AutoShape 11">
              <a:extLst>
                <a:ext uri="{FF2B5EF4-FFF2-40B4-BE49-F238E27FC236}">
                  <a16:creationId xmlns:a16="http://schemas.microsoft.com/office/drawing/2014/main" id="{4CD490E9-F505-522A-FF41-2C5358FDB8E0}"/>
                </a:ext>
              </a:extLst>
            </p:cNvPr>
            <p:cNvSpPr>
              <a:spLocks/>
            </p:cNvSpPr>
            <p:nvPr/>
          </p:nvSpPr>
          <p:spPr bwMode="auto">
            <a:xfrm>
              <a:off x="7806429" y="7431140"/>
              <a:ext cx="81970" cy="83847"/>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2" name="AutoShape 12">
              <a:extLst>
                <a:ext uri="{FF2B5EF4-FFF2-40B4-BE49-F238E27FC236}">
                  <a16:creationId xmlns:a16="http://schemas.microsoft.com/office/drawing/2014/main" id="{5FA33373-CBAD-7720-37F3-3EE207D2EB0C}"/>
                </a:ext>
              </a:extLst>
            </p:cNvPr>
            <p:cNvSpPr>
              <a:spLocks/>
            </p:cNvSpPr>
            <p:nvPr/>
          </p:nvSpPr>
          <p:spPr bwMode="auto">
            <a:xfrm>
              <a:off x="7795166" y="7419876"/>
              <a:ext cx="69456" cy="70707"/>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3" name="AutoShape 13">
              <a:extLst>
                <a:ext uri="{FF2B5EF4-FFF2-40B4-BE49-F238E27FC236}">
                  <a16:creationId xmlns:a16="http://schemas.microsoft.com/office/drawing/2014/main" id="{BCCBDF85-D4FB-E5AF-BC68-F9C2B99BBB55}"/>
                </a:ext>
              </a:extLst>
            </p:cNvPr>
            <p:cNvSpPr>
              <a:spLocks/>
            </p:cNvSpPr>
            <p:nvPr/>
          </p:nvSpPr>
          <p:spPr bwMode="auto">
            <a:xfrm>
              <a:off x="7680660" y="7305368"/>
              <a:ext cx="57567" cy="58192"/>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4" name="AutoShape 14">
              <a:extLst>
                <a:ext uri="{FF2B5EF4-FFF2-40B4-BE49-F238E27FC236}">
                  <a16:creationId xmlns:a16="http://schemas.microsoft.com/office/drawing/2014/main" id="{89FFA427-6857-744C-0AF0-C82EBC3AA5E6}"/>
                </a:ext>
              </a:extLst>
            </p:cNvPr>
            <p:cNvSpPr>
              <a:spLocks/>
            </p:cNvSpPr>
            <p:nvPr/>
          </p:nvSpPr>
          <p:spPr bwMode="auto">
            <a:xfrm>
              <a:off x="7634980" y="7259689"/>
              <a:ext cx="81970" cy="83222"/>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5" name="AutoShape 15">
              <a:extLst>
                <a:ext uri="{FF2B5EF4-FFF2-40B4-BE49-F238E27FC236}">
                  <a16:creationId xmlns:a16="http://schemas.microsoft.com/office/drawing/2014/main" id="{2D231BFD-5500-DA60-10E8-7EA0F928FD76}"/>
                </a:ext>
              </a:extLst>
            </p:cNvPr>
            <p:cNvSpPr>
              <a:spLocks/>
            </p:cNvSpPr>
            <p:nvPr/>
          </p:nvSpPr>
          <p:spPr bwMode="auto">
            <a:xfrm>
              <a:off x="7658132" y="7282216"/>
              <a:ext cx="69456" cy="71333"/>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6" name="Freeform 15">
            <a:extLst>
              <a:ext uri="{FF2B5EF4-FFF2-40B4-BE49-F238E27FC236}">
                <a16:creationId xmlns:a16="http://schemas.microsoft.com/office/drawing/2014/main" id="{F93AC680-6B3E-59E8-4D15-FE609A1B21B2}"/>
              </a:ext>
            </a:extLst>
          </p:cNvPr>
          <p:cNvSpPr>
            <a:spLocks noEditPoints="1"/>
          </p:cNvSpPr>
          <p:nvPr/>
        </p:nvSpPr>
        <p:spPr bwMode="auto">
          <a:xfrm>
            <a:off x="4025215" y="4628536"/>
            <a:ext cx="339546" cy="339156"/>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7" name="Freeform 15">
            <a:extLst>
              <a:ext uri="{FF2B5EF4-FFF2-40B4-BE49-F238E27FC236}">
                <a16:creationId xmlns:a16="http://schemas.microsoft.com/office/drawing/2014/main" id="{E6760929-FA74-B791-5E9F-9193462BF2E4}"/>
              </a:ext>
            </a:extLst>
          </p:cNvPr>
          <p:cNvSpPr>
            <a:spLocks noEditPoints="1"/>
          </p:cNvSpPr>
          <p:nvPr/>
        </p:nvSpPr>
        <p:spPr bwMode="auto">
          <a:xfrm>
            <a:off x="8128107" y="4631567"/>
            <a:ext cx="340284" cy="345389"/>
          </a:xfrm>
          <a:custGeom>
            <a:avLst/>
            <a:gdLst>
              <a:gd name="T0" fmla="*/ 164 w 224"/>
              <a:gd name="T1" fmla="*/ 216 h 227"/>
              <a:gd name="T2" fmla="*/ 103 w 224"/>
              <a:gd name="T3" fmla="*/ 227 h 227"/>
              <a:gd name="T4" fmla="*/ 0 w 224"/>
              <a:gd name="T5" fmla="*/ 124 h 227"/>
              <a:gd name="T6" fmla="*/ 124 w 224"/>
              <a:gd name="T7" fmla="*/ 0 h 227"/>
              <a:gd name="T8" fmla="*/ 224 w 224"/>
              <a:gd name="T9" fmla="*/ 94 h 227"/>
              <a:gd name="T10" fmla="*/ 160 w 224"/>
              <a:gd name="T11" fmla="*/ 172 h 227"/>
              <a:gd name="T12" fmla="*/ 130 w 224"/>
              <a:gd name="T13" fmla="*/ 148 h 227"/>
              <a:gd name="T14" fmla="*/ 130 w 224"/>
              <a:gd name="T15" fmla="*/ 148 h 227"/>
              <a:gd name="T16" fmla="*/ 90 w 224"/>
              <a:gd name="T17" fmla="*/ 172 h 227"/>
              <a:gd name="T18" fmla="*/ 52 w 224"/>
              <a:gd name="T19" fmla="*/ 129 h 227"/>
              <a:gd name="T20" fmla="*/ 128 w 224"/>
              <a:gd name="T21" fmla="*/ 54 h 227"/>
              <a:gd name="T22" fmla="*/ 169 w 224"/>
              <a:gd name="T23" fmla="*/ 62 h 227"/>
              <a:gd name="T24" fmla="*/ 159 w 224"/>
              <a:gd name="T25" fmla="*/ 123 h 227"/>
              <a:gd name="T26" fmla="*/ 167 w 224"/>
              <a:gd name="T27" fmla="*/ 148 h 227"/>
              <a:gd name="T28" fmla="*/ 197 w 224"/>
              <a:gd name="T29" fmla="*/ 95 h 227"/>
              <a:gd name="T30" fmla="*/ 120 w 224"/>
              <a:gd name="T31" fmla="*/ 22 h 227"/>
              <a:gd name="T32" fmla="*/ 28 w 224"/>
              <a:gd name="T33" fmla="*/ 120 h 227"/>
              <a:gd name="T34" fmla="*/ 111 w 224"/>
              <a:gd name="T35" fmla="*/ 204 h 227"/>
              <a:gd name="T36" fmla="*/ 158 w 224"/>
              <a:gd name="T37" fmla="*/ 195 h 227"/>
              <a:gd name="T38" fmla="*/ 164 w 224"/>
              <a:gd name="T39" fmla="*/ 216 h 227"/>
              <a:gd name="T40" fmla="*/ 130 w 224"/>
              <a:gd name="T41" fmla="*/ 84 h 227"/>
              <a:gd name="T42" fmla="*/ 123 w 224"/>
              <a:gd name="T43" fmla="*/ 83 h 227"/>
              <a:gd name="T44" fmla="*/ 90 w 224"/>
              <a:gd name="T45" fmla="*/ 124 h 227"/>
              <a:gd name="T46" fmla="*/ 104 w 224"/>
              <a:gd name="T47" fmla="*/ 142 h 227"/>
              <a:gd name="T48" fmla="*/ 126 w 224"/>
              <a:gd name="T49" fmla="*/ 112 h 227"/>
              <a:gd name="T50" fmla="*/ 130 w 224"/>
              <a:gd name="T51" fmla="*/ 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27">
                <a:moveTo>
                  <a:pt x="164" y="216"/>
                </a:moveTo>
                <a:cubicBezTo>
                  <a:pt x="143" y="224"/>
                  <a:pt x="127" y="227"/>
                  <a:pt x="103" y="227"/>
                </a:cubicBezTo>
                <a:cubicBezTo>
                  <a:pt x="49" y="227"/>
                  <a:pt x="0" y="188"/>
                  <a:pt x="0" y="124"/>
                </a:cubicBezTo>
                <a:cubicBezTo>
                  <a:pt x="0" y="58"/>
                  <a:pt x="50" y="0"/>
                  <a:pt x="124" y="0"/>
                </a:cubicBezTo>
                <a:cubicBezTo>
                  <a:pt x="181" y="0"/>
                  <a:pt x="224" y="39"/>
                  <a:pt x="224" y="94"/>
                </a:cubicBezTo>
                <a:cubicBezTo>
                  <a:pt x="224" y="141"/>
                  <a:pt x="197" y="172"/>
                  <a:pt x="160" y="172"/>
                </a:cubicBezTo>
                <a:cubicBezTo>
                  <a:pt x="144" y="172"/>
                  <a:pt x="133" y="164"/>
                  <a:pt x="130" y="148"/>
                </a:cubicBezTo>
                <a:cubicBezTo>
                  <a:pt x="130" y="148"/>
                  <a:pt x="130" y="148"/>
                  <a:pt x="130" y="148"/>
                </a:cubicBezTo>
                <a:cubicBezTo>
                  <a:pt x="120" y="164"/>
                  <a:pt x="106" y="172"/>
                  <a:pt x="90" y="172"/>
                </a:cubicBezTo>
                <a:cubicBezTo>
                  <a:pt x="68" y="172"/>
                  <a:pt x="52" y="156"/>
                  <a:pt x="52" y="129"/>
                </a:cubicBezTo>
                <a:cubicBezTo>
                  <a:pt x="52" y="89"/>
                  <a:pt x="81" y="54"/>
                  <a:pt x="128" y="54"/>
                </a:cubicBezTo>
                <a:cubicBezTo>
                  <a:pt x="143" y="54"/>
                  <a:pt x="161" y="58"/>
                  <a:pt x="169" y="62"/>
                </a:cubicBezTo>
                <a:cubicBezTo>
                  <a:pt x="159" y="123"/>
                  <a:pt x="159" y="123"/>
                  <a:pt x="159" y="123"/>
                </a:cubicBezTo>
                <a:cubicBezTo>
                  <a:pt x="157" y="139"/>
                  <a:pt x="159" y="147"/>
                  <a:pt x="167" y="148"/>
                </a:cubicBezTo>
                <a:cubicBezTo>
                  <a:pt x="180" y="148"/>
                  <a:pt x="197" y="132"/>
                  <a:pt x="197" y="95"/>
                </a:cubicBezTo>
                <a:cubicBezTo>
                  <a:pt x="197" y="54"/>
                  <a:pt x="170" y="22"/>
                  <a:pt x="120" y="22"/>
                </a:cubicBezTo>
                <a:cubicBezTo>
                  <a:pt x="71" y="22"/>
                  <a:pt x="28" y="59"/>
                  <a:pt x="28" y="120"/>
                </a:cubicBezTo>
                <a:cubicBezTo>
                  <a:pt x="28" y="175"/>
                  <a:pt x="63" y="204"/>
                  <a:pt x="111" y="204"/>
                </a:cubicBezTo>
                <a:cubicBezTo>
                  <a:pt x="127" y="204"/>
                  <a:pt x="145" y="201"/>
                  <a:pt x="158" y="195"/>
                </a:cubicBezTo>
                <a:lnTo>
                  <a:pt x="164" y="216"/>
                </a:lnTo>
                <a:close/>
                <a:moveTo>
                  <a:pt x="130" y="84"/>
                </a:moveTo>
                <a:cubicBezTo>
                  <a:pt x="127" y="83"/>
                  <a:pt x="125" y="83"/>
                  <a:pt x="123" y="83"/>
                </a:cubicBezTo>
                <a:cubicBezTo>
                  <a:pt x="104" y="83"/>
                  <a:pt x="90" y="102"/>
                  <a:pt x="90" y="124"/>
                </a:cubicBezTo>
                <a:cubicBezTo>
                  <a:pt x="90" y="135"/>
                  <a:pt x="95" y="142"/>
                  <a:pt x="104" y="142"/>
                </a:cubicBezTo>
                <a:cubicBezTo>
                  <a:pt x="113" y="142"/>
                  <a:pt x="124" y="130"/>
                  <a:pt x="126" y="112"/>
                </a:cubicBezTo>
                <a:lnTo>
                  <a:pt x="130" y="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3C9C43E3-3EF0-0FCE-8979-068CA479B9E6}"/>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1166927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across)">
                                      <p:cBhvr>
                                        <p:cTn id="10" dur="500"/>
                                        <p:tgtEl>
                                          <p:spTgt spid="7"/>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heckerboard(across)">
                                      <p:cBhvr>
                                        <p:cTn id="13" dur="500"/>
                                        <p:tgtEl>
                                          <p:spTgt spid="8"/>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checkerboard(across)">
                                      <p:cBhvr>
                                        <p:cTn id="16" dur="500"/>
                                        <p:tgtEl>
                                          <p:spTgt spid="9"/>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checkerboard(across)">
                                      <p:cBhvr>
                                        <p:cTn id="19" dur="500"/>
                                        <p:tgtEl>
                                          <p:spTgt spid="10"/>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checkerboard(across)">
                                      <p:cBhvr>
                                        <p:cTn id="22" dur="500"/>
                                        <p:tgtEl>
                                          <p:spTgt spid="11"/>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heckerboard(across)">
                                      <p:cBhvr>
                                        <p:cTn id="25" dur="500"/>
                                        <p:tgtEl>
                                          <p:spTgt spid="4"/>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checkerboard(across)">
                                      <p:cBhvr>
                                        <p:cTn id="28" dur="500"/>
                                        <p:tgtEl>
                                          <p:spTgt spid="12"/>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checkerboard(across)">
                                      <p:cBhvr>
                                        <p:cTn id="31" dur="500"/>
                                        <p:tgtEl>
                                          <p:spTgt spid="13"/>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checkerboard(across)">
                                      <p:cBhvr>
                                        <p:cTn id="34" dur="500"/>
                                        <p:tgtEl>
                                          <p:spTgt spid="5"/>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checkerboard(across)">
                                      <p:cBhvr>
                                        <p:cTn id="37" dur="500"/>
                                        <p:tgtEl>
                                          <p:spTgt spid="14"/>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checkerboard(across)">
                                      <p:cBhvr>
                                        <p:cTn id="40" dur="500"/>
                                        <p:tgtEl>
                                          <p:spTgt spid="15"/>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heckerboard(across)">
                                      <p:cBhvr>
                                        <p:cTn id="43" dur="500"/>
                                        <p:tgtEl>
                                          <p:spTgt spid="16"/>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checkerboard(across)">
                                      <p:cBhvr>
                                        <p:cTn id="46" dur="500"/>
                                        <p:tgtEl>
                                          <p:spTgt spid="17"/>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checkerboard(across)">
                                      <p:cBhvr>
                                        <p:cTn id="4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p:bldP spid="16" grpId="0"/>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2ECF054C-3136-117D-7F94-8EDE2C1B315F}"/>
              </a:ext>
            </a:extLst>
          </p:cNvPr>
          <p:cNvSpPr/>
          <p:nvPr/>
        </p:nvSpPr>
        <p:spPr>
          <a:xfrm>
            <a:off x="1881956" y="1651679"/>
            <a:ext cx="8245208" cy="2150395"/>
          </a:xfrm>
          <a:prstGeom prst="roundRect">
            <a:avLst>
              <a:gd name="adj" fmla="val 7576"/>
            </a:avLst>
          </a:prstGeom>
          <a:blipFill dpi="0" rotWithShape="1">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椭圆 4">
            <a:extLst>
              <a:ext uri="{FF2B5EF4-FFF2-40B4-BE49-F238E27FC236}">
                <a16:creationId xmlns:a16="http://schemas.microsoft.com/office/drawing/2014/main" id="{35661D68-7577-0385-80A2-78F794745CB9}"/>
              </a:ext>
            </a:extLst>
          </p:cNvPr>
          <p:cNvSpPr/>
          <p:nvPr/>
        </p:nvSpPr>
        <p:spPr>
          <a:xfrm rot="5400000" flipH="1">
            <a:off x="9388156" y="4608461"/>
            <a:ext cx="83381" cy="8338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椭圆 5">
            <a:extLst>
              <a:ext uri="{FF2B5EF4-FFF2-40B4-BE49-F238E27FC236}">
                <a16:creationId xmlns:a16="http://schemas.microsoft.com/office/drawing/2014/main" id="{DC856E58-5146-8B2F-995D-D7112A052FAB}"/>
              </a:ext>
            </a:extLst>
          </p:cNvPr>
          <p:cNvSpPr/>
          <p:nvPr/>
        </p:nvSpPr>
        <p:spPr>
          <a:xfrm rot="5400000" flipH="1">
            <a:off x="9388156" y="4426561"/>
            <a:ext cx="83381" cy="83380"/>
          </a:xfrm>
          <a:prstGeom prst="ellipse">
            <a:avLst/>
          </a:prstGeom>
          <a:solidFill>
            <a:schemeClr val="tx1">
              <a:lumMod val="50000"/>
              <a:lumOff val="5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lumMod val="10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7" name="椭圆 6">
            <a:extLst>
              <a:ext uri="{FF2B5EF4-FFF2-40B4-BE49-F238E27FC236}">
                <a16:creationId xmlns:a16="http://schemas.microsoft.com/office/drawing/2014/main" id="{4B46E22E-CB1B-A489-0476-CA3E1E9D2CEB}"/>
              </a:ext>
            </a:extLst>
          </p:cNvPr>
          <p:cNvSpPr/>
          <p:nvPr/>
        </p:nvSpPr>
        <p:spPr>
          <a:xfrm rot="5400000" flipH="1">
            <a:off x="9388156" y="4244661"/>
            <a:ext cx="83381" cy="83380"/>
          </a:xfrm>
          <a:prstGeom prst="ellipse">
            <a:avLst/>
          </a:prstGeom>
          <a:solidFill>
            <a:schemeClr val="tx1">
              <a:lumMod val="50000"/>
              <a:lumOff val="5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lumMod val="10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8" name="椭圆 7">
            <a:extLst>
              <a:ext uri="{FF2B5EF4-FFF2-40B4-BE49-F238E27FC236}">
                <a16:creationId xmlns:a16="http://schemas.microsoft.com/office/drawing/2014/main" id="{67DA6754-407D-4F17-8879-CC7D426B0E4F}"/>
              </a:ext>
            </a:extLst>
          </p:cNvPr>
          <p:cNvSpPr/>
          <p:nvPr/>
        </p:nvSpPr>
        <p:spPr>
          <a:xfrm rot="5400000" flipH="1">
            <a:off x="7180448" y="4608461"/>
            <a:ext cx="83381" cy="8338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椭圆 8">
            <a:extLst>
              <a:ext uri="{FF2B5EF4-FFF2-40B4-BE49-F238E27FC236}">
                <a16:creationId xmlns:a16="http://schemas.microsoft.com/office/drawing/2014/main" id="{BBD9991C-DB0E-F5F3-6F0B-DA245E470FB2}"/>
              </a:ext>
            </a:extLst>
          </p:cNvPr>
          <p:cNvSpPr/>
          <p:nvPr/>
        </p:nvSpPr>
        <p:spPr>
          <a:xfrm rot="5400000" flipH="1">
            <a:off x="7180448" y="4426561"/>
            <a:ext cx="83381" cy="83380"/>
          </a:xfrm>
          <a:prstGeom prst="ellipse">
            <a:avLst/>
          </a:prstGeom>
          <a:solidFill>
            <a:schemeClr val="tx1">
              <a:lumMod val="50000"/>
              <a:lumOff val="5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lumMod val="10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椭圆 9">
            <a:extLst>
              <a:ext uri="{FF2B5EF4-FFF2-40B4-BE49-F238E27FC236}">
                <a16:creationId xmlns:a16="http://schemas.microsoft.com/office/drawing/2014/main" id="{C006832B-2066-1F51-D70D-FB38ED50A722}"/>
              </a:ext>
            </a:extLst>
          </p:cNvPr>
          <p:cNvSpPr/>
          <p:nvPr/>
        </p:nvSpPr>
        <p:spPr>
          <a:xfrm rot="5400000" flipH="1">
            <a:off x="7180448" y="4244661"/>
            <a:ext cx="83381" cy="83380"/>
          </a:xfrm>
          <a:prstGeom prst="ellipse">
            <a:avLst/>
          </a:prstGeom>
          <a:solidFill>
            <a:schemeClr val="tx1">
              <a:lumMod val="50000"/>
              <a:lumOff val="5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lumMod val="10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椭圆 10">
            <a:extLst>
              <a:ext uri="{FF2B5EF4-FFF2-40B4-BE49-F238E27FC236}">
                <a16:creationId xmlns:a16="http://schemas.microsoft.com/office/drawing/2014/main" id="{2838941E-1EF1-C536-F1B1-31D6C9177A94}"/>
              </a:ext>
            </a:extLst>
          </p:cNvPr>
          <p:cNvSpPr/>
          <p:nvPr/>
        </p:nvSpPr>
        <p:spPr>
          <a:xfrm rot="5400000" flipH="1">
            <a:off x="4972742" y="4608461"/>
            <a:ext cx="83381" cy="8338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椭圆 11">
            <a:extLst>
              <a:ext uri="{FF2B5EF4-FFF2-40B4-BE49-F238E27FC236}">
                <a16:creationId xmlns:a16="http://schemas.microsoft.com/office/drawing/2014/main" id="{0A9656CB-09F1-6874-41F2-1AE63C1756C1}"/>
              </a:ext>
            </a:extLst>
          </p:cNvPr>
          <p:cNvSpPr/>
          <p:nvPr/>
        </p:nvSpPr>
        <p:spPr>
          <a:xfrm rot="5400000" flipH="1">
            <a:off x="4972742" y="4426561"/>
            <a:ext cx="83381" cy="83380"/>
          </a:xfrm>
          <a:prstGeom prst="ellipse">
            <a:avLst/>
          </a:prstGeom>
          <a:solidFill>
            <a:schemeClr val="tx1">
              <a:lumMod val="50000"/>
              <a:lumOff val="5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lumMod val="10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椭圆 12">
            <a:extLst>
              <a:ext uri="{FF2B5EF4-FFF2-40B4-BE49-F238E27FC236}">
                <a16:creationId xmlns:a16="http://schemas.microsoft.com/office/drawing/2014/main" id="{461E1AE3-1D25-BEFD-6059-A8B0B460C094}"/>
              </a:ext>
            </a:extLst>
          </p:cNvPr>
          <p:cNvSpPr/>
          <p:nvPr/>
        </p:nvSpPr>
        <p:spPr>
          <a:xfrm rot="5400000" flipH="1">
            <a:off x="4972742" y="4244661"/>
            <a:ext cx="83381" cy="83380"/>
          </a:xfrm>
          <a:prstGeom prst="ellipse">
            <a:avLst/>
          </a:prstGeom>
          <a:solidFill>
            <a:schemeClr val="tx1">
              <a:lumMod val="50000"/>
              <a:lumOff val="5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lumMod val="10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椭圆 13">
            <a:extLst>
              <a:ext uri="{FF2B5EF4-FFF2-40B4-BE49-F238E27FC236}">
                <a16:creationId xmlns:a16="http://schemas.microsoft.com/office/drawing/2014/main" id="{4046D69D-ABB7-932E-1D37-B308A397E3CB}"/>
              </a:ext>
            </a:extLst>
          </p:cNvPr>
          <p:cNvSpPr/>
          <p:nvPr/>
        </p:nvSpPr>
        <p:spPr>
          <a:xfrm rot="5400000" flipH="1">
            <a:off x="2765036" y="4608461"/>
            <a:ext cx="83381" cy="8338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椭圆 14">
            <a:extLst>
              <a:ext uri="{FF2B5EF4-FFF2-40B4-BE49-F238E27FC236}">
                <a16:creationId xmlns:a16="http://schemas.microsoft.com/office/drawing/2014/main" id="{364EA18B-EF4E-C988-51C2-203E1AA512C3}"/>
              </a:ext>
            </a:extLst>
          </p:cNvPr>
          <p:cNvSpPr/>
          <p:nvPr/>
        </p:nvSpPr>
        <p:spPr>
          <a:xfrm rot="5400000" flipH="1">
            <a:off x="2765036" y="4426561"/>
            <a:ext cx="83381" cy="8338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椭圆 15">
            <a:extLst>
              <a:ext uri="{FF2B5EF4-FFF2-40B4-BE49-F238E27FC236}">
                <a16:creationId xmlns:a16="http://schemas.microsoft.com/office/drawing/2014/main" id="{8D741CE7-7776-1BB3-6FC4-2F7C96ACC08D}"/>
              </a:ext>
            </a:extLst>
          </p:cNvPr>
          <p:cNvSpPr/>
          <p:nvPr/>
        </p:nvSpPr>
        <p:spPr>
          <a:xfrm rot="5400000" flipH="1">
            <a:off x="2765036" y="4244661"/>
            <a:ext cx="83381" cy="8338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椭圆 16">
            <a:extLst>
              <a:ext uri="{FF2B5EF4-FFF2-40B4-BE49-F238E27FC236}">
                <a16:creationId xmlns:a16="http://schemas.microsoft.com/office/drawing/2014/main" id="{EEE7BC92-CAE4-3703-8A2B-95ADD49BE487}"/>
              </a:ext>
            </a:extLst>
          </p:cNvPr>
          <p:cNvSpPr/>
          <p:nvPr/>
        </p:nvSpPr>
        <p:spPr>
          <a:xfrm>
            <a:off x="2401131" y="3386267"/>
            <a:ext cx="811195" cy="811195"/>
          </a:xfrm>
          <a:prstGeom prst="ellipse">
            <a:avLst/>
          </a:pr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椭圆 17">
            <a:extLst>
              <a:ext uri="{FF2B5EF4-FFF2-40B4-BE49-F238E27FC236}">
                <a16:creationId xmlns:a16="http://schemas.microsoft.com/office/drawing/2014/main" id="{2BCED4D4-2EA4-8E22-7F52-FA7EDF7E7403}"/>
              </a:ext>
            </a:extLst>
          </p:cNvPr>
          <p:cNvSpPr/>
          <p:nvPr/>
        </p:nvSpPr>
        <p:spPr>
          <a:xfrm>
            <a:off x="2474413" y="3465367"/>
            <a:ext cx="664629" cy="664629"/>
          </a:xfrm>
          <a:prstGeom prst="ellipse">
            <a:avLst/>
          </a:prstGeom>
          <a:solidFill>
            <a:srgbClr val="0485A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思源黑体 CN Normal" panose="020B0400000000000000" pitchFamily="34" charset="-122"/>
                <a:sym typeface="Arial" panose="020B0604020202020204" pitchFamily="34" charset="0"/>
              </a:rPr>
              <a:t>1</a:t>
            </a: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椭圆 18">
            <a:extLst>
              <a:ext uri="{FF2B5EF4-FFF2-40B4-BE49-F238E27FC236}">
                <a16:creationId xmlns:a16="http://schemas.microsoft.com/office/drawing/2014/main" id="{81B53BCA-D40E-07BB-2E33-5EBC3640C081}"/>
              </a:ext>
            </a:extLst>
          </p:cNvPr>
          <p:cNvSpPr/>
          <p:nvPr/>
        </p:nvSpPr>
        <p:spPr>
          <a:xfrm>
            <a:off x="4608837" y="3386267"/>
            <a:ext cx="811195" cy="811195"/>
          </a:xfrm>
          <a:prstGeom prst="ellipse">
            <a:avLst/>
          </a:pr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椭圆 19">
            <a:extLst>
              <a:ext uri="{FF2B5EF4-FFF2-40B4-BE49-F238E27FC236}">
                <a16:creationId xmlns:a16="http://schemas.microsoft.com/office/drawing/2014/main" id="{D7879390-F0D7-2F65-50DC-A2252FBFDAA9}"/>
              </a:ext>
            </a:extLst>
          </p:cNvPr>
          <p:cNvSpPr/>
          <p:nvPr/>
        </p:nvSpPr>
        <p:spPr>
          <a:xfrm>
            <a:off x="4682119" y="3465367"/>
            <a:ext cx="664629" cy="664629"/>
          </a:xfrm>
          <a:prstGeom prst="ellipse">
            <a:avLst/>
          </a:prstGeom>
          <a:solidFill>
            <a:srgbClr val="79C9E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思源黑体 CN Normal" panose="020B0400000000000000" pitchFamily="34" charset="-122"/>
                <a:sym typeface="Arial" panose="020B0604020202020204" pitchFamily="34" charset="0"/>
              </a:rPr>
              <a:t>2</a:t>
            </a: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椭圆 20">
            <a:extLst>
              <a:ext uri="{FF2B5EF4-FFF2-40B4-BE49-F238E27FC236}">
                <a16:creationId xmlns:a16="http://schemas.microsoft.com/office/drawing/2014/main" id="{32E78872-63DA-10DC-9E71-54914A0263A2}"/>
              </a:ext>
            </a:extLst>
          </p:cNvPr>
          <p:cNvSpPr/>
          <p:nvPr/>
        </p:nvSpPr>
        <p:spPr>
          <a:xfrm>
            <a:off x="6816543" y="3386267"/>
            <a:ext cx="811195" cy="811195"/>
          </a:xfrm>
          <a:prstGeom prst="ellipse">
            <a:avLst/>
          </a:pr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椭圆 21">
            <a:extLst>
              <a:ext uri="{FF2B5EF4-FFF2-40B4-BE49-F238E27FC236}">
                <a16:creationId xmlns:a16="http://schemas.microsoft.com/office/drawing/2014/main" id="{B78A8052-BE6F-6FD2-F477-77B1FF0C10AE}"/>
              </a:ext>
            </a:extLst>
          </p:cNvPr>
          <p:cNvSpPr/>
          <p:nvPr/>
        </p:nvSpPr>
        <p:spPr>
          <a:xfrm>
            <a:off x="6889825" y="3465367"/>
            <a:ext cx="664629" cy="664629"/>
          </a:xfrm>
          <a:prstGeom prst="ellipse">
            <a:avLst/>
          </a:prstGeom>
          <a:solidFill>
            <a:srgbClr val="0485A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思源黑体 CN Normal" panose="020B0400000000000000" pitchFamily="34" charset="-122"/>
                <a:sym typeface="Arial" panose="020B0604020202020204" pitchFamily="34" charset="0"/>
              </a:rPr>
              <a:t>3</a:t>
            </a: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椭圆 22">
            <a:extLst>
              <a:ext uri="{FF2B5EF4-FFF2-40B4-BE49-F238E27FC236}">
                <a16:creationId xmlns:a16="http://schemas.microsoft.com/office/drawing/2014/main" id="{FECAD74D-3D47-3E11-0B5D-AF16B2CA4263}"/>
              </a:ext>
            </a:extLst>
          </p:cNvPr>
          <p:cNvSpPr/>
          <p:nvPr/>
        </p:nvSpPr>
        <p:spPr>
          <a:xfrm>
            <a:off x="9024250" y="3386267"/>
            <a:ext cx="811195" cy="811195"/>
          </a:xfrm>
          <a:prstGeom prst="ellipse">
            <a:avLst/>
          </a:pr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椭圆 23">
            <a:extLst>
              <a:ext uri="{FF2B5EF4-FFF2-40B4-BE49-F238E27FC236}">
                <a16:creationId xmlns:a16="http://schemas.microsoft.com/office/drawing/2014/main" id="{2DBAF444-C5A1-D765-549C-660BDAD4A725}"/>
              </a:ext>
            </a:extLst>
          </p:cNvPr>
          <p:cNvSpPr/>
          <p:nvPr/>
        </p:nvSpPr>
        <p:spPr>
          <a:xfrm>
            <a:off x="9097532" y="3465367"/>
            <a:ext cx="664629" cy="664629"/>
          </a:xfrm>
          <a:prstGeom prst="ellipse">
            <a:avLst/>
          </a:prstGeom>
          <a:solidFill>
            <a:srgbClr val="79C9E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思源黑体 CN Normal" panose="020B0400000000000000" pitchFamily="34" charset="-122"/>
                <a:sym typeface="Arial" panose="020B0604020202020204" pitchFamily="34" charset="0"/>
              </a:rPr>
              <a:t>4</a:t>
            </a: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文本框 24">
            <a:extLst>
              <a:ext uri="{FF2B5EF4-FFF2-40B4-BE49-F238E27FC236}">
                <a16:creationId xmlns:a16="http://schemas.microsoft.com/office/drawing/2014/main" id="{3E740349-832E-0C56-9834-74519122EE97}"/>
              </a:ext>
            </a:extLst>
          </p:cNvPr>
          <p:cNvSpPr txBox="1"/>
          <p:nvPr/>
        </p:nvSpPr>
        <p:spPr>
          <a:xfrm>
            <a:off x="2098738" y="4870135"/>
            <a:ext cx="1415977" cy="307777"/>
          </a:xfrm>
          <a:prstGeom prst="rect">
            <a:avLst/>
          </a:prstGeom>
          <a:noFill/>
        </p:spPr>
        <p:txBody>
          <a:bodyPr wrap="square" rtlCol="0">
            <a:spAutoFit/>
          </a:bodyPr>
          <a:lstStyle/>
          <a:p>
            <a:pPr algn="ctr"/>
            <a:r>
              <a:rPr lang="zh-CN" altLang="en-US" sz="1400" b="1" spc="13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输入小标题</a:t>
            </a:r>
          </a:p>
        </p:txBody>
      </p:sp>
      <p:sp>
        <p:nvSpPr>
          <p:cNvPr id="26" name="文本框 25">
            <a:extLst>
              <a:ext uri="{FF2B5EF4-FFF2-40B4-BE49-F238E27FC236}">
                <a16:creationId xmlns:a16="http://schemas.microsoft.com/office/drawing/2014/main" id="{348361FD-7B09-032C-8282-D4A29F6591FA}"/>
              </a:ext>
            </a:extLst>
          </p:cNvPr>
          <p:cNvSpPr txBox="1"/>
          <p:nvPr/>
        </p:nvSpPr>
        <p:spPr>
          <a:xfrm>
            <a:off x="1881956" y="5214476"/>
            <a:ext cx="1895581" cy="793038"/>
          </a:xfrm>
          <a:prstGeom prst="rect">
            <a:avLst/>
          </a:prstGeom>
          <a:noFill/>
        </p:spPr>
        <p:txBody>
          <a:bodyPr wrap="square">
            <a:spAutoFit/>
          </a:bodyPr>
          <a:lstStyle/>
          <a:p>
            <a:pPr algn="ctr">
              <a:lnSpc>
                <a:spcPct val="130000"/>
              </a:lnSpc>
            </a:pPr>
            <a:r>
              <a:rPr lang="zh-CN" altLang="en-US" sz="1200" spc="130" dirty="0">
                <a:solidFill>
                  <a:schemeClr val="tx1">
                    <a:lumMod val="65000"/>
                    <a:lumOff val="35000"/>
                    <a:alpha val="70000"/>
                  </a:schemeClr>
                </a:solidFill>
                <a:latin typeface="Arial" panose="020B0604020202020204" pitchFamily="34" charset="0"/>
                <a:ea typeface="思源黑体 CN Normal" panose="020B0400000000000000" pitchFamily="34" charset="-122"/>
                <a:sym typeface="Arial" panose="020B0604020202020204" pitchFamily="34" charset="0"/>
              </a:rPr>
              <a:t>单击此处输入您的文本内容，可更改文字的颜色或者大小等属性</a:t>
            </a:r>
          </a:p>
        </p:txBody>
      </p:sp>
      <p:sp>
        <p:nvSpPr>
          <p:cNvPr id="27" name="文本框 26">
            <a:extLst>
              <a:ext uri="{FF2B5EF4-FFF2-40B4-BE49-F238E27FC236}">
                <a16:creationId xmlns:a16="http://schemas.microsoft.com/office/drawing/2014/main" id="{E9A9ACCC-E33A-D651-25E4-D0B4F972DE05}"/>
              </a:ext>
            </a:extLst>
          </p:cNvPr>
          <p:cNvSpPr txBox="1"/>
          <p:nvPr/>
        </p:nvSpPr>
        <p:spPr>
          <a:xfrm>
            <a:off x="4306444" y="4870135"/>
            <a:ext cx="1415977" cy="307777"/>
          </a:xfrm>
          <a:prstGeom prst="rect">
            <a:avLst/>
          </a:prstGeom>
          <a:noFill/>
        </p:spPr>
        <p:txBody>
          <a:bodyPr wrap="square" rtlCol="0">
            <a:spAutoFit/>
          </a:bodyPr>
          <a:lstStyle/>
          <a:p>
            <a:pPr algn="ctr"/>
            <a:r>
              <a:rPr lang="zh-CN" altLang="en-US" sz="1400" b="1" spc="13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输入小标题</a:t>
            </a:r>
          </a:p>
        </p:txBody>
      </p:sp>
      <p:sp>
        <p:nvSpPr>
          <p:cNvPr id="28" name="文本框 27">
            <a:extLst>
              <a:ext uri="{FF2B5EF4-FFF2-40B4-BE49-F238E27FC236}">
                <a16:creationId xmlns:a16="http://schemas.microsoft.com/office/drawing/2014/main" id="{04BD5D96-1081-DC72-6F56-6431830F9828}"/>
              </a:ext>
            </a:extLst>
          </p:cNvPr>
          <p:cNvSpPr txBox="1"/>
          <p:nvPr/>
        </p:nvSpPr>
        <p:spPr>
          <a:xfrm>
            <a:off x="4089662" y="5214476"/>
            <a:ext cx="1895581" cy="793038"/>
          </a:xfrm>
          <a:prstGeom prst="rect">
            <a:avLst/>
          </a:prstGeom>
          <a:noFill/>
        </p:spPr>
        <p:txBody>
          <a:bodyPr wrap="square">
            <a:spAutoFit/>
          </a:bodyPr>
          <a:lstStyle/>
          <a:p>
            <a:pPr algn="ctr">
              <a:lnSpc>
                <a:spcPct val="130000"/>
              </a:lnSpc>
            </a:pPr>
            <a:r>
              <a:rPr lang="zh-CN" altLang="en-US" sz="1200" spc="130" dirty="0">
                <a:solidFill>
                  <a:schemeClr val="tx1">
                    <a:lumMod val="65000"/>
                    <a:lumOff val="35000"/>
                    <a:alpha val="70000"/>
                  </a:schemeClr>
                </a:solidFill>
                <a:latin typeface="Arial" panose="020B0604020202020204" pitchFamily="34" charset="0"/>
                <a:ea typeface="思源黑体 CN Normal" panose="020B0400000000000000" pitchFamily="34" charset="-122"/>
                <a:sym typeface="Arial" panose="020B0604020202020204" pitchFamily="34" charset="0"/>
              </a:rPr>
              <a:t>单击此处输入您的文本内容，可更改文字的颜色或者大小等属性</a:t>
            </a:r>
          </a:p>
        </p:txBody>
      </p:sp>
      <p:sp>
        <p:nvSpPr>
          <p:cNvPr id="29" name="文本框 28">
            <a:extLst>
              <a:ext uri="{FF2B5EF4-FFF2-40B4-BE49-F238E27FC236}">
                <a16:creationId xmlns:a16="http://schemas.microsoft.com/office/drawing/2014/main" id="{42997143-C6C4-4F66-B1A3-CE077F93DE8B}"/>
              </a:ext>
            </a:extLst>
          </p:cNvPr>
          <p:cNvSpPr txBox="1"/>
          <p:nvPr/>
        </p:nvSpPr>
        <p:spPr>
          <a:xfrm>
            <a:off x="6514150" y="4870135"/>
            <a:ext cx="1415977" cy="307777"/>
          </a:xfrm>
          <a:prstGeom prst="rect">
            <a:avLst/>
          </a:prstGeom>
          <a:noFill/>
        </p:spPr>
        <p:txBody>
          <a:bodyPr wrap="square" rtlCol="0">
            <a:spAutoFit/>
          </a:bodyPr>
          <a:lstStyle/>
          <a:p>
            <a:pPr algn="ctr"/>
            <a:r>
              <a:rPr lang="zh-CN" altLang="en-US" sz="1400" b="1" spc="13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输入小标题</a:t>
            </a:r>
          </a:p>
        </p:txBody>
      </p:sp>
      <p:sp>
        <p:nvSpPr>
          <p:cNvPr id="30" name="文本框 29">
            <a:extLst>
              <a:ext uri="{FF2B5EF4-FFF2-40B4-BE49-F238E27FC236}">
                <a16:creationId xmlns:a16="http://schemas.microsoft.com/office/drawing/2014/main" id="{B5DD22C7-518E-883C-C5F0-576E92F202F6}"/>
              </a:ext>
            </a:extLst>
          </p:cNvPr>
          <p:cNvSpPr txBox="1"/>
          <p:nvPr/>
        </p:nvSpPr>
        <p:spPr>
          <a:xfrm>
            <a:off x="6297368" y="5214476"/>
            <a:ext cx="1895581" cy="793038"/>
          </a:xfrm>
          <a:prstGeom prst="rect">
            <a:avLst/>
          </a:prstGeom>
          <a:noFill/>
        </p:spPr>
        <p:txBody>
          <a:bodyPr wrap="square">
            <a:spAutoFit/>
          </a:bodyPr>
          <a:lstStyle/>
          <a:p>
            <a:pPr algn="ctr">
              <a:lnSpc>
                <a:spcPct val="130000"/>
              </a:lnSpc>
            </a:pPr>
            <a:r>
              <a:rPr lang="zh-CN" altLang="en-US" sz="1200" spc="130" dirty="0">
                <a:solidFill>
                  <a:schemeClr val="tx1">
                    <a:lumMod val="65000"/>
                    <a:lumOff val="35000"/>
                    <a:alpha val="70000"/>
                  </a:schemeClr>
                </a:solidFill>
                <a:latin typeface="Arial" panose="020B0604020202020204" pitchFamily="34" charset="0"/>
                <a:ea typeface="思源黑体 CN Normal" panose="020B0400000000000000" pitchFamily="34" charset="-122"/>
                <a:sym typeface="Arial" panose="020B0604020202020204" pitchFamily="34" charset="0"/>
              </a:rPr>
              <a:t>单击此处输入您的文本内容，可更改文字的颜色或者大小等属性</a:t>
            </a:r>
          </a:p>
        </p:txBody>
      </p:sp>
      <p:sp>
        <p:nvSpPr>
          <p:cNvPr id="31" name="文本框 30">
            <a:extLst>
              <a:ext uri="{FF2B5EF4-FFF2-40B4-BE49-F238E27FC236}">
                <a16:creationId xmlns:a16="http://schemas.microsoft.com/office/drawing/2014/main" id="{FDFB6D50-BC7F-E33C-D5B9-915C356E5200}"/>
              </a:ext>
            </a:extLst>
          </p:cNvPr>
          <p:cNvSpPr txBox="1"/>
          <p:nvPr/>
        </p:nvSpPr>
        <p:spPr>
          <a:xfrm>
            <a:off x="8711187" y="4870135"/>
            <a:ext cx="1415977" cy="307777"/>
          </a:xfrm>
          <a:prstGeom prst="rect">
            <a:avLst/>
          </a:prstGeom>
          <a:noFill/>
        </p:spPr>
        <p:txBody>
          <a:bodyPr wrap="square" rtlCol="0">
            <a:spAutoFit/>
          </a:bodyPr>
          <a:lstStyle/>
          <a:p>
            <a:pPr algn="ctr"/>
            <a:r>
              <a:rPr lang="zh-CN" altLang="en-US" sz="1400" b="1" spc="13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输入小标题</a:t>
            </a:r>
          </a:p>
        </p:txBody>
      </p:sp>
      <p:sp>
        <p:nvSpPr>
          <p:cNvPr id="32" name="文本框 31">
            <a:extLst>
              <a:ext uri="{FF2B5EF4-FFF2-40B4-BE49-F238E27FC236}">
                <a16:creationId xmlns:a16="http://schemas.microsoft.com/office/drawing/2014/main" id="{37D39F9D-1C60-EC6D-0103-CD43FDE19BA3}"/>
              </a:ext>
            </a:extLst>
          </p:cNvPr>
          <p:cNvSpPr txBox="1"/>
          <p:nvPr/>
        </p:nvSpPr>
        <p:spPr>
          <a:xfrm>
            <a:off x="8494405" y="5214476"/>
            <a:ext cx="1895581" cy="793038"/>
          </a:xfrm>
          <a:prstGeom prst="rect">
            <a:avLst/>
          </a:prstGeom>
          <a:noFill/>
        </p:spPr>
        <p:txBody>
          <a:bodyPr wrap="square">
            <a:spAutoFit/>
          </a:bodyPr>
          <a:lstStyle/>
          <a:p>
            <a:pPr algn="ctr">
              <a:lnSpc>
                <a:spcPct val="130000"/>
              </a:lnSpc>
            </a:pPr>
            <a:r>
              <a:rPr lang="zh-CN" altLang="en-US" sz="1200" spc="130" dirty="0">
                <a:solidFill>
                  <a:schemeClr val="tx1">
                    <a:lumMod val="65000"/>
                    <a:lumOff val="35000"/>
                    <a:alpha val="70000"/>
                  </a:schemeClr>
                </a:solidFill>
                <a:latin typeface="Arial" panose="020B0604020202020204" pitchFamily="34" charset="0"/>
                <a:ea typeface="思源黑体 CN Normal" panose="020B0400000000000000" pitchFamily="34" charset="-122"/>
                <a:sym typeface="Arial" panose="020B0604020202020204" pitchFamily="34" charset="0"/>
              </a:rPr>
              <a:t>单击此处输入您的文本内容，可更改文字的颜色或者大小等属性</a:t>
            </a:r>
          </a:p>
        </p:txBody>
      </p:sp>
      <p:sp>
        <p:nvSpPr>
          <p:cNvPr id="2" name="文本框 1">
            <a:extLst>
              <a:ext uri="{FF2B5EF4-FFF2-40B4-BE49-F238E27FC236}">
                <a16:creationId xmlns:a16="http://schemas.microsoft.com/office/drawing/2014/main" id="{7C73002A-EB6A-3F47-6E58-88263177E5F1}"/>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380964935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dissolve">
                                      <p:cBhvr>
                                        <p:cTn id="40" dur="500"/>
                                        <p:tgtEl>
                                          <p:spTgt spid="1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dissolve">
                                      <p:cBhvr>
                                        <p:cTn id="46" dur="500"/>
                                        <p:tgtEl>
                                          <p:spTgt spid="1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dissolve">
                                      <p:cBhvr>
                                        <p:cTn id="49" dur="500"/>
                                        <p:tgtEl>
                                          <p:spTgt spid="1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dissolve">
                                      <p:cBhvr>
                                        <p:cTn id="52" dur="500"/>
                                        <p:tgtEl>
                                          <p:spTgt spid="2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dissolve">
                                      <p:cBhvr>
                                        <p:cTn id="55" dur="500"/>
                                        <p:tgtEl>
                                          <p:spTgt spid="2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dissolve">
                                      <p:cBhvr>
                                        <p:cTn id="58" dur="500"/>
                                        <p:tgtEl>
                                          <p:spTgt spid="22"/>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dissolve">
                                      <p:cBhvr>
                                        <p:cTn id="61" dur="500"/>
                                        <p:tgtEl>
                                          <p:spTgt spid="23"/>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dissolve">
                                      <p:cBhvr>
                                        <p:cTn id="64" dur="500"/>
                                        <p:tgtEl>
                                          <p:spTgt spid="24"/>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dissolve">
                                      <p:cBhvr>
                                        <p:cTn id="67" dur="500"/>
                                        <p:tgtEl>
                                          <p:spTgt spid="25"/>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dissolve">
                                      <p:cBhvr>
                                        <p:cTn id="70" dur="500"/>
                                        <p:tgtEl>
                                          <p:spTgt spid="26"/>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dissolve">
                                      <p:cBhvr>
                                        <p:cTn id="73" dur="500"/>
                                        <p:tgtEl>
                                          <p:spTgt spid="27"/>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dissolve">
                                      <p:cBhvr>
                                        <p:cTn id="76" dur="500"/>
                                        <p:tgtEl>
                                          <p:spTgt spid="28"/>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dissolve">
                                      <p:cBhvr>
                                        <p:cTn id="79" dur="500"/>
                                        <p:tgtEl>
                                          <p:spTgt spid="29"/>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dissolve">
                                      <p:cBhvr>
                                        <p:cTn id="82" dur="500"/>
                                        <p:tgtEl>
                                          <p:spTgt spid="30"/>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dissolve">
                                      <p:cBhvr>
                                        <p:cTn id="85" dur="500"/>
                                        <p:tgtEl>
                                          <p:spTgt spid="31"/>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dissolve">
                                      <p:cBhvr>
                                        <p:cTn id="8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27" grpId="0"/>
      <p:bldP spid="28" grpId="0"/>
      <p:bldP spid="29" grpId="0"/>
      <p:bldP spid="30" grpId="0"/>
      <p:bldP spid="31"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4BB019B3-E2F8-AB01-9D17-D6D5ADD559BB}"/>
              </a:ext>
            </a:extLst>
          </p:cNvPr>
          <p:cNvSpPr/>
          <p:nvPr/>
        </p:nvSpPr>
        <p:spPr>
          <a:xfrm>
            <a:off x="4548091" y="2147706"/>
            <a:ext cx="2990045" cy="2990045"/>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Freeform: Shape 8">
            <a:extLst>
              <a:ext uri="{FF2B5EF4-FFF2-40B4-BE49-F238E27FC236}">
                <a16:creationId xmlns:a16="http://schemas.microsoft.com/office/drawing/2014/main" id="{594C11A7-61B2-9756-6079-E609E2940CDB}"/>
              </a:ext>
            </a:extLst>
          </p:cNvPr>
          <p:cNvSpPr/>
          <p:nvPr/>
        </p:nvSpPr>
        <p:spPr>
          <a:xfrm>
            <a:off x="7127833" y="3210950"/>
            <a:ext cx="780930" cy="780955"/>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rgbClr val="79C9E2"/>
          </a:solidFill>
          <a:ln w="12700" cap="flat">
            <a:noFill/>
            <a:miter lim="400000"/>
          </a:ln>
          <a:effectLst/>
        </p:spPr>
        <p:txBody>
          <a:bodyPr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3</a:t>
            </a:r>
            <a:endParaRPr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Freeform: Shape 11">
            <a:extLst>
              <a:ext uri="{FF2B5EF4-FFF2-40B4-BE49-F238E27FC236}">
                <a16:creationId xmlns:a16="http://schemas.microsoft.com/office/drawing/2014/main" id="{7C1F3253-9317-FA4F-9230-4D256FB1A598}"/>
              </a:ext>
            </a:extLst>
          </p:cNvPr>
          <p:cNvSpPr/>
          <p:nvPr/>
        </p:nvSpPr>
        <p:spPr>
          <a:xfrm>
            <a:off x="6460547" y="4565376"/>
            <a:ext cx="780959" cy="780950"/>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rgbClr val="0485A8"/>
          </a:solidFill>
          <a:ln w="12700" cap="flat">
            <a:noFill/>
            <a:miter lim="400000"/>
          </a:ln>
          <a:effectLst/>
        </p:spPr>
        <p:txBody>
          <a:bodyPr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4</a:t>
            </a:r>
            <a:endParaRPr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7" name="Freeform: Shape 20">
            <a:extLst>
              <a:ext uri="{FF2B5EF4-FFF2-40B4-BE49-F238E27FC236}">
                <a16:creationId xmlns:a16="http://schemas.microsoft.com/office/drawing/2014/main" id="{33671D6D-57CA-9471-8F11-3BBDC74B687F}"/>
              </a:ext>
            </a:extLst>
          </p:cNvPr>
          <p:cNvSpPr/>
          <p:nvPr/>
        </p:nvSpPr>
        <p:spPr>
          <a:xfrm>
            <a:off x="4204565" y="3158707"/>
            <a:ext cx="780959" cy="780944"/>
          </a:xfrm>
          <a:custGeom>
            <a:avLst/>
            <a:gdLst/>
            <a:ahLst/>
            <a:cxnLst>
              <a:cxn ang="0">
                <a:pos x="wd2" y="hd2"/>
              </a:cxn>
              <a:cxn ang="5400000">
                <a:pos x="wd2" y="hd2"/>
              </a:cxn>
              <a:cxn ang="10800000">
                <a:pos x="wd2" y="hd2"/>
              </a:cxn>
              <a:cxn ang="16200000">
                <a:pos x="wd2" y="hd2"/>
              </a:cxn>
            </a:cxnLst>
            <a:rect l="0" t="0" r="r" b="b"/>
            <a:pathLst>
              <a:path w="19807" h="19807" extrusionOk="0">
                <a:moveTo>
                  <a:pt x="11898" y="19602"/>
                </a:moveTo>
                <a:cubicBezTo>
                  <a:pt x="6542" y="20704"/>
                  <a:pt x="1306" y="17256"/>
                  <a:pt x="204" y="11899"/>
                </a:cubicBezTo>
                <a:cubicBezTo>
                  <a:pt x="-897" y="6542"/>
                  <a:pt x="2552" y="1307"/>
                  <a:pt x="7907" y="205"/>
                </a:cubicBezTo>
                <a:cubicBezTo>
                  <a:pt x="13261" y="-896"/>
                  <a:pt x="18494" y="2549"/>
                  <a:pt x="19599" y="7900"/>
                </a:cubicBezTo>
                <a:cubicBezTo>
                  <a:pt x="19600" y="7903"/>
                  <a:pt x="19600" y="7905"/>
                  <a:pt x="19601" y="7908"/>
                </a:cubicBezTo>
                <a:cubicBezTo>
                  <a:pt x="20703" y="13264"/>
                  <a:pt x="17254" y="18500"/>
                  <a:pt x="11898" y="19602"/>
                </a:cubicBezTo>
                <a:close/>
              </a:path>
            </a:pathLst>
          </a:custGeom>
          <a:solidFill>
            <a:srgbClr val="0485A8"/>
          </a:solidFill>
          <a:ln w="12700" cap="flat">
            <a:noFill/>
            <a:miter lim="400000"/>
          </a:ln>
          <a:effectLst/>
        </p:spPr>
        <p:txBody>
          <a:bodyPr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6</a:t>
            </a:r>
            <a:endParaRPr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8" name="Freeform: Shape 5">
            <a:extLst>
              <a:ext uri="{FF2B5EF4-FFF2-40B4-BE49-F238E27FC236}">
                <a16:creationId xmlns:a16="http://schemas.microsoft.com/office/drawing/2014/main" id="{84B9C84F-80C3-AF4E-9E45-7245C211C897}"/>
              </a:ext>
            </a:extLst>
          </p:cNvPr>
          <p:cNvSpPr/>
          <p:nvPr/>
        </p:nvSpPr>
        <p:spPr>
          <a:xfrm>
            <a:off x="6510195" y="1939131"/>
            <a:ext cx="780937" cy="780944"/>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rgbClr val="0485A8"/>
          </a:solidFill>
          <a:ln w="12700" cap="flat">
            <a:noFill/>
            <a:miter lim="400000"/>
          </a:ln>
          <a:effectLst/>
        </p:spPr>
        <p:txBody>
          <a:bodyPr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2</a:t>
            </a:r>
            <a:endParaRPr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Freeform: Shape 14">
            <a:extLst>
              <a:ext uri="{FF2B5EF4-FFF2-40B4-BE49-F238E27FC236}">
                <a16:creationId xmlns:a16="http://schemas.microsoft.com/office/drawing/2014/main" id="{6C142E96-570F-7A3B-D5BA-BB7D677CC5CF}"/>
              </a:ext>
            </a:extLst>
          </p:cNvPr>
          <p:cNvSpPr/>
          <p:nvPr/>
        </p:nvSpPr>
        <p:spPr>
          <a:xfrm>
            <a:off x="4965203" y="4565379"/>
            <a:ext cx="780930" cy="780944"/>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rgbClr val="79C9E2"/>
          </a:solidFill>
          <a:ln w="12700" cap="flat">
            <a:noFill/>
            <a:miter lim="400000"/>
          </a:ln>
          <a:effectLst/>
        </p:spPr>
        <p:txBody>
          <a:bodyPr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5</a:t>
            </a:r>
            <a:endParaRPr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Freeform: Shape 17">
            <a:extLst>
              <a:ext uri="{FF2B5EF4-FFF2-40B4-BE49-F238E27FC236}">
                <a16:creationId xmlns:a16="http://schemas.microsoft.com/office/drawing/2014/main" id="{9BCCF852-FC2B-AFCF-9EC5-C2C796CFDD67}"/>
              </a:ext>
            </a:extLst>
          </p:cNvPr>
          <p:cNvSpPr/>
          <p:nvPr/>
        </p:nvSpPr>
        <p:spPr>
          <a:xfrm>
            <a:off x="4957549" y="1936621"/>
            <a:ext cx="780942" cy="780965"/>
          </a:xfrm>
          <a:custGeom>
            <a:avLst/>
            <a:gdLst/>
            <a:ahLst/>
            <a:cxnLst>
              <a:cxn ang="0">
                <a:pos x="wd2" y="hd2"/>
              </a:cxn>
              <a:cxn ang="5400000">
                <a:pos x="wd2" y="hd2"/>
              </a:cxn>
              <a:cxn ang="10800000">
                <a:pos x="wd2" y="hd2"/>
              </a:cxn>
              <a:cxn ang="16200000">
                <a:pos x="wd2" y="hd2"/>
              </a:cxn>
            </a:cxnLst>
            <a:rect l="0" t="0" r="r" b="b"/>
            <a:pathLst>
              <a:path w="19806" h="19807" extrusionOk="0">
                <a:moveTo>
                  <a:pt x="11898" y="19602"/>
                </a:moveTo>
                <a:cubicBezTo>
                  <a:pt x="6542" y="20703"/>
                  <a:pt x="1307" y="17255"/>
                  <a:pt x="205" y="11898"/>
                </a:cubicBezTo>
                <a:cubicBezTo>
                  <a:pt x="-897" y="6542"/>
                  <a:pt x="2552" y="1307"/>
                  <a:pt x="7908" y="205"/>
                </a:cubicBezTo>
                <a:cubicBezTo>
                  <a:pt x="13261" y="-897"/>
                  <a:pt x="18494" y="2548"/>
                  <a:pt x="19599" y="7899"/>
                </a:cubicBezTo>
                <a:cubicBezTo>
                  <a:pt x="19600" y="7902"/>
                  <a:pt x="19600" y="7904"/>
                  <a:pt x="19601" y="7908"/>
                </a:cubicBezTo>
                <a:cubicBezTo>
                  <a:pt x="20703" y="13264"/>
                  <a:pt x="17254" y="18500"/>
                  <a:pt x="11898" y="19602"/>
                </a:cubicBezTo>
                <a:close/>
              </a:path>
            </a:pathLst>
          </a:custGeom>
          <a:solidFill>
            <a:srgbClr val="79C9E2"/>
          </a:solidFill>
          <a:ln w="12700" cap="flat">
            <a:noFill/>
            <a:miter lim="400000"/>
          </a:ln>
          <a:effectLst/>
        </p:spPr>
        <p:txBody>
          <a:bodyPr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1</a:t>
            </a:r>
            <a:endParaRPr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矩形 10">
            <a:extLst>
              <a:ext uri="{FF2B5EF4-FFF2-40B4-BE49-F238E27FC236}">
                <a16:creationId xmlns:a16="http://schemas.microsoft.com/office/drawing/2014/main" id="{EFA3D413-B920-F1BF-0CA8-461B5492B446}"/>
              </a:ext>
            </a:extLst>
          </p:cNvPr>
          <p:cNvSpPr/>
          <p:nvPr/>
        </p:nvSpPr>
        <p:spPr>
          <a:xfrm>
            <a:off x="7990296" y="1680940"/>
            <a:ext cx="2501951" cy="33297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标题文字添加</a:t>
            </a:r>
          </a:p>
        </p:txBody>
      </p:sp>
      <p:sp>
        <p:nvSpPr>
          <p:cNvPr id="12" name="矩形 11">
            <a:extLst>
              <a:ext uri="{FF2B5EF4-FFF2-40B4-BE49-F238E27FC236}">
                <a16:creationId xmlns:a16="http://schemas.microsoft.com/office/drawing/2014/main" id="{0860C7E8-D3AE-22D7-CB4E-FE634A0DCEDB}"/>
              </a:ext>
            </a:extLst>
          </p:cNvPr>
          <p:cNvSpPr/>
          <p:nvPr/>
        </p:nvSpPr>
        <p:spPr>
          <a:xfrm>
            <a:off x="7990296" y="4774149"/>
            <a:ext cx="2501951" cy="33297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标题文字添加</a:t>
            </a:r>
          </a:p>
        </p:txBody>
      </p:sp>
      <p:sp>
        <p:nvSpPr>
          <p:cNvPr id="13" name="矩形 12">
            <a:extLst>
              <a:ext uri="{FF2B5EF4-FFF2-40B4-BE49-F238E27FC236}">
                <a16:creationId xmlns:a16="http://schemas.microsoft.com/office/drawing/2014/main" id="{8FA8072F-034D-587F-A8D6-95F3EFE5B0C8}"/>
              </a:ext>
            </a:extLst>
          </p:cNvPr>
          <p:cNvSpPr/>
          <p:nvPr/>
        </p:nvSpPr>
        <p:spPr>
          <a:xfrm>
            <a:off x="1699196" y="1680940"/>
            <a:ext cx="2501951" cy="332976"/>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标题文字添加</a:t>
            </a:r>
          </a:p>
        </p:txBody>
      </p:sp>
      <p:sp>
        <p:nvSpPr>
          <p:cNvPr id="14" name="文本框 13">
            <a:extLst>
              <a:ext uri="{FF2B5EF4-FFF2-40B4-BE49-F238E27FC236}">
                <a16:creationId xmlns:a16="http://schemas.microsoft.com/office/drawing/2014/main" id="{AE6BAD70-FB71-4744-76D4-17CE7BCA16D0}"/>
              </a:ext>
            </a:extLst>
          </p:cNvPr>
          <p:cNvSpPr txBox="1"/>
          <p:nvPr/>
        </p:nvSpPr>
        <p:spPr>
          <a:xfrm>
            <a:off x="1235671" y="2011597"/>
            <a:ext cx="2965476" cy="552972"/>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点击输入简要文字内容，文字内容需概括精炼，言简意赅的说明分项内容点击输入</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矩形 14">
            <a:extLst>
              <a:ext uri="{FF2B5EF4-FFF2-40B4-BE49-F238E27FC236}">
                <a16:creationId xmlns:a16="http://schemas.microsoft.com/office/drawing/2014/main" id="{57650AA3-E8F5-2147-7F13-2CCEBEC41ED1}"/>
              </a:ext>
            </a:extLst>
          </p:cNvPr>
          <p:cNvSpPr/>
          <p:nvPr/>
        </p:nvSpPr>
        <p:spPr>
          <a:xfrm>
            <a:off x="1699196" y="4774149"/>
            <a:ext cx="2501951" cy="332976"/>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标题文字添加</a:t>
            </a:r>
          </a:p>
        </p:txBody>
      </p:sp>
      <p:sp>
        <p:nvSpPr>
          <p:cNvPr id="16" name="矩形 15">
            <a:extLst>
              <a:ext uri="{FF2B5EF4-FFF2-40B4-BE49-F238E27FC236}">
                <a16:creationId xmlns:a16="http://schemas.microsoft.com/office/drawing/2014/main" id="{091ED4E6-F46E-E2F9-29EC-AAD580D4FBAC}"/>
              </a:ext>
            </a:extLst>
          </p:cNvPr>
          <p:cNvSpPr/>
          <p:nvPr/>
        </p:nvSpPr>
        <p:spPr>
          <a:xfrm>
            <a:off x="7990296" y="3227545"/>
            <a:ext cx="2501951" cy="33297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标题文字添加</a:t>
            </a:r>
          </a:p>
        </p:txBody>
      </p:sp>
      <p:sp>
        <p:nvSpPr>
          <p:cNvPr id="17" name="矩形 16">
            <a:extLst>
              <a:ext uri="{FF2B5EF4-FFF2-40B4-BE49-F238E27FC236}">
                <a16:creationId xmlns:a16="http://schemas.microsoft.com/office/drawing/2014/main" id="{F3750139-3BD8-A856-9EDA-3B7B92C52673}"/>
              </a:ext>
            </a:extLst>
          </p:cNvPr>
          <p:cNvSpPr/>
          <p:nvPr/>
        </p:nvSpPr>
        <p:spPr>
          <a:xfrm>
            <a:off x="1699196" y="3227545"/>
            <a:ext cx="2501951" cy="332976"/>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标题文字添加</a:t>
            </a:r>
          </a:p>
        </p:txBody>
      </p:sp>
      <p:sp>
        <p:nvSpPr>
          <p:cNvPr id="18" name="文本框 17">
            <a:extLst>
              <a:ext uri="{FF2B5EF4-FFF2-40B4-BE49-F238E27FC236}">
                <a16:creationId xmlns:a16="http://schemas.microsoft.com/office/drawing/2014/main" id="{3CFD8236-F1D8-21C2-A18A-D2D6F349E948}"/>
              </a:ext>
            </a:extLst>
          </p:cNvPr>
          <p:cNvSpPr txBox="1"/>
          <p:nvPr/>
        </p:nvSpPr>
        <p:spPr>
          <a:xfrm>
            <a:off x="1188717" y="3561512"/>
            <a:ext cx="2965476" cy="552972"/>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点击输入简要文字内容，文字内容需概括精炼，言简意赅的说明分项内容点击输入</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文本框 18">
            <a:extLst>
              <a:ext uri="{FF2B5EF4-FFF2-40B4-BE49-F238E27FC236}">
                <a16:creationId xmlns:a16="http://schemas.microsoft.com/office/drawing/2014/main" id="{C02BDCC4-D9C7-C297-1CEB-1E65966AF5F2}"/>
              </a:ext>
            </a:extLst>
          </p:cNvPr>
          <p:cNvSpPr txBox="1"/>
          <p:nvPr/>
        </p:nvSpPr>
        <p:spPr>
          <a:xfrm>
            <a:off x="1235671" y="5104667"/>
            <a:ext cx="2965476" cy="552972"/>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点击输入简要文字内容，文字内容需概括精炼，言简意赅的说明分项内容点击输入</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文本框 19">
            <a:extLst>
              <a:ext uri="{FF2B5EF4-FFF2-40B4-BE49-F238E27FC236}">
                <a16:creationId xmlns:a16="http://schemas.microsoft.com/office/drawing/2014/main" id="{A2AFB098-7F28-D840-3F19-51F7BEDC9DCF}"/>
              </a:ext>
            </a:extLst>
          </p:cNvPr>
          <p:cNvSpPr txBox="1"/>
          <p:nvPr/>
        </p:nvSpPr>
        <p:spPr>
          <a:xfrm>
            <a:off x="7952723" y="1993765"/>
            <a:ext cx="2965476" cy="552972"/>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点击输入简要文字内容，文字内容需概括精炼，言简意赅的说明分项内容点击输入</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文本框 20">
            <a:extLst>
              <a:ext uri="{FF2B5EF4-FFF2-40B4-BE49-F238E27FC236}">
                <a16:creationId xmlns:a16="http://schemas.microsoft.com/office/drawing/2014/main" id="{D601B3AD-05A8-0E82-57EC-CD05B1E9767A}"/>
              </a:ext>
            </a:extLst>
          </p:cNvPr>
          <p:cNvSpPr txBox="1"/>
          <p:nvPr/>
        </p:nvSpPr>
        <p:spPr>
          <a:xfrm>
            <a:off x="7913239" y="3529910"/>
            <a:ext cx="2965476" cy="552972"/>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点击输入简要文字内容，文字内容需概括精炼，言简意赅的说明分项内容点击输入</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文本框 21">
            <a:extLst>
              <a:ext uri="{FF2B5EF4-FFF2-40B4-BE49-F238E27FC236}">
                <a16:creationId xmlns:a16="http://schemas.microsoft.com/office/drawing/2014/main" id="{C96CA98D-BD92-7F8D-205B-5EF14CED681D}"/>
              </a:ext>
            </a:extLst>
          </p:cNvPr>
          <p:cNvSpPr txBox="1"/>
          <p:nvPr/>
        </p:nvSpPr>
        <p:spPr>
          <a:xfrm>
            <a:off x="7959033" y="5104667"/>
            <a:ext cx="2965476" cy="552972"/>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rPr>
              <a:t>点击输入简要文字内容，文字内容需概括精炼，言简意赅的说明分项内容点击输入</a:t>
            </a:r>
            <a:endParaRPr lang="en-US" altLang="zh-CN" sz="1200" dirty="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A7DE4DCE-3EA5-9E2B-F9E3-6C851B039253}"/>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81616987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dissolve">
                                      <p:cBhvr>
                                        <p:cTn id="40" dur="500"/>
                                        <p:tgtEl>
                                          <p:spTgt spid="1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dissolve">
                                      <p:cBhvr>
                                        <p:cTn id="46" dur="500"/>
                                        <p:tgtEl>
                                          <p:spTgt spid="1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dissolve">
                                      <p:cBhvr>
                                        <p:cTn id="49" dur="500"/>
                                        <p:tgtEl>
                                          <p:spTgt spid="1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dissolve">
                                      <p:cBhvr>
                                        <p:cTn id="52" dur="500"/>
                                        <p:tgtEl>
                                          <p:spTgt spid="2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dissolve">
                                      <p:cBhvr>
                                        <p:cTn id="55" dur="500"/>
                                        <p:tgtEl>
                                          <p:spTgt spid="2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dissolve">
                                      <p:cBhvr>
                                        <p:cTn id="5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6DC27E2-8940-BA04-F525-79E11E931224}"/>
              </a:ext>
            </a:extLst>
          </p:cNvPr>
          <p:cNvGrpSpPr/>
          <p:nvPr/>
        </p:nvGrpSpPr>
        <p:grpSpPr>
          <a:xfrm>
            <a:off x="0" y="0"/>
            <a:ext cx="12192000" cy="6858000"/>
            <a:chOff x="0" y="0"/>
            <a:chExt cx="12192000" cy="6858000"/>
          </a:xfrm>
        </p:grpSpPr>
        <p:pic>
          <p:nvPicPr>
            <p:cNvPr id="3" name="图片 2">
              <a:extLst>
                <a:ext uri="{FF2B5EF4-FFF2-40B4-BE49-F238E27FC236}">
                  <a16:creationId xmlns:a16="http://schemas.microsoft.com/office/drawing/2014/main" id="{CFAF5EFA-D487-B338-2979-302C0BD105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图片 4">
              <a:extLst>
                <a:ext uri="{FF2B5EF4-FFF2-40B4-BE49-F238E27FC236}">
                  <a16:creationId xmlns:a16="http://schemas.microsoft.com/office/drawing/2014/main" id="{BD0F10D5-C519-7698-3CF3-65930EBC761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9001" y="0"/>
              <a:ext cx="11302999" cy="6858000"/>
            </a:xfrm>
            <a:prstGeom prst="rect">
              <a:avLst/>
            </a:prstGeom>
          </p:spPr>
        </p:pic>
      </p:grpSp>
      <p:grpSp>
        <p:nvGrpSpPr>
          <p:cNvPr id="7" name="组合 6">
            <a:extLst>
              <a:ext uri="{FF2B5EF4-FFF2-40B4-BE49-F238E27FC236}">
                <a16:creationId xmlns:a16="http://schemas.microsoft.com/office/drawing/2014/main" id="{A54EBD13-1B94-4781-10EF-43F5F498C357}"/>
              </a:ext>
            </a:extLst>
          </p:cNvPr>
          <p:cNvGrpSpPr/>
          <p:nvPr/>
        </p:nvGrpSpPr>
        <p:grpSpPr>
          <a:xfrm>
            <a:off x="522960" y="447886"/>
            <a:ext cx="1992885" cy="691788"/>
            <a:chOff x="5140960" y="527412"/>
            <a:chExt cx="1992885" cy="691788"/>
          </a:xfrm>
        </p:grpSpPr>
        <p:sp>
          <p:nvSpPr>
            <p:cNvPr id="8" name="空心弧 7">
              <a:extLst>
                <a:ext uri="{FF2B5EF4-FFF2-40B4-BE49-F238E27FC236}">
                  <a16:creationId xmlns:a16="http://schemas.microsoft.com/office/drawing/2014/main" id="{9463860F-628B-969C-8E23-5711508C8914}"/>
                </a:ext>
              </a:extLst>
            </p:cNvPr>
            <p:cNvSpPr/>
            <p:nvPr/>
          </p:nvSpPr>
          <p:spPr>
            <a:xfrm>
              <a:off x="5140960" y="670560"/>
              <a:ext cx="548640" cy="548640"/>
            </a:xfrm>
            <a:prstGeom prst="blockArc">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9" name="空心弧 8">
              <a:extLst>
                <a:ext uri="{FF2B5EF4-FFF2-40B4-BE49-F238E27FC236}">
                  <a16:creationId xmlns:a16="http://schemas.microsoft.com/office/drawing/2014/main" id="{DCC0FB9C-AB4B-AA0C-A904-311FEA23CF2C}"/>
                </a:ext>
              </a:extLst>
            </p:cNvPr>
            <p:cNvSpPr/>
            <p:nvPr/>
          </p:nvSpPr>
          <p:spPr>
            <a:xfrm rot="10800000">
              <a:off x="5344160" y="581221"/>
              <a:ext cx="548640" cy="548640"/>
            </a:xfrm>
            <a:prstGeom prst="blockArc">
              <a:avLst/>
            </a:prstGeom>
            <a:solidFill>
              <a:srgbClr val="048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文本框 9">
              <a:extLst>
                <a:ext uri="{FF2B5EF4-FFF2-40B4-BE49-F238E27FC236}">
                  <a16:creationId xmlns:a16="http://schemas.microsoft.com/office/drawing/2014/main" id="{552CD1F5-62FB-6BDF-4987-884B5C3F7BE1}"/>
                </a:ext>
              </a:extLst>
            </p:cNvPr>
            <p:cNvSpPr txBox="1"/>
            <p:nvPr/>
          </p:nvSpPr>
          <p:spPr>
            <a:xfrm>
              <a:off x="5892800" y="527412"/>
              <a:ext cx="1241045" cy="523220"/>
            </a:xfrm>
            <a:prstGeom prst="rect">
              <a:avLst/>
            </a:prstGeom>
            <a:noFill/>
          </p:spPr>
          <p:txBody>
            <a:bodyPr wrap="none" rtlCol="0">
              <a:spAutoFit/>
            </a:bodyPr>
            <a:lstStyle/>
            <a:p>
              <a:r>
                <a:rPr kumimoji="1" lang="en-US" altLang="zh-CN" sz="2800" b="1" dirty="0">
                  <a:solidFill>
                    <a:srgbClr val="2C3139"/>
                  </a:solidFill>
                  <a:ea typeface="+mj-ea"/>
                </a:rPr>
                <a:t>LOGO</a:t>
              </a:r>
              <a:endParaRPr kumimoji="1" lang="zh-CN" altLang="en-US" sz="2800" b="1" dirty="0">
                <a:solidFill>
                  <a:srgbClr val="2C3139"/>
                </a:solidFill>
                <a:ea typeface="+mj-ea"/>
              </a:endParaRPr>
            </a:p>
          </p:txBody>
        </p:sp>
        <p:sp>
          <p:nvSpPr>
            <p:cNvPr id="11" name="文本框 10">
              <a:extLst>
                <a:ext uri="{FF2B5EF4-FFF2-40B4-BE49-F238E27FC236}">
                  <a16:creationId xmlns:a16="http://schemas.microsoft.com/office/drawing/2014/main" id="{9B111029-0403-2AE2-0F64-0664E98AEBE9}"/>
                </a:ext>
              </a:extLst>
            </p:cNvPr>
            <p:cNvSpPr txBox="1"/>
            <p:nvPr/>
          </p:nvSpPr>
          <p:spPr>
            <a:xfrm>
              <a:off x="5912838" y="951887"/>
              <a:ext cx="1200969" cy="215444"/>
            </a:xfrm>
            <a:prstGeom prst="rect">
              <a:avLst/>
            </a:prstGeom>
            <a:noFill/>
          </p:spPr>
          <p:txBody>
            <a:bodyPr wrap="square" rtlCol="0">
              <a:spAutoFit/>
            </a:bodyPr>
            <a:lstStyle/>
            <a:p>
              <a:pPr algn="dist"/>
              <a:r>
                <a:rPr kumimoji="1" lang="en-US" altLang="zh-CN" sz="800" dirty="0">
                  <a:solidFill>
                    <a:srgbClr val="2C3139"/>
                  </a:solidFill>
                  <a:ea typeface="+mj-ea"/>
                </a:rPr>
                <a:t>COMPANY</a:t>
              </a:r>
              <a:r>
                <a:rPr kumimoji="1" lang="zh-CN" altLang="en-US" sz="800" dirty="0">
                  <a:solidFill>
                    <a:srgbClr val="2C3139"/>
                  </a:solidFill>
                  <a:ea typeface="+mj-ea"/>
                </a:rPr>
                <a:t> </a:t>
              </a:r>
              <a:r>
                <a:rPr kumimoji="1" lang="en-US" altLang="zh-CN" sz="800" dirty="0">
                  <a:solidFill>
                    <a:srgbClr val="2C3139"/>
                  </a:solidFill>
                  <a:ea typeface="+mj-ea"/>
                </a:rPr>
                <a:t>SLOGAN</a:t>
              </a:r>
              <a:endParaRPr kumimoji="1" lang="zh-CN" altLang="en-US" sz="800" dirty="0">
                <a:solidFill>
                  <a:srgbClr val="2C3139"/>
                </a:solidFill>
                <a:ea typeface="+mj-ea"/>
              </a:endParaRPr>
            </a:p>
          </p:txBody>
        </p:sp>
      </p:grpSp>
      <p:sp>
        <p:nvSpPr>
          <p:cNvPr id="2" name="文本框 1">
            <a:extLst>
              <a:ext uri="{FF2B5EF4-FFF2-40B4-BE49-F238E27FC236}">
                <a16:creationId xmlns:a16="http://schemas.microsoft.com/office/drawing/2014/main" id="{D12E2B83-4F13-EFE8-6DCB-57BABA14F397}"/>
              </a:ext>
            </a:extLst>
          </p:cNvPr>
          <p:cNvSpPr txBox="1"/>
          <p:nvPr/>
        </p:nvSpPr>
        <p:spPr>
          <a:xfrm>
            <a:off x="1546691" y="2783756"/>
            <a:ext cx="5367221" cy="923330"/>
          </a:xfrm>
          <a:prstGeom prst="rect">
            <a:avLst/>
          </a:prstGeom>
          <a:noFill/>
        </p:spPr>
        <p:txBody>
          <a:bodyPr wrap="square" rtlCol="0">
            <a:spAutoFit/>
          </a:bodyPr>
          <a:lstStyle/>
          <a:p>
            <a:pPr>
              <a:buSzPct val="25000"/>
            </a:pPr>
            <a:r>
              <a:rPr lang="zh-CN" altLang="en-US" sz="5400" b="1" dirty="0">
                <a:latin typeface="思源黑体 CN Heavy" panose="020B0A00000000000000" pitchFamily="34" charset="-122"/>
                <a:ea typeface="思源黑体 CN Heavy" panose="020B0A00000000000000" pitchFamily="34" charset="-122"/>
                <a:sym typeface="Arial" panose="020B0604020202020204" pitchFamily="34" charset="0"/>
              </a:rPr>
              <a:t>下半年工作计划</a:t>
            </a:r>
          </a:p>
        </p:txBody>
      </p:sp>
      <p:sp>
        <p:nvSpPr>
          <p:cNvPr id="4" name="矩形: 圆角 3">
            <a:extLst>
              <a:ext uri="{FF2B5EF4-FFF2-40B4-BE49-F238E27FC236}">
                <a16:creationId xmlns:a16="http://schemas.microsoft.com/office/drawing/2014/main" id="{49FF9C21-50B4-FDF1-AF17-8D3901447388}"/>
              </a:ext>
            </a:extLst>
          </p:cNvPr>
          <p:cNvSpPr/>
          <p:nvPr/>
        </p:nvSpPr>
        <p:spPr>
          <a:xfrm>
            <a:off x="1650647" y="4640381"/>
            <a:ext cx="1649463" cy="396000"/>
          </a:xfrm>
          <a:prstGeom prst="roundRect">
            <a:avLst>
              <a:gd name="adj" fmla="val 50000"/>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00" dirty="0"/>
              <a:t>MORE  &gt;&gt;&gt;</a:t>
            </a:r>
            <a:endParaRPr lang="zh-CN" altLang="en-US" sz="1300" dirty="0"/>
          </a:p>
        </p:txBody>
      </p:sp>
      <p:sp>
        <p:nvSpPr>
          <p:cNvPr id="13" name="文本框 12">
            <a:extLst>
              <a:ext uri="{FF2B5EF4-FFF2-40B4-BE49-F238E27FC236}">
                <a16:creationId xmlns:a16="http://schemas.microsoft.com/office/drawing/2014/main" id="{3CD3EE6E-3B39-25E6-F267-1E453E0FC768}"/>
              </a:ext>
            </a:extLst>
          </p:cNvPr>
          <p:cNvSpPr txBox="1"/>
          <p:nvPr/>
        </p:nvSpPr>
        <p:spPr>
          <a:xfrm>
            <a:off x="1562276" y="2083682"/>
            <a:ext cx="3453070" cy="769441"/>
          </a:xfrm>
          <a:prstGeom prst="rect">
            <a:avLst/>
          </a:prstGeom>
          <a:noFill/>
        </p:spPr>
        <p:txBody>
          <a:bodyPr wrap="square" rtlCol="0">
            <a:spAutoFit/>
          </a:bodyPr>
          <a:lstStyle/>
          <a:p>
            <a:r>
              <a:rPr kumimoji="1" lang="en-US" altLang="zh-CN" sz="4400" b="1" dirty="0">
                <a:solidFill>
                  <a:srgbClr val="0485A8"/>
                </a:solidFill>
                <a:ea typeface="+mj-ea"/>
              </a:rPr>
              <a:t>PART  04</a:t>
            </a:r>
            <a:endParaRPr kumimoji="1" lang="zh-CN" altLang="en-US" sz="4400" b="1" dirty="0">
              <a:solidFill>
                <a:srgbClr val="0485A8"/>
              </a:solidFill>
              <a:ea typeface="+mj-ea"/>
            </a:endParaRPr>
          </a:p>
        </p:txBody>
      </p:sp>
      <p:sp>
        <p:nvSpPr>
          <p:cNvPr id="14" name="文本框 13">
            <a:extLst>
              <a:ext uri="{FF2B5EF4-FFF2-40B4-BE49-F238E27FC236}">
                <a16:creationId xmlns:a16="http://schemas.microsoft.com/office/drawing/2014/main" id="{B6E4E590-CB0D-92F5-6632-3B47BB607345}"/>
              </a:ext>
            </a:extLst>
          </p:cNvPr>
          <p:cNvSpPr txBox="1"/>
          <p:nvPr/>
        </p:nvSpPr>
        <p:spPr>
          <a:xfrm>
            <a:off x="1562277" y="3660347"/>
            <a:ext cx="5351633" cy="568810"/>
          </a:xfrm>
          <a:prstGeom prst="rect">
            <a:avLst/>
          </a:prstGeom>
          <a:noFill/>
        </p:spPr>
        <p:txBody>
          <a:bodyPr wrap="square" rtlCol="0">
            <a:spAutoFit/>
          </a:bodyPr>
          <a:lstStyle/>
          <a:p>
            <a:pPr>
              <a:lnSpc>
                <a:spcPct val="150000"/>
              </a:lnSpc>
            </a:pPr>
            <a:r>
              <a:rPr kumimoji="1" lang="en" altLang="zh-CN" sz="1100" spc="100" dirty="0">
                <a:solidFill>
                  <a:schemeClr val="tx1">
                    <a:lumMod val="50000"/>
                    <a:lumOff val="50000"/>
                  </a:schemeClr>
                </a:solidFill>
              </a:rPr>
              <a:t>your content is entered here, or by copying your text, select paste in this box and choose to retain only text. </a:t>
            </a:r>
          </a:p>
        </p:txBody>
      </p:sp>
    </p:spTree>
    <p:extLst>
      <p:ext uri="{BB962C8B-B14F-4D97-AF65-F5344CB8AC3E}">
        <p14:creationId xmlns:p14="http://schemas.microsoft.com/office/powerpoint/2010/main" val="2823382238"/>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checkerboard(across)">
                                      <p:cBhvr>
                                        <p:cTn id="15" dur="500"/>
                                        <p:tgtEl>
                                          <p:spTgt spid="13"/>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checkerboard(across)">
                                      <p:cBhvr>
                                        <p:cTn id="19" dur="500"/>
                                        <p:tgtEl>
                                          <p:spTgt spid="14"/>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95747FD-7D40-8090-2398-AD30DC00318D}"/>
              </a:ext>
            </a:extLst>
          </p:cNvPr>
          <p:cNvSpPr txBox="1"/>
          <p:nvPr/>
        </p:nvSpPr>
        <p:spPr>
          <a:xfrm>
            <a:off x="5321203" y="2880359"/>
            <a:ext cx="1394136" cy="374571"/>
          </a:xfrm>
          <a:prstGeom prst="roundRect">
            <a:avLst/>
          </a:prstGeom>
          <a:solidFill>
            <a:srgbClr val="0485A8"/>
          </a:solidFill>
        </p:spPr>
        <p:txBody>
          <a:bodyPr wrap="none" rtlCol="0">
            <a:spAutoFit/>
          </a:bodyPr>
          <a:lstStyle/>
          <a:p>
            <a:r>
              <a:rPr kumimoji="1" lang="en-US" altLang="zh-CN"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TITLE</a:t>
            </a:r>
            <a:r>
              <a:rPr kumimoji="1" lang="zh-CN" altLang="en-US"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HERE</a:t>
            </a:r>
            <a:endParaRPr kumimoji="1" lang="zh-CN" altLang="en-US"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a:extLst>
              <a:ext uri="{FF2B5EF4-FFF2-40B4-BE49-F238E27FC236}">
                <a16:creationId xmlns:a16="http://schemas.microsoft.com/office/drawing/2014/main" id="{D41D81CD-4BC2-F5B2-EF7B-2464B1E2F088}"/>
              </a:ext>
            </a:extLst>
          </p:cNvPr>
          <p:cNvSpPr txBox="1"/>
          <p:nvPr/>
        </p:nvSpPr>
        <p:spPr>
          <a:xfrm>
            <a:off x="5270963" y="3279317"/>
            <a:ext cx="2822937" cy="793038"/>
          </a:xfrm>
          <a:prstGeom prst="rect">
            <a:avLst/>
          </a:prstGeom>
          <a:noFill/>
        </p:spPr>
        <p:txBody>
          <a:bodyPr wrap="square" rtlCol="0">
            <a:spAutoFit/>
          </a:bodyPr>
          <a:lstStyle/>
          <a:p>
            <a:pPr>
              <a:lnSpc>
                <a:spcPct val="130000"/>
              </a:lnSpc>
            </a:pP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 altLang="zh-CN"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 altLang="zh-CN"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p>
        </p:txBody>
      </p:sp>
      <p:sp>
        <p:nvSpPr>
          <p:cNvPr id="6" name="文本框 5">
            <a:extLst>
              <a:ext uri="{FF2B5EF4-FFF2-40B4-BE49-F238E27FC236}">
                <a16:creationId xmlns:a16="http://schemas.microsoft.com/office/drawing/2014/main" id="{E4D520DA-E21D-331A-3935-F440D841F69C}"/>
              </a:ext>
            </a:extLst>
          </p:cNvPr>
          <p:cNvSpPr txBox="1"/>
          <p:nvPr/>
        </p:nvSpPr>
        <p:spPr>
          <a:xfrm>
            <a:off x="8556511" y="2880359"/>
            <a:ext cx="1394136" cy="374571"/>
          </a:xfrm>
          <a:prstGeom prst="roundRect">
            <a:avLst/>
          </a:prstGeom>
          <a:solidFill>
            <a:srgbClr val="79C9E2"/>
          </a:solidFill>
        </p:spPr>
        <p:txBody>
          <a:bodyPr wrap="none" rtlCol="0">
            <a:spAutoFit/>
          </a:bodyPr>
          <a:lstStyle/>
          <a:p>
            <a:r>
              <a:rPr kumimoji="1" lang="en-US" altLang="zh-CN"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TITLE</a:t>
            </a:r>
            <a:r>
              <a:rPr kumimoji="1" lang="zh-CN" altLang="en-US"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HERE</a:t>
            </a:r>
            <a:endParaRPr kumimoji="1" lang="zh-CN" altLang="en-US"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7" name="文本框 6">
            <a:extLst>
              <a:ext uri="{FF2B5EF4-FFF2-40B4-BE49-F238E27FC236}">
                <a16:creationId xmlns:a16="http://schemas.microsoft.com/office/drawing/2014/main" id="{CB23DAEF-32BA-DFA4-F17A-940446A17E84}"/>
              </a:ext>
            </a:extLst>
          </p:cNvPr>
          <p:cNvSpPr txBox="1"/>
          <p:nvPr/>
        </p:nvSpPr>
        <p:spPr>
          <a:xfrm>
            <a:off x="8506271" y="3279317"/>
            <a:ext cx="2822937" cy="793038"/>
          </a:xfrm>
          <a:prstGeom prst="rect">
            <a:avLst/>
          </a:prstGeom>
          <a:noFill/>
        </p:spPr>
        <p:txBody>
          <a:bodyPr wrap="square" rtlCol="0">
            <a:spAutoFit/>
          </a:bodyPr>
          <a:lstStyle/>
          <a:p>
            <a:pPr>
              <a:lnSpc>
                <a:spcPct val="130000"/>
              </a:lnSpc>
            </a:pP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 altLang="zh-CN"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 altLang="zh-CN"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p>
        </p:txBody>
      </p:sp>
      <p:sp>
        <p:nvSpPr>
          <p:cNvPr id="8" name="文本框 7">
            <a:extLst>
              <a:ext uri="{FF2B5EF4-FFF2-40B4-BE49-F238E27FC236}">
                <a16:creationId xmlns:a16="http://schemas.microsoft.com/office/drawing/2014/main" id="{21824CD2-3641-91AF-2B9D-C459A39D6597}"/>
              </a:ext>
            </a:extLst>
          </p:cNvPr>
          <p:cNvSpPr txBox="1"/>
          <p:nvPr/>
        </p:nvSpPr>
        <p:spPr>
          <a:xfrm>
            <a:off x="8556511" y="4384317"/>
            <a:ext cx="1394136" cy="374571"/>
          </a:xfrm>
          <a:prstGeom prst="roundRect">
            <a:avLst/>
          </a:prstGeom>
          <a:solidFill>
            <a:srgbClr val="0485A8"/>
          </a:solidFill>
        </p:spPr>
        <p:txBody>
          <a:bodyPr wrap="none" rtlCol="0">
            <a:spAutoFit/>
          </a:bodyPr>
          <a:lstStyle/>
          <a:p>
            <a:r>
              <a:rPr kumimoji="1" lang="en-US" altLang="zh-CN"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TITLE</a:t>
            </a:r>
            <a:r>
              <a:rPr kumimoji="1" lang="zh-CN" altLang="en-US"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HERE</a:t>
            </a:r>
            <a:endParaRPr kumimoji="1" lang="zh-CN" altLang="en-US"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a:extLst>
              <a:ext uri="{FF2B5EF4-FFF2-40B4-BE49-F238E27FC236}">
                <a16:creationId xmlns:a16="http://schemas.microsoft.com/office/drawing/2014/main" id="{B35A335E-A008-0211-C2EE-8DB464E49D4E}"/>
              </a:ext>
            </a:extLst>
          </p:cNvPr>
          <p:cNvSpPr txBox="1"/>
          <p:nvPr/>
        </p:nvSpPr>
        <p:spPr>
          <a:xfrm>
            <a:off x="8506271" y="4783275"/>
            <a:ext cx="2822937" cy="793038"/>
          </a:xfrm>
          <a:prstGeom prst="rect">
            <a:avLst/>
          </a:prstGeom>
          <a:noFill/>
        </p:spPr>
        <p:txBody>
          <a:bodyPr wrap="square" rtlCol="0">
            <a:spAutoFit/>
          </a:bodyPr>
          <a:lstStyle/>
          <a:p>
            <a:pPr>
              <a:lnSpc>
                <a:spcPct val="130000"/>
              </a:lnSpc>
            </a:pP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 altLang="zh-CN"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 altLang="zh-CN"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p>
        </p:txBody>
      </p:sp>
      <p:sp>
        <p:nvSpPr>
          <p:cNvPr id="10" name="文本框 9">
            <a:extLst>
              <a:ext uri="{FF2B5EF4-FFF2-40B4-BE49-F238E27FC236}">
                <a16:creationId xmlns:a16="http://schemas.microsoft.com/office/drawing/2014/main" id="{4257AF95-318E-C9BA-6590-1012DEBD65E1}"/>
              </a:ext>
            </a:extLst>
          </p:cNvPr>
          <p:cNvSpPr txBox="1"/>
          <p:nvPr/>
        </p:nvSpPr>
        <p:spPr>
          <a:xfrm>
            <a:off x="854140" y="1724537"/>
            <a:ext cx="3644781" cy="588046"/>
          </a:xfrm>
          <a:prstGeom prst="rect">
            <a:avLst/>
          </a:prstGeom>
          <a:noFill/>
        </p:spPr>
        <p:txBody>
          <a:bodyPr wrap="square" rtlCol="0">
            <a:spAutoFit/>
          </a:bodyPr>
          <a:lstStyle/>
          <a:p>
            <a:pPr>
              <a:lnSpc>
                <a:spcPct val="150000"/>
              </a:lnSpc>
            </a:pPr>
            <a:r>
              <a:rPr kumimoji="1" lang="zh-CN" altLang="en-US" sz="2400" b="1"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请在此输入标题文字内容</a:t>
            </a:r>
          </a:p>
        </p:txBody>
      </p:sp>
      <p:sp>
        <p:nvSpPr>
          <p:cNvPr id="11" name="文本框 10">
            <a:extLst>
              <a:ext uri="{FF2B5EF4-FFF2-40B4-BE49-F238E27FC236}">
                <a16:creationId xmlns:a16="http://schemas.microsoft.com/office/drawing/2014/main" id="{A0F73219-C236-2B6F-AADC-B3D39972EADD}"/>
              </a:ext>
            </a:extLst>
          </p:cNvPr>
          <p:cNvSpPr txBox="1"/>
          <p:nvPr/>
        </p:nvSpPr>
        <p:spPr>
          <a:xfrm>
            <a:off x="854140" y="2333740"/>
            <a:ext cx="2351926" cy="261610"/>
          </a:xfrm>
          <a:prstGeom prst="rect">
            <a:avLst/>
          </a:prstGeom>
          <a:noFill/>
        </p:spPr>
        <p:txBody>
          <a:bodyPr wrap="none" rtlCol="0">
            <a:spAutoFit/>
          </a:bodyPr>
          <a:lstStyle/>
          <a:p>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WORK</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REPORT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rPr>
              <a:t>TEMPLATE</a:t>
            </a:r>
            <a:endPar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1F987628-4B33-317F-0C1A-65E9CD2A8000}"/>
              </a:ext>
            </a:extLst>
          </p:cNvPr>
          <p:cNvSpPr txBox="1"/>
          <p:nvPr/>
        </p:nvSpPr>
        <p:spPr>
          <a:xfrm>
            <a:off x="5321203" y="4384317"/>
            <a:ext cx="1394136" cy="374571"/>
          </a:xfrm>
          <a:prstGeom prst="roundRect">
            <a:avLst/>
          </a:prstGeom>
          <a:solidFill>
            <a:srgbClr val="79C9E2"/>
          </a:solidFill>
        </p:spPr>
        <p:txBody>
          <a:bodyPr wrap="none" rtlCol="0">
            <a:spAutoFit/>
          </a:bodyPr>
          <a:lstStyle/>
          <a:p>
            <a:r>
              <a:rPr kumimoji="1" lang="en-US" altLang="zh-CN"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TITLE</a:t>
            </a:r>
            <a:r>
              <a:rPr kumimoji="1" lang="zh-CN" altLang="en-US"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HERE</a:t>
            </a:r>
            <a:endParaRPr kumimoji="1" lang="zh-CN" altLang="en-US" sz="16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文本框 12">
            <a:extLst>
              <a:ext uri="{FF2B5EF4-FFF2-40B4-BE49-F238E27FC236}">
                <a16:creationId xmlns:a16="http://schemas.microsoft.com/office/drawing/2014/main" id="{E31668BF-0AB0-B032-87E6-D6885692738F}"/>
              </a:ext>
            </a:extLst>
          </p:cNvPr>
          <p:cNvSpPr txBox="1"/>
          <p:nvPr/>
        </p:nvSpPr>
        <p:spPr>
          <a:xfrm>
            <a:off x="5270963" y="4783275"/>
            <a:ext cx="2822937" cy="793038"/>
          </a:xfrm>
          <a:prstGeom prst="rect">
            <a:avLst/>
          </a:prstGeom>
          <a:noFill/>
        </p:spPr>
        <p:txBody>
          <a:bodyPr wrap="square" rtlCol="0">
            <a:spAutoFit/>
          </a:bodyPr>
          <a:lstStyle/>
          <a:p>
            <a:pPr>
              <a:lnSpc>
                <a:spcPct val="130000"/>
              </a:lnSpc>
            </a:pP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 altLang="zh-CN"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 altLang="zh-CN"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2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p>
        </p:txBody>
      </p:sp>
      <p:sp>
        <p:nvSpPr>
          <p:cNvPr id="14" name="圆角矩形 13">
            <a:extLst>
              <a:ext uri="{FF2B5EF4-FFF2-40B4-BE49-F238E27FC236}">
                <a16:creationId xmlns:a16="http://schemas.microsoft.com/office/drawing/2014/main" id="{44CA8D07-666C-A371-D8C4-2C5EFA0CB24B}"/>
              </a:ext>
            </a:extLst>
          </p:cNvPr>
          <p:cNvSpPr/>
          <p:nvPr/>
        </p:nvSpPr>
        <p:spPr>
          <a:xfrm>
            <a:off x="951415" y="2934121"/>
            <a:ext cx="3822970" cy="2402732"/>
          </a:xfrm>
          <a:prstGeom prst="roundRect">
            <a:avLst>
              <a:gd name="adj" fmla="val 3703"/>
            </a:avLst>
          </a:prstGeom>
          <a:blipFill>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E064074F-F57C-FF3B-DC13-A18866EFFCB5}"/>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198981953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p:bldP spid="12" grpId="0" animBg="1"/>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
            <a:extLst>
              <a:ext uri="{FF2B5EF4-FFF2-40B4-BE49-F238E27FC236}">
                <a16:creationId xmlns:a16="http://schemas.microsoft.com/office/drawing/2014/main" id="{EDDB5672-AE31-56BC-E2E1-9E81D96D8CF2}"/>
              </a:ext>
            </a:extLst>
          </p:cNvPr>
          <p:cNvSpPr>
            <a:spLocks noChangeArrowheads="1"/>
          </p:cNvSpPr>
          <p:nvPr/>
        </p:nvSpPr>
        <p:spPr bwMode="auto">
          <a:xfrm>
            <a:off x="4198307" y="4674794"/>
            <a:ext cx="11336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gn="ctr" defTabSz="1219017">
              <a:buClr>
                <a:schemeClr val="bg1">
                  <a:lumMod val="65000"/>
                </a:schemeClr>
              </a:buClr>
              <a:buFont typeface="Wingdings" pitchFamily="2" charset="2"/>
              <a:buChar char="n"/>
            </a:pPr>
            <a:r>
              <a:rPr lang="en-US" altLang="zh-CN" sz="2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2023</a:t>
            </a:r>
            <a:endParaRPr lang="zh-CN" altLang="en-US" sz="2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5" name="矩形 9">
            <a:extLst>
              <a:ext uri="{FF2B5EF4-FFF2-40B4-BE49-F238E27FC236}">
                <a16:creationId xmlns:a16="http://schemas.microsoft.com/office/drawing/2014/main" id="{9C98D6F4-3158-F9AA-A243-6DF14FE6E4D2}"/>
              </a:ext>
            </a:extLst>
          </p:cNvPr>
          <p:cNvSpPr>
            <a:spLocks noChangeArrowheads="1"/>
          </p:cNvSpPr>
          <p:nvPr/>
        </p:nvSpPr>
        <p:spPr bwMode="auto">
          <a:xfrm>
            <a:off x="5488639" y="3654981"/>
            <a:ext cx="11336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gn="ctr" defTabSz="1219017" latinLnBrk="1">
              <a:buClr>
                <a:schemeClr val="bg1">
                  <a:lumMod val="65000"/>
                </a:schemeClr>
              </a:buClr>
              <a:buSzPct val="70000"/>
              <a:buFont typeface="Wingdings" pitchFamily="2" charset="2"/>
              <a:buChar char="n"/>
            </a:pPr>
            <a:r>
              <a:rPr lang="en-US" altLang="zh-CN" sz="2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2024</a:t>
            </a:r>
            <a:endParaRPr lang="zh-CN" altLang="en-US" sz="2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6" name="矩形 10">
            <a:extLst>
              <a:ext uri="{FF2B5EF4-FFF2-40B4-BE49-F238E27FC236}">
                <a16:creationId xmlns:a16="http://schemas.microsoft.com/office/drawing/2014/main" id="{D104776D-29C1-FD29-C740-45486E85649B}"/>
              </a:ext>
            </a:extLst>
          </p:cNvPr>
          <p:cNvSpPr>
            <a:spLocks noChangeArrowheads="1"/>
          </p:cNvSpPr>
          <p:nvPr/>
        </p:nvSpPr>
        <p:spPr bwMode="auto">
          <a:xfrm>
            <a:off x="6759196" y="2655808"/>
            <a:ext cx="11336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gn="ctr" defTabSz="1219017" latinLnBrk="1">
              <a:buClr>
                <a:schemeClr val="bg1">
                  <a:lumMod val="65000"/>
                </a:schemeClr>
              </a:buClr>
              <a:buSzPct val="70000"/>
              <a:buFont typeface="Wingdings" pitchFamily="2" charset="2"/>
              <a:buChar char="n"/>
            </a:pPr>
            <a:r>
              <a:rPr lang="en-US" altLang="zh-CN" sz="2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2025</a:t>
            </a:r>
            <a:endParaRPr lang="zh-CN" altLang="en-US" sz="2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7" name="矩形 11">
            <a:extLst>
              <a:ext uri="{FF2B5EF4-FFF2-40B4-BE49-F238E27FC236}">
                <a16:creationId xmlns:a16="http://schemas.microsoft.com/office/drawing/2014/main" id="{96148842-CA64-9815-AD9F-A7D04F460299}"/>
              </a:ext>
            </a:extLst>
          </p:cNvPr>
          <p:cNvSpPr>
            <a:spLocks noChangeArrowheads="1"/>
          </p:cNvSpPr>
          <p:nvPr/>
        </p:nvSpPr>
        <p:spPr bwMode="auto">
          <a:xfrm>
            <a:off x="8054665" y="1677276"/>
            <a:ext cx="11336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gn="ctr" defTabSz="1219017" latinLnBrk="1">
              <a:buClr>
                <a:schemeClr val="bg1">
                  <a:lumMod val="65000"/>
                </a:schemeClr>
              </a:buClr>
              <a:buSzPct val="70000"/>
              <a:buFont typeface="Wingdings" pitchFamily="2" charset="2"/>
              <a:buChar char="n"/>
            </a:pPr>
            <a:r>
              <a:rPr lang="en-US" altLang="zh-CN" sz="2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rPr>
              <a:t>2026</a:t>
            </a:r>
            <a:endParaRPr lang="zh-CN" altLang="en-US" sz="2000" dirty="0">
              <a:solidFill>
                <a:schemeClr val="tx1">
                  <a:lumMod val="65000"/>
                  <a:lumOff val="35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8" name="文本框 7">
            <a:extLst>
              <a:ext uri="{FF2B5EF4-FFF2-40B4-BE49-F238E27FC236}">
                <a16:creationId xmlns:a16="http://schemas.microsoft.com/office/drawing/2014/main" id="{5E036516-F9C6-AC78-F987-B5D1D12945DE}"/>
              </a:ext>
            </a:extLst>
          </p:cNvPr>
          <p:cNvSpPr txBox="1"/>
          <p:nvPr/>
        </p:nvSpPr>
        <p:spPr>
          <a:xfrm>
            <a:off x="8761821" y="2747296"/>
            <a:ext cx="2148905" cy="734625"/>
          </a:xfrm>
          <a:prstGeom prst="rect">
            <a:avLst/>
          </a:prstGeom>
          <a:noFill/>
        </p:spPr>
        <p:txBody>
          <a:bodyPr wrap="square" rtlCol="0">
            <a:spAutoFit/>
          </a:bodyPr>
          <a:lstStyle/>
          <a:p>
            <a:pPr>
              <a:lnSpc>
                <a:spcPct val="130000"/>
              </a:lnSpc>
            </a:pPr>
            <a:r>
              <a:rPr lang="zh-CN" altLang="en-US" sz="11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此处为预设文本，请将内容复制粘贴到这里，字体、字号、颜色皆可根据喜好进行更改</a:t>
            </a:r>
          </a:p>
        </p:txBody>
      </p:sp>
      <p:sp>
        <p:nvSpPr>
          <p:cNvPr id="9" name="文本框 8">
            <a:extLst>
              <a:ext uri="{FF2B5EF4-FFF2-40B4-BE49-F238E27FC236}">
                <a16:creationId xmlns:a16="http://schemas.microsoft.com/office/drawing/2014/main" id="{F6345FFD-F002-A2FB-95D1-F2EFC284F3F8}"/>
              </a:ext>
            </a:extLst>
          </p:cNvPr>
          <p:cNvSpPr txBox="1"/>
          <p:nvPr/>
        </p:nvSpPr>
        <p:spPr>
          <a:xfrm>
            <a:off x="7425548" y="3696178"/>
            <a:ext cx="2148905" cy="734625"/>
          </a:xfrm>
          <a:prstGeom prst="rect">
            <a:avLst/>
          </a:prstGeom>
          <a:noFill/>
        </p:spPr>
        <p:txBody>
          <a:bodyPr wrap="square" rtlCol="0">
            <a:spAutoFit/>
          </a:bodyPr>
          <a:lstStyle/>
          <a:p>
            <a:pPr>
              <a:lnSpc>
                <a:spcPct val="130000"/>
              </a:lnSpc>
            </a:pPr>
            <a:r>
              <a:rPr lang="zh-CN" altLang="en-US" sz="11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此处为预设文本，请将内容复制粘贴到这里，字体、字号、颜色皆可根据喜好进行更改</a:t>
            </a:r>
          </a:p>
        </p:txBody>
      </p:sp>
      <p:sp>
        <p:nvSpPr>
          <p:cNvPr id="10" name="文本框 9">
            <a:extLst>
              <a:ext uri="{FF2B5EF4-FFF2-40B4-BE49-F238E27FC236}">
                <a16:creationId xmlns:a16="http://schemas.microsoft.com/office/drawing/2014/main" id="{3271AA0F-5BFF-2F67-92B8-0487EBD9BFB6}"/>
              </a:ext>
            </a:extLst>
          </p:cNvPr>
          <p:cNvSpPr txBox="1"/>
          <p:nvPr/>
        </p:nvSpPr>
        <p:spPr>
          <a:xfrm>
            <a:off x="6195795" y="4811185"/>
            <a:ext cx="2148905" cy="734625"/>
          </a:xfrm>
          <a:prstGeom prst="rect">
            <a:avLst/>
          </a:prstGeom>
          <a:noFill/>
        </p:spPr>
        <p:txBody>
          <a:bodyPr wrap="square" rtlCol="0">
            <a:spAutoFit/>
          </a:bodyPr>
          <a:lstStyle/>
          <a:p>
            <a:pPr>
              <a:lnSpc>
                <a:spcPct val="130000"/>
              </a:lnSpc>
            </a:pPr>
            <a:r>
              <a:rPr lang="zh-CN" altLang="en-US" sz="11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此处为预设文本，请将内容复制粘贴到这里，字体、字号、颜色皆可根据喜好进行更改</a:t>
            </a:r>
          </a:p>
        </p:txBody>
      </p:sp>
      <p:sp>
        <p:nvSpPr>
          <p:cNvPr id="11" name="文本框 10">
            <a:extLst>
              <a:ext uri="{FF2B5EF4-FFF2-40B4-BE49-F238E27FC236}">
                <a16:creationId xmlns:a16="http://schemas.microsoft.com/office/drawing/2014/main" id="{F14B7A81-EE49-8191-92F1-0256160A9DAC}"/>
              </a:ext>
            </a:extLst>
          </p:cNvPr>
          <p:cNvSpPr txBox="1"/>
          <p:nvPr/>
        </p:nvSpPr>
        <p:spPr>
          <a:xfrm>
            <a:off x="4329119" y="5652397"/>
            <a:ext cx="2148905" cy="734625"/>
          </a:xfrm>
          <a:prstGeom prst="rect">
            <a:avLst/>
          </a:prstGeom>
          <a:noFill/>
        </p:spPr>
        <p:txBody>
          <a:bodyPr wrap="square" rtlCol="0">
            <a:spAutoFit/>
          </a:bodyPr>
          <a:lstStyle/>
          <a:p>
            <a:pPr>
              <a:lnSpc>
                <a:spcPct val="130000"/>
              </a:lnSpc>
            </a:pPr>
            <a:r>
              <a:rPr lang="zh-CN" altLang="en-US" sz="11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此处为预设文本，请将内容复制粘贴到这里，字体、字号、颜色皆可根据喜好进行更改</a:t>
            </a:r>
          </a:p>
        </p:txBody>
      </p:sp>
      <p:sp>
        <p:nvSpPr>
          <p:cNvPr id="12" name="文本框 11">
            <a:extLst>
              <a:ext uri="{FF2B5EF4-FFF2-40B4-BE49-F238E27FC236}">
                <a16:creationId xmlns:a16="http://schemas.microsoft.com/office/drawing/2014/main" id="{EF383514-B3E7-AC3A-39F2-A870AC95B882}"/>
              </a:ext>
            </a:extLst>
          </p:cNvPr>
          <p:cNvSpPr txBox="1"/>
          <p:nvPr/>
        </p:nvSpPr>
        <p:spPr>
          <a:xfrm>
            <a:off x="994608" y="1580981"/>
            <a:ext cx="3000693"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BUSINESS</a:t>
            </a:r>
            <a:r>
              <a:rPr kumimoji="1" lang="zh-CN" altLang="en-US" sz="28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 </a:t>
            </a:r>
            <a:r>
              <a:rPr kumimoji="1" lang="en-US" altLang="zh-CN" sz="28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DATA</a:t>
            </a:r>
            <a:endParaRPr kumimoji="1" lang="zh-CN" altLang="en-US" sz="28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文本框 12">
            <a:extLst>
              <a:ext uri="{FF2B5EF4-FFF2-40B4-BE49-F238E27FC236}">
                <a16:creationId xmlns:a16="http://schemas.microsoft.com/office/drawing/2014/main" id="{C7902A79-5241-A2C7-03DE-D73EC7325E84}"/>
              </a:ext>
            </a:extLst>
          </p:cNvPr>
          <p:cNvSpPr txBox="1"/>
          <p:nvPr/>
        </p:nvSpPr>
        <p:spPr>
          <a:xfrm>
            <a:off x="883797" y="2322883"/>
            <a:ext cx="3583460" cy="2038187"/>
          </a:xfrm>
          <a:prstGeom prst="rect">
            <a:avLst/>
          </a:prstGeom>
          <a:noFill/>
        </p:spPr>
        <p:txBody>
          <a:bodyPr wrap="square" rtlCol="0">
            <a:spAutoFit/>
          </a:bodyPr>
          <a:lstStyle/>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a:p>
            <a:pPr marL="171450" indent="-171450">
              <a:lnSpc>
                <a:spcPct val="130000"/>
              </a:lnSpc>
              <a:buFont typeface="Arial" panose="020B0604020202020204" pitchFamily="34" charset="0"/>
              <a:buChar char="•"/>
            </a:pP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模板，请在此输入您需要的文字内容，感谢您使用我们的</a:t>
            </a:r>
            <a:r>
              <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PPT</a:t>
            </a:r>
            <a:r>
              <a:rPr kumimoji="1" lang="zh-CN" altLang="en-US"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rPr>
              <a:t>模板。</a:t>
            </a:r>
            <a:endParaRPr kumimoji="1" lang="en-US" altLang="zh-CN" sz="1100" dirty="0">
              <a:solidFill>
                <a:schemeClr val="tx1">
                  <a:lumMod val="50000"/>
                  <a:lumOff val="5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4" name="任意形状 13">
            <a:extLst>
              <a:ext uri="{FF2B5EF4-FFF2-40B4-BE49-F238E27FC236}">
                <a16:creationId xmlns:a16="http://schemas.microsoft.com/office/drawing/2014/main" id="{99BD0516-4B0E-0CED-6DFD-4B7F13539327}"/>
              </a:ext>
            </a:extLst>
          </p:cNvPr>
          <p:cNvSpPr/>
          <p:nvPr/>
        </p:nvSpPr>
        <p:spPr>
          <a:xfrm>
            <a:off x="1230547" y="1337223"/>
            <a:ext cx="9858290" cy="4183553"/>
          </a:xfrm>
          <a:custGeom>
            <a:avLst/>
            <a:gdLst>
              <a:gd name="connsiteX0" fmla="*/ 9858290 w 9858290"/>
              <a:gd name="connsiteY0" fmla="*/ 0 h 4183553"/>
              <a:gd name="connsiteX1" fmla="*/ 9750135 w 9858290"/>
              <a:gd name="connsiteY1" fmla="*/ 270452 h 4183553"/>
              <a:gd name="connsiteX2" fmla="*/ 9631163 w 9858290"/>
              <a:gd name="connsiteY2" fmla="*/ 549355 h 4183553"/>
              <a:gd name="connsiteX3" fmla="*/ 9544639 w 9858290"/>
              <a:gd name="connsiteY3" fmla="*/ 481742 h 4183553"/>
              <a:gd name="connsiteX4" fmla="*/ 8636133 w 9858290"/>
              <a:gd name="connsiteY4" fmla="*/ 1200130 h 4183553"/>
              <a:gd name="connsiteX5" fmla="*/ 7359898 w 9858290"/>
              <a:gd name="connsiteY5" fmla="*/ 1200130 h 4183553"/>
              <a:gd name="connsiteX6" fmla="*/ 7359898 w 9858290"/>
              <a:gd name="connsiteY6" fmla="*/ 1850905 h 4183553"/>
              <a:gd name="connsiteX7" fmla="*/ 7359898 w 9858290"/>
              <a:gd name="connsiteY7" fmla="*/ 2197422 h 4183553"/>
              <a:gd name="connsiteX8" fmla="*/ 6916461 w 9858290"/>
              <a:gd name="connsiteY8" fmla="*/ 2197422 h 4183553"/>
              <a:gd name="connsiteX9" fmla="*/ 6083664 w 9858290"/>
              <a:gd name="connsiteY9" fmla="*/ 2197422 h 4183553"/>
              <a:gd name="connsiteX10" fmla="*/ 6083664 w 9858290"/>
              <a:gd name="connsiteY10" fmla="*/ 2848197 h 4183553"/>
              <a:gd name="connsiteX11" fmla="*/ 6083664 w 9858290"/>
              <a:gd name="connsiteY11" fmla="*/ 3194713 h 4183553"/>
              <a:gd name="connsiteX12" fmla="*/ 5640226 w 9858290"/>
              <a:gd name="connsiteY12" fmla="*/ 3194713 h 4183553"/>
              <a:gd name="connsiteX13" fmla="*/ 4807429 w 9858290"/>
              <a:gd name="connsiteY13" fmla="*/ 3194713 h 4183553"/>
              <a:gd name="connsiteX14" fmla="*/ 4807429 w 9858290"/>
              <a:gd name="connsiteY14" fmla="*/ 3845488 h 4183553"/>
              <a:gd name="connsiteX15" fmla="*/ 4807429 w 9858290"/>
              <a:gd name="connsiteY15" fmla="*/ 4183553 h 4183553"/>
              <a:gd name="connsiteX16" fmla="*/ 4363991 w 9858290"/>
              <a:gd name="connsiteY16" fmla="*/ 4183553 h 4183553"/>
              <a:gd name="connsiteX17" fmla="*/ 3236710 w 9858290"/>
              <a:gd name="connsiteY17" fmla="*/ 4183553 h 4183553"/>
              <a:gd name="connsiteX18" fmla="*/ 3098572 w 9858290"/>
              <a:gd name="connsiteY18" fmla="*/ 4183553 h 4183553"/>
              <a:gd name="connsiteX19" fmla="*/ 0 w 9858290"/>
              <a:gd name="connsiteY19" fmla="*/ 4183553 h 4183553"/>
              <a:gd name="connsiteX20" fmla="*/ 0 w 9858290"/>
              <a:gd name="connsiteY20" fmla="*/ 3846060 h 4183553"/>
              <a:gd name="connsiteX21" fmla="*/ 3098572 w 9858290"/>
              <a:gd name="connsiteY21" fmla="*/ 3846060 h 4183553"/>
              <a:gd name="connsiteX22" fmla="*/ 3098572 w 9858290"/>
              <a:gd name="connsiteY22" fmla="*/ 3845488 h 4183553"/>
              <a:gd name="connsiteX23" fmla="*/ 4363991 w 9858290"/>
              <a:gd name="connsiteY23" fmla="*/ 3845488 h 4183553"/>
              <a:gd name="connsiteX24" fmla="*/ 4363991 w 9858290"/>
              <a:gd name="connsiteY24" fmla="*/ 3194713 h 4183553"/>
              <a:gd name="connsiteX25" fmla="*/ 4363991 w 9858290"/>
              <a:gd name="connsiteY25" fmla="*/ 2848197 h 4183553"/>
              <a:gd name="connsiteX26" fmla="*/ 4807429 w 9858290"/>
              <a:gd name="connsiteY26" fmla="*/ 2848197 h 4183553"/>
              <a:gd name="connsiteX27" fmla="*/ 5640226 w 9858290"/>
              <a:gd name="connsiteY27" fmla="*/ 2848197 h 4183553"/>
              <a:gd name="connsiteX28" fmla="*/ 5640226 w 9858290"/>
              <a:gd name="connsiteY28" fmla="*/ 2197422 h 4183553"/>
              <a:gd name="connsiteX29" fmla="*/ 5640226 w 9858290"/>
              <a:gd name="connsiteY29" fmla="*/ 1850905 h 4183553"/>
              <a:gd name="connsiteX30" fmla="*/ 6083664 w 9858290"/>
              <a:gd name="connsiteY30" fmla="*/ 1850905 h 4183553"/>
              <a:gd name="connsiteX31" fmla="*/ 6916461 w 9858290"/>
              <a:gd name="connsiteY31" fmla="*/ 1850905 h 4183553"/>
              <a:gd name="connsiteX32" fmla="*/ 6916461 w 9858290"/>
              <a:gd name="connsiteY32" fmla="*/ 1200130 h 4183553"/>
              <a:gd name="connsiteX33" fmla="*/ 6916461 w 9858290"/>
              <a:gd name="connsiteY33" fmla="*/ 853614 h 4183553"/>
              <a:gd name="connsiteX34" fmla="*/ 7359898 w 9858290"/>
              <a:gd name="connsiteY34" fmla="*/ 853614 h 4183553"/>
              <a:gd name="connsiteX35" fmla="*/ 8452269 w 9858290"/>
              <a:gd name="connsiteY35" fmla="*/ 853614 h 4183553"/>
              <a:gd name="connsiteX36" fmla="*/ 9241803 w 9858290"/>
              <a:gd name="connsiteY36" fmla="*/ 245097 h 4183553"/>
              <a:gd name="connsiteX37" fmla="*/ 9155279 w 9858290"/>
              <a:gd name="connsiteY37" fmla="*/ 177484 h 4183553"/>
              <a:gd name="connsiteX38" fmla="*/ 9512193 w 9858290"/>
              <a:gd name="connsiteY38" fmla="*/ 84516 h 418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9858290" h="4183553">
                <a:moveTo>
                  <a:pt x="9858290" y="0"/>
                </a:moveTo>
                <a:lnTo>
                  <a:pt x="9750135" y="270452"/>
                </a:lnTo>
                <a:lnTo>
                  <a:pt x="9631163" y="549355"/>
                </a:lnTo>
                <a:lnTo>
                  <a:pt x="9544639" y="481742"/>
                </a:lnTo>
                <a:lnTo>
                  <a:pt x="8636133" y="1200130"/>
                </a:lnTo>
                <a:lnTo>
                  <a:pt x="7359898" y="1200130"/>
                </a:lnTo>
                <a:lnTo>
                  <a:pt x="7359898" y="1850905"/>
                </a:lnTo>
                <a:lnTo>
                  <a:pt x="7359898" y="2197422"/>
                </a:lnTo>
                <a:lnTo>
                  <a:pt x="6916461" y="2197422"/>
                </a:lnTo>
                <a:lnTo>
                  <a:pt x="6083664" y="2197422"/>
                </a:lnTo>
                <a:lnTo>
                  <a:pt x="6083664" y="2848197"/>
                </a:lnTo>
                <a:lnTo>
                  <a:pt x="6083664" y="3194713"/>
                </a:lnTo>
                <a:lnTo>
                  <a:pt x="5640226" y="3194713"/>
                </a:lnTo>
                <a:lnTo>
                  <a:pt x="4807429" y="3194713"/>
                </a:lnTo>
                <a:lnTo>
                  <a:pt x="4807429" y="3845488"/>
                </a:lnTo>
                <a:lnTo>
                  <a:pt x="4807429" y="4183553"/>
                </a:lnTo>
                <a:lnTo>
                  <a:pt x="4363991" y="4183553"/>
                </a:lnTo>
                <a:lnTo>
                  <a:pt x="3236710" y="4183553"/>
                </a:lnTo>
                <a:lnTo>
                  <a:pt x="3098572" y="4183553"/>
                </a:lnTo>
                <a:lnTo>
                  <a:pt x="0" y="4183553"/>
                </a:lnTo>
                <a:lnTo>
                  <a:pt x="0" y="3846060"/>
                </a:lnTo>
                <a:lnTo>
                  <a:pt x="3098572" y="3846060"/>
                </a:lnTo>
                <a:lnTo>
                  <a:pt x="3098572" y="3845488"/>
                </a:lnTo>
                <a:lnTo>
                  <a:pt x="4363991" y="3845488"/>
                </a:lnTo>
                <a:lnTo>
                  <a:pt x="4363991" y="3194713"/>
                </a:lnTo>
                <a:lnTo>
                  <a:pt x="4363991" y="2848197"/>
                </a:lnTo>
                <a:lnTo>
                  <a:pt x="4807429" y="2848197"/>
                </a:lnTo>
                <a:lnTo>
                  <a:pt x="5640226" y="2848197"/>
                </a:lnTo>
                <a:lnTo>
                  <a:pt x="5640226" y="2197422"/>
                </a:lnTo>
                <a:lnTo>
                  <a:pt x="5640226" y="1850905"/>
                </a:lnTo>
                <a:lnTo>
                  <a:pt x="6083664" y="1850905"/>
                </a:lnTo>
                <a:lnTo>
                  <a:pt x="6916461" y="1850905"/>
                </a:lnTo>
                <a:lnTo>
                  <a:pt x="6916461" y="1200130"/>
                </a:lnTo>
                <a:lnTo>
                  <a:pt x="6916461" y="853614"/>
                </a:lnTo>
                <a:lnTo>
                  <a:pt x="7359898" y="853614"/>
                </a:lnTo>
                <a:lnTo>
                  <a:pt x="8452269" y="853614"/>
                </a:lnTo>
                <a:lnTo>
                  <a:pt x="9241803" y="245097"/>
                </a:lnTo>
                <a:lnTo>
                  <a:pt x="9155279" y="177484"/>
                </a:lnTo>
                <a:lnTo>
                  <a:pt x="9512193" y="84516"/>
                </a:lnTo>
                <a:close/>
              </a:path>
            </a:pathLst>
          </a:custGeom>
          <a:solidFill>
            <a:srgbClr val="79C9E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1C22F405-D53B-7A05-D007-464E9485692A}"/>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232705565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形">
            <a:extLst>
              <a:ext uri="{FF2B5EF4-FFF2-40B4-BE49-F238E27FC236}">
                <a16:creationId xmlns:a16="http://schemas.microsoft.com/office/drawing/2014/main" id="{AFC863BD-C277-267E-F5E4-12FF818FE540}"/>
              </a:ext>
            </a:extLst>
          </p:cNvPr>
          <p:cNvSpPr txBox="1"/>
          <p:nvPr/>
        </p:nvSpPr>
        <p:spPr>
          <a:xfrm>
            <a:off x="7173824" y="2160102"/>
            <a:ext cx="3834117" cy="583721"/>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30000"/>
              </a:lnSpc>
            </a:pPr>
            <a:r>
              <a:rPr lang="zh-CN" altLang="en-US" sz="1200" dirty="0">
                <a:solidFill>
                  <a:schemeClr val="tx1">
                    <a:lumMod val="75000"/>
                    <a:lumOff val="25000"/>
                  </a:schemeClr>
                </a:solidFill>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endParaRPr>
          </a:p>
        </p:txBody>
      </p:sp>
      <p:sp>
        <p:nvSpPr>
          <p:cNvPr id="5" name="图形">
            <a:extLst>
              <a:ext uri="{FF2B5EF4-FFF2-40B4-BE49-F238E27FC236}">
                <a16:creationId xmlns:a16="http://schemas.microsoft.com/office/drawing/2014/main" id="{70D21B42-3D24-7C8E-4037-759245691AB8}"/>
              </a:ext>
            </a:extLst>
          </p:cNvPr>
          <p:cNvSpPr txBox="1"/>
          <p:nvPr/>
        </p:nvSpPr>
        <p:spPr>
          <a:xfrm>
            <a:off x="7240500" y="1910308"/>
            <a:ext cx="1571976" cy="332976"/>
          </a:xfrm>
          <a:prstGeom prst="rect">
            <a:avLst/>
          </a:prstGeom>
          <a:noFill/>
        </p:spPr>
        <p:txBody>
          <a:bodyPr wrap="square" rtlCol="0">
            <a:spAutoFit/>
          </a:bodyPr>
          <a:lstStyle/>
          <a:p>
            <a:pPr algn="l">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cs typeface="思源黑体 CN Medium" panose="020B0600000000000000" charset="-122"/>
                <a:sym typeface="Arial" panose="020B0604020202020204" pitchFamily="34" charset="0"/>
              </a:rPr>
              <a:t>预设标题文本</a:t>
            </a:r>
            <a:endParaRPr kumimoji="0" lang="id-ID" sz="1400" u="none" strike="noStrike" kern="1200" cap="none" spc="0" normalizeH="0" baseline="0" noProof="0" dirty="0">
              <a:ln>
                <a:noFill/>
              </a:ln>
              <a:solidFill>
                <a:srgbClr val="455F51"/>
              </a:solidFill>
              <a:effectLst/>
              <a:uLnTx/>
              <a:uFillTx/>
              <a:latin typeface="Arial" panose="020B0604020202020204" pitchFamily="34" charset="0"/>
              <a:ea typeface="思源黑体 CN Normal" panose="020B0400000000000000" pitchFamily="34" charset="-122"/>
              <a:cs typeface="思源黑体 CN Medium" panose="020B0600000000000000" charset="-122"/>
              <a:sym typeface="Arial" panose="020B0604020202020204" pitchFamily="34" charset="0"/>
            </a:endParaRPr>
          </a:p>
        </p:txBody>
      </p:sp>
      <p:sp>
        <p:nvSpPr>
          <p:cNvPr id="6" name="图形">
            <a:extLst>
              <a:ext uri="{FF2B5EF4-FFF2-40B4-BE49-F238E27FC236}">
                <a16:creationId xmlns:a16="http://schemas.microsoft.com/office/drawing/2014/main" id="{55FC9904-4EB6-683E-0859-2D47E1894045}"/>
              </a:ext>
            </a:extLst>
          </p:cNvPr>
          <p:cNvSpPr txBox="1"/>
          <p:nvPr/>
        </p:nvSpPr>
        <p:spPr>
          <a:xfrm>
            <a:off x="7173824" y="3506937"/>
            <a:ext cx="3834117" cy="583721"/>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30000"/>
              </a:lnSpc>
            </a:pPr>
            <a:r>
              <a:rPr lang="zh-CN" altLang="en-US" sz="1200" dirty="0">
                <a:solidFill>
                  <a:schemeClr val="tx1">
                    <a:lumMod val="75000"/>
                    <a:lumOff val="25000"/>
                  </a:schemeClr>
                </a:solidFill>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endParaRPr>
          </a:p>
        </p:txBody>
      </p:sp>
      <p:sp>
        <p:nvSpPr>
          <p:cNvPr id="7" name="图形">
            <a:extLst>
              <a:ext uri="{FF2B5EF4-FFF2-40B4-BE49-F238E27FC236}">
                <a16:creationId xmlns:a16="http://schemas.microsoft.com/office/drawing/2014/main" id="{E0725E71-AC35-AC15-71FD-87B1EF24D9D6}"/>
              </a:ext>
            </a:extLst>
          </p:cNvPr>
          <p:cNvSpPr txBox="1"/>
          <p:nvPr/>
        </p:nvSpPr>
        <p:spPr>
          <a:xfrm>
            <a:off x="7240500" y="3257143"/>
            <a:ext cx="1571976" cy="332976"/>
          </a:xfrm>
          <a:prstGeom prst="rect">
            <a:avLst/>
          </a:prstGeom>
          <a:noFill/>
        </p:spPr>
        <p:txBody>
          <a:bodyPr wrap="square" rtlCol="0">
            <a:spAutoFit/>
          </a:bodyPr>
          <a:lstStyle/>
          <a:p>
            <a:pPr algn="l">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cs typeface="思源黑体 CN Medium" panose="020B0600000000000000" charset="-122"/>
                <a:sym typeface="Arial" panose="020B0604020202020204" pitchFamily="34" charset="0"/>
              </a:rPr>
              <a:t>预设标题文本</a:t>
            </a:r>
            <a:endParaRPr kumimoji="0" lang="id-ID" sz="1400" u="none" strike="noStrike" kern="1200" cap="none" spc="0" normalizeH="0" baseline="0" noProof="0" dirty="0">
              <a:ln>
                <a:noFill/>
              </a:ln>
              <a:solidFill>
                <a:srgbClr val="455F51"/>
              </a:solidFill>
              <a:effectLst/>
              <a:uLnTx/>
              <a:uFillTx/>
              <a:latin typeface="Arial" panose="020B0604020202020204" pitchFamily="34" charset="0"/>
              <a:ea typeface="思源黑体 CN Normal" panose="020B0400000000000000" pitchFamily="34" charset="-122"/>
              <a:cs typeface="思源黑体 CN Medium" panose="020B0600000000000000" charset="-122"/>
              <a:sym typeface="Arial" panose="020B0604020202020204" pitchFamily="34" charset="0"/>
            </a:endParaRPr>
          </a:p>
        </p:txBody>
      </p:sp>
      <p:sp>
        <p:nvSpPr>
          <p:cNvPr id="8" name="图形">
            <a:extLst>
              <a:ext uri="{FF2B5EF4-FFF2-40B4-BE49-F238E27FC236}">
                <a16:creationId xmlns:a16="http://schemas.microsoft.com/office/drawing/2014/main" id="{04847D70-1679-FA78-3317-C81CCA30E985}"/>
              </a:ext>
            </a:extLst>
          </p:cNvPr>
          <p:cNvSpPr txBox="1"/>
          <p:nvPr/>
        </p:nvSpPr>
        <p:spPr>
          <a:xfrm>
            <a:off x="7173824" y="4853772"/>
            <a:ext cx="3834117" cy="583721"/>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30000"/>
              </a:lnSpc>
            </a:pPr>
            <a:r>
              <a:rPr lang="zh-CN" altLang="en-US" sz="1200" dirty="0">
                <a:solidFill>
                  <a:schemeClr val="tx1">
                    <a:lumMod val="75000"/>
                    <a:lumOff val="25000"/>
                  </a:schemeClr>
                </a:solidFill>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endParaRPr>
          </a:p>
        </p:txBody>
      </p:sp>
      <p:sp>
        <p:nvSpPr>
          <p:cNvPr id="9" name="图形">
            <a:extLst>
              <a:ext uri="{FF2B5EF4-FFF2-40B4-BE49-F238E27FC236}">
                <a16:creationId xmlns:a16="http://schemas.microsoft.com/office/drawing/2014/main" id="{E312DB27-2559-CFE5-C4FC-AF7C2EA028E1}"/>
              </a:ext>
            </a:extLst>
          </p:cNvPr>
          <p:cNvSpPr txBox="1"/>
          <p:nvPr/>
        </p:nvSpPr>
        <p:spPr>
          <a:xfrm>
            <a:off x="7250025" y="4603978"/>
            <a:ext cx="1571976" cy="332976"/>
          </a:xfrm>
          <a:prstGeom prst="rect">
            <a:avLst/>
          </a:prstGeom>
          <a:noFill/>
        </p:spPr>
        <p:txBody>
          <a:bodyPr wrap="square" rtlCol="0">
            <a:spAutoFit/>
          </a:bodyPr>
          <a:lstStyle/>
          <a:p>
            <a:pPr algn="l">
              <a:lnSpc>
                <a:spcPct val="120000"/>
              </a:lnSpc>
            </a:pPr>
            <a:r>
              <a:rPr lang="zh-CN" altLang="en-US" sz="1400" dirty="0">
                <a:solidFill>
                  <a:schemeClr val="tx1">
                    <a:lumMod val="75000"/>
                    <a:lumOff val="25000"/>
                  </a:schemeClr>
                </a:solidFill>
                <a:latin typeface="Arial" panose="020B0604020202020204" pitchFamily="34" charset="0"/>
                <a:ea typeface="思源黑体 CN Normal" panose="020B0400000000000000" pitchFamily="34" charset="-122"/>
                <a:cs typeface="思源黑体 CN Medium" panose="020B0600000000000000" charset="-122"/>
                <a:sym typeface="Arial" panose="020B0604020202020204" pitchFamily="34" charset="0"/>
              </a:rPr>
              <a:t>预设标题文本</a:t>
            </a:r>
            <a:endParaRPr kumimoji="0" lang="id-ID" sz="1400" u="none" strike="noStrike" kern="1200" cap="none" spc="0" normalizeH="0" baseline="0" noProof="0" dirty="0">
              <a:ln>
                <a:noFill/>
              </a:ln>
              <a:solidFill>
                <a:srgbClr val="455F51"/>
              </a:solidFill>
              <a:effectLst/>
              <a:uLnTx/>
              <a:uFillTx/>
              <a:latin typeface="Arial" panose="020B0604020202020204" pitchFamily="34" charset="0"/>
              <a:ea typeface="思源黑体 CN Normal" panose="020B0400000000000000" pitchFamily="34" charset="-122"/>
              <a:cs typeface="思源黑体 CN Medium" panose="020B0600000000000000" charset="-122"/>
              <a:sym typeface="Arial" panose="020B0604020202020204" pitchFamily="34" charset="0"/>
            </a:endParaRPr>
          </a:p>
        </p:txBody>
      </p:sp>
      <p:sp>
        <p:nvSpPr>
          <p:cNvPr id="10" name="图形">
            <a:extLst>
              <a:ext uri="{FF2B5EF4-FFF2-40B4-BE49-F238E27FC236}">
                <a16:creationId xmlns:a16="http://schemas.microsoft.com/office/drawing/2014/main" id="{102A0F74-1FE6-4FCC-EE0D-AAD7E5789F14}"/>
              </a:ext>
            </a:extLst>
          </p:cNvPr>
          <p:cNvSpPr>
            <a:spLocks noEditPoints="1"/>
          </p:cNvSpPr>
          <p:nvPr/>
        </p:nvSpPr>
        <p:spPr bwMode="auto">
          <a:xfrm>
            <a:off x="1232764" y="1722755"/>
            <a:ext cx="4364990" cy="3976370"/>
          </a:xfrm>
          <a:custGeom>
            <a:avLst/>
            <a:gdLst>
              <a:gd name="T0" fmla="*/ 1499 w 1798"/>
              <a:gd name="T1" fmla="*/ 1040 h 1638"/>
              <a:gd name="T2" fmla="*/ 1395 w 1798"/>
              <a:gd name="T3" fmla="*/ 1058 h 1638"/>
              <a:gd name="T4" fmla="*/ 1090 w 1798"/>
              <a:gd name="T5" fmla="*/ 530 h 1638"/>
              <a:gd name="T6" fmla="*/ 1198 w 1798"/>
              <a:gd name="T7" fmla="*/ 299 h 1638"/>
              <a:gd name="T8" fmla="*/ 899 w 1798"/>
              <a:gd name="T9" fmla="*/ 0 h 1638"/>
              <a:gd name="T10" fmla="*/ 600 w 1798"/>
              <a:gd name="T11" fmla="*/ 299 h 1638"/>
              <a:gd name="T12" fmla="*/ 708 w 1798"/>
              <a:gd name="T13" fmla="*/ 530 h 1638"/>
              <a:gd name="T14" fmla="*/ 403 w 1798"/>
              <a:gd name="T15" fmla="*/ 1058 h 1638"/>
              <a:gd name="T16" fmla="*/ 299 w 1798"/>
              <a:gd name="T17" fmla="*/ 1040 h 1638"/>
              <a:gd name="T18" fmla="*/ 0 w 1798"/>
              <a:gd name="T19" fmla="*/ 1339 h 1638"/>
              <a:gd name="T20" fmla="*/ 299 w 1798"/>
              <a:gd name="T21" fmla="*/ 1638 h 1638"/>
              <a:gd name="T22" fmla="*/ 594 w 1798"/>
              <a:gd name="T23" fmla="*/ 1389 h 1638"/>
              <a:gd name="T24" fmla="*/ 1204 w 1798"/>
              <a:gd name="T25" fmla="*/ 1389 h 1638"/>
              <a:gd name="T26" fmla="*/ 1499 w 1798"/>
              <a:gd name="T27" fmla="*/ 1638 h 1638"/>
              <a:gd name="T28" fmla="*/ 1798 w 1798"/>
              <a:gd name="T29" fmla="*/ 1339 h 1638"/>
              <a:gd name="T30" fmla="*/ 1499 w 1798"/>
              <a:gd name="T31" fmla="*/ 1040 h 1638"/>
              <a:gd name="T32" fmla="*/ 490 w 1798"/>
              <a:gd name="T33" fmla="*/ 1108 h 1638"/>
              <a:gd name="T34" fmla="*/ 795 w 1798"/>
              <a:gd name="T35" fmla="*/ 580 h 1638"/>
              <a:gd name="T36" fmla="*/ 849 w 1798"/>
              <a:gd name="T37" fmla="*/ 594 h 1638"/>
              <a:gd name="T38" fmla="*/ 849 w 1798"/>
              <a:gd name="T39" fmla="*/ 963 h 1638"/>
              <a:gd name="T40" fmla="*/ 529 w 1798"/>
              <a:gd name="T41" fmla="*/ 1148 h 1638"/>
              <a:gd name="T42" fmla="*/ 490 w 1798"/>
              <a:gd name="T43" fmla="*/ 1108 h 1638"/>
              <a:gd name="T44" fmla="*/ 1204 w 1798"/>
              <a:gd name="T45" fmla="*/ 1289 h 1638"/>
              <a:gd name="T46" fmla="*/ 594 w 1798"/>
              <a:gd name="T47" fmla="*/ 1289 h 1638"/>
              <a:gd name="T48" fmla="*/ 579 w 1798"/>
              <a:gd name="T49" fmla="*/ 1235 h 1638"/>
              <a:gd name="T50" fmla="*/ 899 w 1798"/>
              <a:gd name="T51" fmla="*/ 1050 h 1638"/>
              <a:gd name="T52" fmla="*/ 1219 w 1798"/>
              <a:gd name="T53" fmla="*/ 1235 h 1638"/>
              <a:gd name="T54" fmla="*/ 1204 w 1798"/>
              <a:gd name="T55" fmla="*/ 1289 h 1638"/>
              <a:gd name="T56" fmla="*/ 1269 w 1798"/>
              <a:gd name="T57" fmla="*/ 1148 h 1638"/>
              <a:gd name="T58" fmla="*/ 949 w 1798"/>
              <a:gd name="T59" fmla="*/ 963 h 1638"/>
              <a:gd name="T60" fmla="*/ 949 w 1798"/>
              <a:gd name="T61" fmla="*/ 594 h 1638"/>
              <a:gd name="T62" fmla="*/ 1003 w 1798"/>
              <a:gd name="T63" fmla="*/ 580 h 1638"/>
              <a:gd name="T64" fmla="*/ 1308 w 1798"/>
              <a:gd name="T65" fmla="*/ 1108 h 1638"/>
              <a:gd name="T66" fmla="*/ 1269 w 1798"/>
              <a:gd name="T67" fmla="*/ 1148 h 1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98" h="1638">
                <a:moveTo>
                  <a:pt x="1499" y="1040"/>
                </a:moveTo>
                <a:cubicBezTo>
                  <a:pt x="1463" y="1040"/>
                  <a:pt x="1427" y="1046"/>
                  <a:pt x="1395" y="1058"/>
                </a:cubicBezTo>
                <a:cubicBezTo>
                  <a:pt x="1090" y="530"/>
                  <a:pt x="1090" y="530"/>
                  <a:pt x="1090" y="530"/>
                </a:cubicBezTo>
                <a:cubicBezTo>
                  <a:pt x="1156" y="475"/>
                  <a:pt x="1198" y="392"/>
                  <a:pt x="1198" y="299"/>
                </a:cubicBezTo>
                <a:cubicBezTo>
                  <a:pt x="1198" y="134"/>
                  <a:pt x="1064" y="0"/>
                  <a:pt x="899" y="0"/>
                </a:cubicBezTo>
                <a:cubicBezTo>
                  <a:pt x="734" y="0"/>
                  <a:pt x="600" y="134"/>
                  <a:pt x="600" y="299"/>
                </a:cubicBezTo>
                <a:cubicBezTo>
                  <a:pt x="600" y="392"/>
                  <a:pt x="642" y="475"/>
                  <a:pt x="708" y="530"/>
                </a:cubicBezTo>
                <a:cubicBezTo>
                  <a:pt x="403" y="1058"/>
                  <a:pt x="403" y="1058"/>
                  <a:pt x="403" y="1058"/>
                </a:cubicBezTo>
                <a:cubicBezTo>
                  <a:pt x="371" y="1046"/>
                  <a:pt x="335" y="1040"/>
                  <a:pt x="299" y="1040"/>
                </a:cubicBezTo>
                <a:cubicBezTo>
                  <a:pt x="134" y="1040"/>
                  <a:pt x="0" y="1174"/>
                  <a:pt x="0" y="1339"/>
                </a:cubicBezTo>
                <a:cubicBezTo>
                  <a:pt x="0" y="1504"/>
                  <a:pt x="134" y="1638"/>
                  <a:pt x="299" y="1638"/>
                </a:cubicBezTo>
                <a:cubicBezTo>
                  <a:pt x="447" y="1638"/>
                  <a:pt x="570" y="1530"/>
                  <a:pt x="594" y="1389"/>
                </a:cubicBezTo>
                <a:cubicBezTo>
                  <a:pt x="1204" y="1389"/>
                  <a:pt x="1204" y="1389"/>
                  <a:pt x="1204" y="1389"/>
                </a:cubicBezTo>
                <a:cubicBezTo>
                  <a:pt x="1228" y="1530"/>
                  <a:pt x="1351" y="1638"/>
                  <a:pt x="1499" y="1638"/>
                </a:cubicBezTo>
                <a:cubicBezTo>
                  <a:pt x="1664" y="1638"/>
                  <a:pt x="1798" y="1504"/>
                  <a:pt x="1798" y="1339"/>
                </a:cubicBezTo>
                <a:cubicBezTo>
                  <a:pt x="1798" y="1174"/>
                  <a:pt x="1664" y="1040"/>
                  <a:pt x="1499" y="1040"/>
                </a:cubicBezTo>
                <a:close/>
                <a:moveTo>
                  <a:pt x="490" y="1108"/>
                </a:moveTo>
                <a:cubicBezTo>
                  <a:pt x="795" y="580"/>
                  <a:pt x="795" y="580"/>
                  <a:pt x="795" y="580"/>
                </a:cubicBezTo>
                <a:cubicBezTo>
                  <a:pt x="812" y="586"/>
                  <a:pt x="830" y="591"/>
                  <a:pt x="849" y="594"/>
                </a:cubicBezTo>
                <a:cubicBezTo>
                  <a:pt x="849" y="963"/>
                  <a:pt x="849" y="963"/>
                  <a:pt x="849" y="963"/>
                </a:cubicBezTo>
                <a:cubicBezTo>
                  <a:pt x="529" y="1148"/>
                  <a:pt x="529" y="1148"/>
                  <a:pt x="529" y="1148"/>
                </a:cubicBezTo>
                <a:cubicBezTo>
                  <a:pt x="517" y="1134"/>
                  <a:pt x="504" y="1120"/>
                  <a:pt x="490" y="1108"/>
                </a:cubicBezTo>
                <a:close/>
                <a:moveTo>
                  <a:pt x="1204" y="1289"/>
                </a:moveTo>
                <a:cubicBezTo>
                  <a:pt x="594" y="1289"/>
                  <a:pt x="594" y="1289"/>
                  <a:pt x="594" y="1289"/>
                </a:cubicBezTo>
                <a:cubicBezTo>
                  <a:pt x="591" y="1270"/>
                  <a:pt x="586" y="1252"/>
                  <a:pt x="579" y="1235"/>
                </a:cubicBezTo>
                <a:cubicBezTo>
                  <a:pt x="899" y="1050"/>
                  <a:pt x="899" y="1050"/>
                  <a:pt x="899" y="1050"/>
                </a:cubicBezTo>
                <a:cubicBezTo>
                  <a:pt x="1219" y="1235"/>
                  <a:pt x="1219" y="1235"/>
                  <a:pt x="1219" y="1235"/>
                </a:cubicBezTo>
                <a:cubicBezTo>
                  <a:pt x="1212" y="1252"/>
                  <a:pt x="1207" y="1270"/>
                  <a:pt x="1204" y="1289"/>
                </a:cubicBezTo>
                <a:close/>
                <a:moveTo>
                  <a:pt x="1269" y="1148"/>
                </a:moveTo>
                <a:cubicBezTo>
                  <a:pt x="949" y="963"/>
                  <a:pt x="949" y="963"/>
                  <a:pt x="949" y="963"/>
                </a:cubicBezTo>
                <a:cubicBezTo>
                  <a:pt x="949" y="594"/>
                  <a:pt x="949" y="594"/>
                  <a:pt x="949" y="594"/>
                </a:cubicBezTo>
                <a:cubicBezTo>
                  <a:pt x="968" y="591"/>
                  <a:pt x="986" y="586"/>
                  <a:pt x="1003" y="580"/>
                </a:cubicBezTo>
                <a:cubicBezTo>
                  <a:pt x="1308" y="1108"/>
                  <a:pt x="1308" y="1108"/>
                  <a:pt x="1308" y="1108"/>
                </a:cubicBezTo>
                <a:cubicBezTo>
                  <a:pt x="1294" y="1120"/>
                  <a:pt x="1281" y="1134"/>
                  <a:pt x="1269" y="1148"/>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dirty="0">
              <a:ln>
                <a:noFill/>
              </a:ln>
              <a:solidFill>
                <a:prstClr val="black"/>
              </a:solidFill>
              <a:effectLst/>
              <a:uLnTx/>
              <a:uFillTx/>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endParaRPr>
          </a:p>
        </p:txBody>
      </p:sp>
      <p:sp>
        <p:nvSpPr>
          <p:cNvPr id="11" name="图形">
            <a:extLst>
              <a:ext uri="{FF2B5EF4-FFF2-40B4-BE49-F238E27FC236}">
                <a16:creationId xmlns:a16="http://schemas.microsoft.com/office/drawing/2014/main" id="{FD48AD59-834C-BEB2-63F5-12D3D5431D72}"/>
              </a:ext>
            </a:extLst>
          </p:cNvPr>
          <p:cNvSpPr>
            <a:spLocks noChangeArrowheads="1"/>
          </p:cNvSpPr>
          <p:nvPr/>
        </p:nvSpPr>
        <p:spPr bwMode="auto">
          <a:xfrm>
            <a:off x="4266794" y="4364990"/>
            <a:ext cx="1212215" cy="1212215"/>
          </a:xfrm>
          <a:prstGeom prst="ellipse">
            <a:avLst/>
          </a:prstGeom>
          <a:solidFill>
            <a:srgbClr val="79C9E2"/>
          </a:solidFill>
          <a:ln w="12700" cap="flat" cmpd="sng" algn="ctr">
            <a:noFill/>
            <a:prstDash val="solid"/>
            <a:miter lim="800000"/>
          </a:ln>
          <a:effectLst/>
        </p:spPr>
        <p:txBody>
          <a:bodyPr rtlCol="0" anchor="ctr"/>
          <a:lstStyle/>
          <a:p>
            <a:pPr algn="ctr"/>
            <a:endParaRPr lang="en-US" kern="0" dirty="0">
              <a:solidFill>
                <a:srgbClr val="3D485D"/>
              </a:solidFill>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endParaRPr>
          </a:p>
        </p:txBody>
      </p:sp>
      <p:sp>
        <p:nvSpPr>
          <p:cNvPr id="12" name="图形">
            <a:extLst>
              <a:ext uri="{FF2B5EF4-FFF2-40B4-BE49-F238E27FC236}">
                <a16:creationId xmlns:a16="http://schemas.microsoft.com/office/drawing/2014/main" id="{44E1B363-B225-3650-7F06-F2885C486FA8}"/>
              </a:ext>
            </a:extLst>
          </p:cNvPr>
          <p:cNvSpPr>
            <a:spLocks noChangeArrowheads="1"/>
          </p:cNvSpPr>
          <p:nvPr/>
        </p:nvSpPr>
        <p:spPr bwMode="auto">
          <a:xfrm>
            <a:off x="2808834" y="1842770"/>
            <a:ext cx="1213485" cy="1212215"/>
          </a:xfrm>
          <a:prstGeom prst="ellipse">
            <a:avLst/>
          </a:prstGeom>
          <a:solidFill>
            <a:srgbClr val="0485A8"/>
          </a:solidFill>
          <a:ln w="12700" cap="flat" cmpd="sng" algn="ctr">
            <a:noFill/>
            <a:prstDash val="solid"/>
            <a:miter lim="800000"/>
          </a:ln>
          <a:effectLst/>
        </p:spPr>
        <p:txBody>
          <a:bodyPr rtlCol="0" anchor="ctr"/>
          <a:lstStyle/>
          <a:p>
            <a:pPr algn="ctr"/>
            <a:endParaRPr lang="en-US" kern="0" dirty="0">
              <a:solidFill>
                <a:srgbClr val="3D485D"/>
              </a:solidFill>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endParaRPr>
          </a:p>
        </p:txBody>
      </p:sp>
      <p:sp>
        <p:nvSpPr>
          <p:cNvPr id="13" name="图形">
            <a:extLst>
              <a:ext uri="{FF2B5EF4-FFF2-40B4-BE49-F238E27FC236}">
                <a16:creationId xmlns:a16="http://schemas.microsoft.com/office/drawing/2014/main" id="{78E4BE29-E1F7-B681-EECE-EE68D3D8FC4E}"/>
              </a:ext>
            </a:extLst>
          </p:cNvPr>
          <p:cNvSpPr>
            <a:spLocks noChangeArrowheads="1"/>
          </p:cNvSpPr>
          <p:nvPr/>
        </p:nvSpPr>
        <p:spPr bwMode="auto">
          <a:xfrm>
            <a:off x="1351509" y="4364990"/>
            <a:ext cx="1212215" cy="1212215"/>
          </a:xfrm>
          <a:prstGeom prst="ellipse">
            <a:avLst/>
          </a:prstGeom>
          <a:solidFill>
            <a:srgbClr val="79C9E2"/>
          </a:solidFill>
          <a:ln w="12700" cap="flat" cmpd="sng" algn="ctr">
            <a:noFill/>
            <a:prstDash val="solid"/>
            <a:miter lim="800000"/>
          </a:ln>
          <a:effectLst/>
        </p:spPr>
        <p:txBody>
          <a:bodyPr rtlCol="0" anchor="ctr"/>
          <a:lstStyle/>
          <a:p>
            <a:pPr algn="ctr"/>
            <a:endParaRPr lang="en-US" kern="0" dirty="0">
              <a:solidFill>
                <a:srgbClr val="3D485D"/>
              </a:solidFill>
              <a:latin typeface="Arial" panose="020B0604020202020204" pitchFamily="34" charset="0"/>
              <a:ea typeface="思源黑体 CN Normal" panose="020B0400000000000000" pitchFamily="34" charset="-122"/>
              <a:cs typeface="字魂58号-创中黑" panose="00000500000000000000" charset="-122"/>
              <a:sym typeface="Arial" panose="020B0604020202020204" pitchFamily="34" charset="0"/>
            </a:endParaRPr>
          </a:p>
        </p:txBody>
      </p:sp>
      <p:sp>
        <p:nvSpPr>
          <p:cNvPr id="14" name="文本框 13">
            <a:extLst>
              <a:ext uri="{FF2B5EF4-FFF2-40B4-BE49-F238E27FC236}">
                <a16:creationId xmlns:a16="http://schemas.microsoft.com/office/drawing/2014/main" id="{77FC57C1-A5F5-9174-22D7-CCC49A622FFE}"/>
              </a:ext>
            </a:extLst>
          </p:cNvPr>
          <p:cNvSpPr txBox="1"/>
          <p:nvPr/>
        </p:nvSpPr>
        <p:spPr>
          <a:xfrm>
            <a:off x="6287965" y="1919401"/>
            <a:ext cx="691215" cy="646331"/>
          </a:xfrm>
          <a:prstGeom prst="rect">
            <a:avLst/>
          </a:prstGeom>
          <a:noFill/>
        </p:spPr>
        <p:txBody>
          <a:bodyPr wrap="none" rtlCol="0">
            <a:spAutoFit/>
          </a:bodyPr>
          <a:lstStyle/>
          <a:p>
            <a:r>
              <a:rPr kumimoji="1" lang="en-US" altLang="zh-CN" sz="3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01</a:t>
            </a:r>
            <a:endParaRPr kumimoji="1" lang="zh-CN" altLang="en-US" sz="3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文本框 14">
            <a:extLst>
              <a:ext uri="{FF2B5EF4-FFF2-40B4-BE49-F238E27FC236}">
                <a16:creationId xmlns:a16="http://schemas.microsoft.com/office/drawing/2014/main" id="{0EE361C1-19F9-DFE2-FAB4-081B91A95681}"/>
              </a:ext>
            </a:extLst>
          </p:cNvPr>
          <p:cNvSpPr txBox="1"/>
          <p:nvPr/>
        </p:nvSpPr>
        <p:spPr>
          <a:xfrm>
            <a:off x="6287964" y="3261637"/>
            <a:ext cx="691215" cy="646331"/>
          </a:xfrm>
          <a:prstGeom prst="rect">
            <a:avLst/>
          </a:prstGeom>
          <a:noFill/>
        </p:spPr>
        <p:txBody>
          <a:bodyPr wrap="none" rtlCol="0">
            <a:spAutoFit/>
          </a:bodyPr>
          <a:lstStyle/>
          <a:p>
            <a:r>
              <a:rPr kumimoji="1" lang="en-US" altLang="zh-CN" sz="3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02</a:t>
            </a:r>
            <a:endParaRPr kumimoji="1" lang="zh-CN" altLang="en-US" sz="3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文本框 15">
            <a:extLst>
              <a:ext uri="{FF2B5EF4-FFF2-40B4-BE49-F238E27FC236}">
                <a16:creationId xmlns:a16="http://schemas.microsoft.com/office/drawing/2014/main" id="{BB07A0FC-1FDE-9DFA-FFAC-FB22CBD67AA7}"/>
              </a:ext>
            </a:extLst>
          </p:cNvPr>
          <p:cNvSpPr txBox="1"/>
          <p:nvPr/>
        </p:nvSpPr>
        <p:spPr>
          <a:xfrm>
            <a:off x="6360138" y="4633746"/>
            <a:ext cx="691215" cy="646331"/>
          </a:xfrm>
          <a:prstGeom prst="rect">
            <a:avLst/>
          </a:prstGeom>
          <a:noFill/>
        </p:spPr>
        <p:txBody>
          <a:bodyPr wrap="none" rtlCol="0">
            <a:spAutoFit/>
          </a:bodyPr>
          <a:lstStyle/>
          <a:p>
            <a:r>
              <a:rPr kumimoji="1" lang="en-US" altLang="zh-CN" sz="3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03</a:t>
            </a:r>
            <a:endParaRPr kumimoji="1" lang="zh-CN" altLang="en-US" sz="36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nvGrpSpPr>
          <p:cNvPr id="17" name="组合 16">
            <a:extLst>
              <a:ext uri="{FF2B5EF4-FFF2-40B4-BE49-F238E27FC236}">
                <a16:creationId xmlns:a16="http://schemas.microsoft.com/office/drawing/2014/main" id="{853FBD53-A076-8A2D-B923-F9344DDF958E}"/>
              </a:ext>
            </a:extLst>
          </p:cNvPr>
          <p:cNvGrpSpPr/>
          <p:nvPr/>
        </p:nvGrpSpPr>
        <p:grpSpPr>
          <a:xfrm>
            <a:off x="4572601" y="4683006"/>
            <a:ext cx="575200" cy="576182"/>
            <a:chOff x="7578039" y="7202122"/>
            <a:chExt cx="366051" cy="366676"/>
          </a:xfrm>
          <a:solidFill>
            <a:schemeClr val="bg1"/>
          </a:solidFill>
        </p:grpSpPr>
        <p:sp>
          <p:nvSpPr>
            <p:cNvPr id="18" name="AutoShape 7">
              <a:extLst>
                <a:ext uri="{FF2B5EF4-FFF2-40B4-BE49-F238E27FC236}">
                  <a16:creationId xmlns:a16="http://schemas.microsoft.com/office/drawing/2014/main" id="{D5CD3B1A-E8A6-12E5-079F-E4D7ABF3CBF4}"/>
                </a:ext>
              </a:extLst>
            </p:cNvPr>
            <p:cNvSpPr>
              <a:spLocks/>
            </p:cNvSpPr>
            <p:nvPr/>
          </p:nvSpPr>
          <p:spPr bwMode="auto">
            <a:xfrm>
              <a:off x="7578039" y="7202122"/>
              <a:ext cx="366051" cy="366676"/>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AutoShape 8">
              <a:extLst>
                <a:ext uri="{FF2B5EF4-FFF2-40B4-BE49-F238E27FC236}">
                  <a16:creationId xmlns:a16="http://schemas.microsoft.com/office/drawing/2014/main" id="{2A8EA768-C44A-D98C-1011-62B795F5553E}"/>
                </a:ext>
              </a:extLst>
            </p:cNvPr>
            <p:cNvSpPr>
              <a:spLocks/>
            </p:cNvSpPr>
            <p:nvPr/>
          </p:nvSpPr>
          <p:spPr bwMode="auto">
            <a:xfrm>
              <a:off x="7738225" y="7362310"/>
              <a:ext cx="45678" cy="45678"/>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AutoShape 9">
              <a:extLst>
                <a:ext uri="{FF2B5EF4-FFF2-40B4-BE49-F238E27FC236}">
                  <a16:creationId xmlns:a16="http://schemas.microsoft.com/office/drawing/2014/main" id="{E58D1B40-9487-CBF7-AD6B-903B9511E2BA}"/>
                </a:ext>
              </a:extLst>
            </p:cNvPr>
            <p:cNvSpPr>
              <a:spLocks/>
            </p:cNvSpPr>
            <p:nvPr/>
          </p:nvSpPr>
          <p:spPr bwMode="auto">
            <a:xfrm>
              <a:off x="7691921" y="7316631"/>
              <a:ext cx="137660" cy="13766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AutoShape 10">
              <a:extLst>
                <a:ext uri="{FF2B5EF4-FFF2-40B4-BE49-F238E27FC236}">
                  <a16:creationId xmlns:a16="http://schemas.microsoft.com/office/drawing/2014/main" id="{ED211803-8475-9BC7-8EA0-A61E2449E5E0}"/>
                </a:ext>
              </a:extLst>
            </p:cNvPr>
            <p:cNvSpPr>
              <a:spLocks/>
            </p:cNvSpPr>
            <p:nvPr/>
          </p:nvSpPr>
          <p:spPr bwMode="auto">
            <a:xfrm>
              <a:off x="7783905" y="7407987"/>
              <a:ext cx="56941" cy="5881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AutoShape 11">
              <a:extLst>
                <a:ext uri="{FF2B5EF4-FFF2-40B4-BE49-F238E27FC236}">
                  <a16:creationId xmlns:a16="http://schemas.microsoft.com/office/drawing/2014/main" id="{8225F9A3-1853-5E95-DD83-8EC1EA208DCA}"/>
                </a:ext>
              </a:extLst>
            </p:cNvPr>
            <p:cNvSpPr>
              <a:spLocks/>
            </p:cNvSpPr>
            <p:nvPr/>
          </p:nvSpPr>
          <p:spPr bwMode="auto">
            <a:xfrm>
              <a:off x="7806429" y="7431140"/>
              <a:ext cx="81970" cy="83847"/>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AutoShape 12">
              <a:extLst>
                <a:ext uri="{FF2B5EF4-FFF2-40B4-BE49-F238E27FC236}">
                  <a16:creationId xmlns:a16="http://schemas.microsoft.com/office/drawing/2014/main" id="{ED84A45E-D724-A3A0-8942-C1E82A136AB4}"/>
                </a:ext>
              </a:extLst>
            </p:cNvPr>
            <p:cNvSpPr>
              <a:spLocks/>
            </p:cNvSpPr>
            <p:nvPr/>
          </p:nvSpPr>
          <p:spPr bwMode="auto">
            <a:xfrm>
              <a:off x="7795166" y="7419876"/>
              <a:ext cx="69456" cy="70707"/>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AutoShape 13">
              <a:extLst>
                <a:ext uri="{FF2B5EF4-FFF2-40B4-BE49-F238E27FC236}">
                  <a16:creationId xmlns:a16="http://schemas.microsoft.com/office/drawing/2014/main" id="{F575D6BC-EED0-E27A-6BFF-7F31ADC45B87}"/>
                </a:ext>
              </a:extLst>
            </p:cNvPr>
            <p:cNvSpPr>
              <a:spLocks/>
            </p:cNvSpPr>
            <p:nvPr/>
          </p:nvSpPr>
          <p:spPr bwMode="auto">
            <a:xfrm>
              <a:off x="7680660" y="7305368"/>
              <a:ext cx="57567" cy="58192"/>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AutoShape 14">
              <a:extLst>
                <a:ext uri="{FF2B5EF4-FFF2-40B4-BE49-F238E27FC236}">
                  <a16:creationId xmlns:a16="http://schemas.microsoft.com/office/drawing/2014/main" id="{4F383A43-9CA6-5D6A-11C7-092C789161C1}"/>
                </a:ext>
              </a:extLst>
            </p:cNvPr>
            <p:cNvSpPr>
              <a:spLocks/>
            </p:cNvSpPr>
            <p:nvPr/>
          </p:nvSpPr>
          <p:spPr bwMode="auto">
            <a:xfrm>
              <a:off x="7634980" y="7259689"/>
              <a:ext cx="81970" cy="83222"/>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AutoShape 15">
              <a:extLst>
                <a:ext uri="{FF2B5EF4-FFF2-40B4-BE49-F238E27FC236}">
                  <a16:creationId xmlns:a16="http://schemas.microsoft.com/office/drawing/2014/main" id="{6C38D0E4-AEE2-B4F0-3F1B-0F0A89E6493E}"/>
                </a:ext>
              </a:extLst>
            </p:cNvPr>
            <p:cNvSpPr>
              <a:spLocks/>
            </p:cNvSpPr>
            <p:nvPr/>
          </p:nvSpPr>
          <p:spPr bwMode="auto">
            <a:xfrm>
              <a:off x="7658132" y="7282216"/>
              <a:ext cx="69456" cy="71333"/>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7" name="组合 26">
            <a:extLst>
              <a:ext uri="{FF2B5EF4-FFF2-40B4-BE49-F238E27FC236}">
                <a16:creationId xmlns:a16="http://schemas.microsoft.com/office/drawing/2014/main" id="{4A9D6498-ACB6-771F-5C9B-FB13CAA1EE02}"/>
              </a:ext>
            </a:extLst>
          </p:cNvPr>
          <p:cNvGrpSpPr/>
          <p:nvPr/>
        </p:nvGrpSpPr>
        <p:grpSpPr>
          <a:xfrm>
            <a:off x="3147953" y="2192337"/>
            <a:ext cx="543161" cy="527377"/>
            <a:chOff x="6845312" y="7213386"/>
            <a:chExt cx="366050" cy="355413"/>
          </a:xfrm>
          <a:solidFill>
            <a:schemeClr val="bg1"/>
          </a:solidFill>
        </p:grpSpPr>
        <p:sp>
          <p:nvSpPr>
            <p:cNvPr id="28" name="AutoShape 16">
              <a:extLst>
                <a:ext uri="{FF2B5EF4-FFF2-40B4-BE49-F238E27FC236}">
                  <a16:creationId xmlns:a16="http://schemas.microsoft.com/office/drawing/2014/main" id="{D293B72A-9FD6-5823-C9EF-3314C06EA764}"/>
                </a:ext>
              </a:extLst>
            </p:cNvPr>
            <p:cNvSpPr>
              <a:spLocks/>
            </p:cNvSpPr>
            <p:nvPr/>
          </p:nvSpPr>
          <p:spPr bwMode="auto">
            <a:xfrm>
              <a:off x="7028650" y="7407988"/>
              <a:ext cx="45678" cy="463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29" name="AutoShape 17">
              <a:extLst>
                <a:ext uri="{FF2B5EF4-FFF2-40B4-BE49-F238E27FC236}">
                  <a16:creationId xmlns:a16="http://schemas.microsoft.com/office/drawing/2014/main" id="{6882D3AB-C8F0-E25A-DBBD-3E4D77EEA9F0}"/>
                </a:ext>
              </a:extLst>
            </p:cNvPr>
            <p:cNvSpPr>
              <a:spLocks/>
            </p:cNvSpPr>
            <p:nvPr/>
          </p:nvSpPr>
          <p:spPr bwMode="auto">
            <a:xfrm>
              <a:off x="6845312" y="7213386"/>
              <a:ext cx="366050" cy="355413"/>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30" name="组合 29">
            <a:extLst>
              <a:ext uri="{FF2B5EF4-FFF2-40B4-BE49-F238E27FC236}">
                <a16:creationId xmlns:a16="http://schemas.microsoft.com/office/drawing/2014/main" id="{2F4C27F4-EA96-4B44-116F-3E8B5A6CFF79}"/>
              </a:ext>
            </a:extLst>
          </p:cNvPr>
          <p:cNvGrpSpPr/>
          <p:nvPr/>
        </p:nvGrpSpPr>
        <p:grpSpPr>
          <a:xfrm>
            <a:off x="1720124" y="4754781"/>
            <a:ext cx="456274" cy="457054"/>
            <a:chOff x="6113210" y="7202122"/>
            <a:chExt cx="366050" cy="366676"/>
          </a:xfrm>
          <a:solidFill>
            <a:schemeClr val="bg1"/>
          </a:solidFill>
        </p:grpSpPr>
        <p:sp>
          <p:nvSpPr>
            <p:cNvPr id="31" name="AutoShape 18">
              <a:extLst>
                <a:ext uri="{FF2B5EF4-FFF2-40B4-BE49-F238E27FC236}">
                  <a16:creationId xmlns:a16="http://schemas.microsoft.com/office/drawing/2014/main" id="{7D3AFC9A-6A58-67D6-2982-F0E52247FCB6}"/>
                </a:ext>
              </a:extLst>
            </p:cNvPr>
            <p:cNvSpPr>
              <a:spLocks/>
            </p:cNvSpPr>
            <p:nvPr/>
          </p:nvSpPr>
          <p:spPr bwMode="auto">
            <a:xfrm>
              <a:off x="6113210" y="7202122"/>
              <a:ext cx="366050"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2" name="AutoShape 19">
              <a:extLst>
                <a:ext uri="{FF2B5EF4-FFF2-40B4-BE49-F238E27FC236}">
                  <a16:creationId xmlns:a16="http://schemas.microsoft.com/office/drawing/2014/main" id="{082F9AFE-EF23-914C-FF8D-04F674CF7905}"/>
                </a:ext>
              </a:extLst>
            </p:cNvPr>
            <p:cNvSpPr>
              <a:spLocks/>
            </p:cNvSpPr>
            <p:nvPr/>
          </p:nvSpPr>
          <p:spPr bwMode="auto">
            <a:xfrm>
              <a:off x="6193303"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3" name="AutoShape 20">
              <a:extLst>
                <a:ext uri="{FF2B5EF4-FFF2-40B4-BE49-F238E27FC236}">
                  <a16:creationId xmlns:a16="http://schemas.microsoft.com/office/drawing/2014/main" id="{CC22E42B-E583-4B00-3841-C552CC3D924B}"/>
                </a:ext>
              </a:extLst>
            </p:cNvPr>
            <p:cNvSpPr>
              <a:spLocks/>
            </p:cNvSpPr>
            <p:nvPr/>
          </p:nvSpPr>
          <p:spPr bwMode="auto">
            <a:xfrm>
              <a:off x="6193303"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4" name="AutoShape 21">
              <a:extLst>
                <a:ext uri="{FF2B5EF4-FFF2-40B4-BE49-F238E27FC236}">
                  <a16:creationId xmlns:a16="http://schemas.microsoft.com/office/drawing/2014/main" id="{4472CC18-993D-7E90-D7D8-882D86504132}"/>
                </a:ext>
              </a:extLst>
            </p:cNvPr>
            <p:cNvSpPr>
              <a:spLocks/>
            </p:cNvSpPr>
            <p:nvPr/>
          </p:nvSpPr>
          <p:spPr bwMode="auto">
            <a:xfrm>
              <a:off x="6193303"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5" name="AutoShape 22">
              <a:extLst>
                <a:ext uri="{FF2B5EF4-FFF2-40B4-BE49-F238E27FC236}">
                  <a16:creationId xmlns:a16="http://schemas.microsoft.com/office/drawing/2014/main" id="{CB56C9A7-15F3-1AB1-0B76-DD3DFA5E9E88}"/>
                </a:ext>
              </a:extLst>
            </p:cNvPr>
            <p:cNvSpPr>
              <a:spLocks/>
            </p:cNvSpPr>
            <p:nvPr/>
          </p:nvSpPr>
          <p:spPr bwMode="auto">
            <a:xfrm>
              <a:off x="6273396"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6" name="AutoShape 23">
              <a:extLst>
                <a:ext uri="{FF2B5EF4-FFF2-40B4-BE49-F238E27FC236}">
                  <a16:creationId xmlns:a16="http://schemas.microsoft.com/office/drawing/2014/main" id="{F919BD4D-F030-6CCE-0141-EA5FB7D799AA}"/>
                </a:ext>
              </a:extLst>
            </p:cNvPr>
            <p:cNvSpPr>
              <a:spLocks/>
            </p:cNvSpPr>
            <p:nvPr/>
          </p:nvSpPr>
          <p:spPr bwMode="auto">
            <a:xfrm>
              <a:off x="6273396"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7" name="AutoShape 24">
              <a:extLst>
                <a:ext uri="{FF2B5EF4-FFF2-40B4-BE49-F238E27FC236}">
                  <a16:creationId xmlns:a16="http://schemas.microsoft.com/office/drawing/2014/main" id="{245B2A05-B28A-6570-EFE3-B2E3794D659D}"/>
                </a:ext>
              </a:extLst>
            </p:cNvPr>
            <p:cNvSpPr>
              <a:spLocks/>
            </p:cNvSpPr>
            <p:nvPr/>
          </p:nvSpPr>
          <p:spPr bwMode="auto">
            <a:xfrm>
              <a:off x="6273396"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8" name="AutoShape 25">
              <a:extLst>
                <a:ext uri="{FF2B5EF4-FFF2-40B4-BE49-F238E27FC236}">
                  <a16:creationId xmlns:a16="http://schemas.microsoft.com/office/drawing/2014/main" id="{D9DB2EE9-593C-C78C-7F7C-4E518C5A9411}"/>
                </a:ext>
              </a:extLst>
            </p:cNvPr>
            <p:cNvSpPr>
              <a:spLocks/>
            </p:cNvSpPr>
            <p:nvPr/>
          </p:nvSpPr>
          <p:spPr bwMode="auto">
            <a:xfrm>
              <a:off x="6353490"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39" name="AutoShape 26">
              <a:extLst>
                <a:ext uri="{FF2B5EF4-FFF2-40B4-BE49-F238E27FC236}">
                  <a16:creationId xmlns:a16="http://schemas.microsoft.com/office/drawing/2014/main" id="{B7EBECA1-5C24-8A1D-6C56-9E0751A921EF}"/>
                </a:ext>
              </a:extLst>
            </p:cNvPr>
            <p:cNvSpPr>
              <a:spLocks/>
            </p:cNvSpPr>
            <p:nvPr/>
          </p:nvSpPr>
          <p:spPr bwMode="auto">
            <a:xfrm>
              <a:off x="6353490"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sp>
          <p:nvSpPr>
            <p:cNvPr id="40" name="AutoShape 27">
              <a:extLst>
                <a:ext uri="{FF2B5EF4-FFF2-40B4-BE49-F238E27FC236}">
                  <a16:creationId xmlns:a16="http://schemas.microsoft.com/office/drawing/2014/main" id="{3F1DD3CD-9FFC-435D-1E18-E1D083FDEF7F}"/>
                </a:ext>
              </a:extLst>
            </p:cNvPr>
            <p:cNvSpPr>
              <a:spLocks/>
            </p:cNvSpPr>
            <p:nvPr/>
          </p:nvSpPr>
          <p:spPr bwMode="auto">
            <a:xfrm>
              <a:off x="6353490"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思源黑体 CN Normal" panose="020B0400000000000000" pitchFamily="34" charset="-122"/>
                <a:sym typeface="Arial" panose="020B0604020202020204" pitchFamily="34" charset="0"/>
              </a:endParaRPr>
            </a:p>
          </p:txBody>
        </p:sp>
      </p:grpSp>
      <p:cxnSp>
        <p:nvCxnSpPr>
          <p:cNvPr id="41" name="直线连接符 40">
            <a:extLst>
              <a:ext uri="{FF2B5EF4-FFF2-40B4-BE49-F238E27FC236}">
                <a16:creationId xmlns:a16="http://schemas.microsoft.com/office/drawing/2014/main" id="{D46846CF-9793-2262-D4CA-46BB6024F93C}"/>
              </a:ext>
            </a:extLst>
          </p:cNvPr>
          <p:cNvCxnSpPr>
            <a:cxnSpLocks/>
          </p:cNvCxnSpPr>
          <p:nvPr/>
        </p:nvCxnSpPr>
        <p:spPr>
          <a:xfrm>
            <a:off x="7154774" y="2001217"/>
            <a:ext cx="0" cy="733437"/>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BC9F15E4-9988-8C4C-FBBD-401C8FFB6555}"/>
              </a:ext>
            </a:extLst>
          </p:cNvPr>
          <p:cNvCxnSpPr>
            <a:cxnSpLocks/>
          </p:cNvCxnSpPr>
          <p:nvPr/>
        </p:nvCxnSpPr>
        <p:spPr>
          <a:xfrm>
            <a:off x="7154774" y="3348052"/>
            <a:ext cx="0" cy="733437"/>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C9F9B68E-CF27-BC17-1D9A-01998EEC25E4}"/>
              </a:ext>
            </a:extLst>
          </p:cNvPr>
          <p:cNvCxnSpPr>
            <a:cxnSpLocks/>
          </p:cNvCxnSpPr>
          <p:nvPr/>
        </p:nvCxnSpPr>
        <p:spPr>
          <a:xfrm>
            <a:off x="7154774" y="4687314"/>
            <a:ext cx="0" cy="733437"/>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7F7880A2-1149-EE9B-5913-06D7F4A963E0}"/>
              </a:ext>
            </a:extLst>
          </p:cNvPr>
          <p:cNvSpPr txBox="1"/>
          <p:nvPr/>
        </p:nvSpPr>
        <p:spPr>
          <a:xfrm>
            <a:off x="3412390" y="472058"/>
            <a:ext cx="5367221" cy="523220"/>
          </a:xfrm>
          <a:prstGeom prst="rect">
            <a:avLst/>
          </a:prstGeom>
          <a:noFill/>
        </p:spPr>
        <p:txBody>
          <a:bodyPr wrap="square" rtlCol="0">
            <a:spAutoFit/>
          </a:bodyPr>
          <a:lstStyle/>
          <a:p>
            <a:pPr algn="ctr">
              <a:buSzPct val="25000"/>
            </a:pPr>
            <a:r>
              <a:rPr lang="zh-CN" altLang="en-US" sz="2800" b="1" spc="300" dirty="0">
                <a:latin typeface="思源黑体 CN Heavy" panose="020B0A00000000000000" pitchFamily="34" charset="-122"/>
                <a:ea typeface="思源黑体 CN Heavy" panose="020B0A00000000000000" pitchFamily="34" charset="-122"/>
                <a:sym typeface="Arial" panose="020B0604020202020204" pitchFamily="34" charset="0"/>
              </a:rPr>
              <a:t>上半年工作情况</a:t>
            </a:r>
          </a:p>
        </p:txBody>
      </p:sp>
    </p:spTree>
    <p:extLst>
      <p:ext uri="{BB962C8B-B14F-4D97-AF65-F5344CB8AC3E}">
        <p14:creationId xmlns:p14="http://schemas.microsoft.com/office/powerpoint/2010/main" val="119857346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heckerboard(across)">
                                      <p:cBhvr>
                                        <p:cTn id="10" dur="500"/>
                                        <p:tgtEl>
                                          <p:spTgt spid="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checkerboard(across)">
                                      <p:cBhvr>
                                        <p:cTn id="16" dur="500"/>
                                        <p:tgtEl>
                                          <p:spTgt spid="7"/>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heckerboard(across)">
                                      <p:cBhvr>
                                        <p:cTn id="19" dur="500"/>
                                        <p:tgtEl>
                                          <p:spTgt spid="8"/>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heckerboard(across)">
                                      <p:cBhvr>
                                        <p:cTn id="25" dur="500"/>
                                        <p:tgtEl>
                                          <p:spTgt spid="10"/>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checkerboard(across)">
                                      <p:cBhvr>
                                        <p:cTn id="28" dur="500"/>
                                        <p:tgtEl>
                                          <p:spTgt spid="11"/>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checkerboard(across)">
                                      <p:cBhvr>
                                        <p:cTn id="31" dur="500"/>
                                        <p:tgtEl>
                                          <p:spTgt spid="12"/>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checkerboard(across)">
                                      <p:cBhvr>
                                        <p:cTn id="34" dur="500"/>
                                        <p:tgtEl>
                                          <p:spTgt spid="13"/>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checkerboard(across)">
                                      <p:cBhvr>
                                        <p:cTn id="37" dur="500"/>
                                        <p:tgtEl>
                                          <p:spTgt spid="14"/>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checkerboard(across)">
                                      <p:cBhvr>
                                        <p:cTn id="40" dur="500"/>
                                        <p:tgtEl>
                                          <p:spTgt spid="15"/>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heckerboard(across)">
                                      <p:cBhvr>
                                        <p:cTn id="4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animBg="1"/>
      <p:bldP spid="11" grpId="0" animBg="1"/>
      <p:bldP spid="12" grpId="0" animBg="1"/>
      <p:bldP spid="13" grpId="0" animBg="1"/>
      <p:bldP spid="14"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6DC27E2-8940-BA04-F525-79E11E931224}"/>
              </a:ext>
            </a:extLst>
          </p:cNvPr>
          <p:cNvGrpSpPr/>
          <p:nvPr/>
        </p:nvGrpSpPr>
        <p:grpSpPr>
          <a:xfrm>
            <a:off x="0" y="0"/>
            <a:ext cx="12192000" cy="6858000"/>
            <a:chOff x="0" y="0"/>
            <a:chExt cx="12192000" cy="6858000"/>
          </a:xfrm>
        </p:grpSpPr>
        <p:pic>
          <p:nvPicPr>
            <p:cNvPr id="3" name="图片 2">
              <a:extLst>
                <a:ext uri="{FF2B5EF4-FFF2-40B4-BE49-F238E27FC236}">
                  <a16:creationId xmlns:a16="http://schemas.microsoft.com/office/drawing/2014/main" id="{CFAF5EFA-D487-B338-2979-302C0BD105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图片 4">
              <a:extLst>
                <a:ext uri="{FF2B5EF4-FFF2-40B4-BE49-F238E27FC236}">
                  <a16:creationId xmlns:a16="http://schemas.microsoft.com/office/drawing/2014/main" id="{BD0F10D5-C519-7698-3CF3-65930EBC761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9001" y="0"/>
              <a:ext cx="11302999" cy="6858000"/>
            </a:xfrm>
            <a:prstGeom prst="rect">
              <a:avLst/>
            </a:prstGeom>
          </p:spPr>
        </p:pic>
      </p:grpSp>
      <p:grpSp>
        <p:nvGrpSpPr>
          <p:cNvPr id="7" name="组合 6">
            <a:extLst>
              <a:ext uri="{FF2B5EF4-FFF2-40B4-BE49-F238E27FC236}">
                <a16:creationId xmlns:a16="http://schemas.microsoft.com/office/drawing/2014/main" id="{A54EBD13-1B94-4781-10EF-43F5F498C357}"/>
              </a:ext>
            </a:extLst>
          </p:cNvPr>
          <p:cNvGrpSpPr/>
          <p:nvPr/>
        </p:nvGrpSpPr>
        <p:grpSpPr>
          <a:xfrm>
            <a:off x="522960" y="447886"/>
            <a:ext cx="1992885" cy="691788"/>
            <a:chOff x="5140960" y="527412"/>
            <a:chExt cx="1992885" cy="691788"/>
          </a:xfrm>
        </p:grpSpPr>
        <p:sp>
          <p:nvSpPr>
            <p:cNvPr id="8" name="空心弧 7">
              <a:extLst>
                <a:ext uri="{FF2B5EF4-FFF2-40B4-BE49-F238E27FC236}">
                  <a16:creationId xmlns:a16="http://schemas.microsoft.com/office/drawing/2014/main" id="{9463860F-628B-969C-8E23-5711508C8914}"/>
                </a:ext>
              </a:extLst>
            </p:cNvPr>
            <p:cNvSpPr/>
            <p:nvPr/>
          </p:nvSpPr>
          <p:spPr>
            <a:xfrm>
              <a:off x="5140960" y="670560"/>
              <a:ext cx="548640" cy="548640"/>
            </a:xfrm>
            <a:prstGeom prst="blockArc">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9" name="空心弧 8">
              <a:extLst>
                <a:ext uri="{FF2B5EF4-FFF2-40B4-BE49-F238E27FC236}">
                  <a16:creationId xmlns:a16="http://schemas.microsoft.com/office/drawing/2014/main" id="{DCC0FB9C-AB4B-AA0C-A904-311FEA23CF2C}"/>
                </a:ext>
              </a:extLst>
            </p:cNvPr>
            <p:cNvSpPr/>
            <p:nvPr/>
          </p:nvSpPr>
          <p:spPr>
            <a:xfrm rot="10800000">
              <a:off x="5344160" y="581221"/>
              <a:ext cx="548640" cy="548640"/>
            </a:xfrm>
            <a:prstGeom prst="blockArc">
              <a:avLst/>
            </a:prstGeom>
            <a:solidFill>
              <a:srgbClr val="048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文本框 9">
              <a:extLst>
                <a:ext uri="{FF2B5EF4-FFF2-40B4-BE49-F238E27FC236}">
                  <a16:creationId xmlns:a16="http://schemas.microsoft.com/office/drawing/2014/main" id="{552CD1F5-62FB-6BDF-4987-884B5C3F7BE1}"/>
                </a:ext>
              </a:extLst>
            </p:cNvPr>
            <p:cNvSpPr txBox="1"/>
            <p:nvPr/>
          </p:nvSpPr>
          <p:spPr>
            <a:xfrm>
              <a:off x="5892800" y="527412"/>
              <a:ext cx="1241045" cy="523220"/>
            </a:xfrm>
            <a:prstGeom prst="rect">
              <a:avLst/>
            </a:prstGeom>
            <a:noFill/>
          </p:spPr>
          <p:txBody>
            <a:bodyPr wrap="none" rtlCol="0">
              <a:spAutoFit/>
            </a:bodyPr>
            <a:lstStyle/>
            <a:p>
              <a:r>
                <a:rPr kumimoji="1" lang="en-US" altLang="zh-CN" sz="2800" b="1" dirty="0">
                  <a:solidFill>
                    <a:srgbClr val="2C3139"/>
                  </a:solidFill>
                  <a:ea typeface="+mj-ea"/>
                </a:rPr>
                <a:t>LOGO</a:t>
              </a:r>
              <a:endParaRPr kumimoji="1" lang="zh-CN" altLang="en-US" sz="2800" b="1" dirty="0">
                <a:solidFill>
                  <a:srgbClr val="2C3139"/>
                </a:solidFill>
                <a:ea typeface="+mj-ea"/>
              </a:endParaRPr>
            </a:p>
          </p:txBody>
        </p:sp>
        <p:sp>
          <p:nvSpPr>
            <p:cNvPr id="11" name="文本框 10">
              <a:extLst>
                <a:ext uri="{FF2B5EF4-FFF2-40B4-BE49-F238E27FC236}">
                  <a16:creationId xmlns:a16="http://schemas.microsoft.com/office/drawing/2014/main" id="{9B111029-0403-2AE2-0F64-0664E98AEBE9}"/>
                </a:ext>
              </a:extLst>
            </p:cNvPr>
            <p:cNvSpPr txBox="1"/>
            <p:nvPr/>
          </p:nvSpPr>
          <p:spPr>
            <a:xfrm>
              <a:off x="5912838" y="951887"/>
              <a:ext cx="1200969" cy="215444"/>
            </a:xfrm>
            <a:prstGeom prst="rect">
              <a:avLst/>
            </a:prstGeom>
            <a:noFill/>
          </p:spPr>
          <p:txBody>
            <a:bodyPr wrap="square" rtlCol="0">
              <a:spAutoFit/>
            </a:bodyPr>
            <a:lstStyle/>
            <a:p>
              <a:pPr algn="dist"/>
              <a:r>
                <a:rPr kumimoji="1" lang="en-US" altLang="zh-CN" sz="800" dirty="0">
                  <a:solidFill>
                    <a:srgbClr val="2C3139"/>
                  </a:solidFill>
                  <a:ea typeface="+mj-ea"/>
                </a:rPr>
                <a:t>COMPANY</a:t>
              </a:r>
              <a:r>
                <a:rPr kumimoji="1" lang="zh-CN" altLang="en-US" sz="800" dirty="0">
                  <a:solidFill>
                    <a:srgbClr val="2C3139"/>
                  </a:solidFill>
                  <a:ea typeface="+mj-ea"/>
                </a:rPr>
                <a:t> </a:t>
              </a:r>
              <a:r>
                <a:rPr kumimoji="1" lang="en-US" altLang="zh-CN" sz="800" dirty="0">
                  <a:solidFill>
                    <a:srgbClr val="2C3139"/>
                  </a:solidFill>
                  <a:ea typeface="+mj-ea"/>
                </a:rPr>
                <a:t>SLOGAN</a:t>
              </a:r>
              <a:endParaRPr kumimoji="1" lang="zh-CN" altLang="en-US" sz="800" dirty="0">
                <a:solidFill>
                  <a:srgbClr val="2C3139"/>
                </a:solidFill>
                <a:ea typeface="+mj-ea"/>
              </a:endParaRPr>
            </a:p>
          </p:txBody>
        </p:sp>
      </p:grpSp>
      <p:sp>
        <p:nvSpPr>
          <p:cNvPr id="12" name="文本框 11">
            <a:extLst>
              <a:ext uri="{FF2B5EF4-FFF2-40B4-BE49-F238E27FC236}">
                <a16:creationId xmlns:a16="http://schemas.microsoft.com/office/drawing/2014/main" id="{549BD38D-76EA-EFD3-9080-69CFEA7736FD}"/>
              </a:ext>
            </a:extLst>
          </p:cNvPr>
          <p:cNvSpPr txBox="1"/>
          <p:nvPr/>
        </p:nvSpPr>
        <p:spPr>
          <a:xfrm>
            <a:off x="728781" y="1823897"/>
            <a:ext cx="6406310" cy="2069413"/>
          </a:xfrm>
          <a:prstGeom prst="rect">
            <a:avLst/>
          </a:prstGeom>
          <a:noFill/>
        </p:spPr>
        <p:txBody>
          <a:bodyPr wrap="square" rtlCol="0">
            <a:spAutoFit/>
          </a:bodyPr>
          <a:lstStyle/>
          <a:p>
            <a:pPr>
              <a:lnSpc>
                <a:spcPct val="110000"/>
              </a:lnSpc>
            </a:pPr>
            <a:r>
              <a:rPr kumimoji="1" lang="zh-CN" altLang="en-US" sz="6000" dirty="0">
                <a:solidFill>
                  <a:srgbClr val="2C3139"/>
                </a:solidFill>
                <a:latin typeface="思源黑体 CN Heavy" panose="020B0A00000000000000" pitchFamily="34" charset="-122"/>
                <a:ea typeface="思源黑体 CN Heavy" panose="020B0A00000000000000" pitchFamily="34" charset="-122"/>
              </a:rPr>
              <a:t>简约风部门</a:t>
            </a:r>
            <a:endParaRPr kumimoji="1" lang="en-US" altLang="zh-CN" sz="6000" dirty="0">
              <a:solidFill>
                <a:srgbClr val="2C3139"/>
              </a:solidFill>
              <a:latin typeface="思源黑体 CN Heavy" panose="020B0A00000000000000" pitchFamily="34" charset="-122"/>
              <a:ea typeface="思源黑体 CN Heavy" panose="020B0A00000000000000" pitchFamily="34" charset="-122"/>
            </a:endParaRPr>
          </a:p>
          <a:p>
            <a:pPr>
              <a:lnSpc>
                <a:spcPct val="110000"/>
              </a:lnSpc>
            </a:pPr>
            <a:r>
              <a:rPr kumimoji="1" lang="zh-CN" altLang="en-US" sz="6000" dirty="0">
                <a:solidFill>
                  <a:srgbClr val="2C3139"/>
                </a:solidFill>
                <a:latin typeface="思源黑体 CN Heavy" panose="020B0A00000000000000" pitchFamily="34" charset="-122"/>
                <a:ea typeface="思源黑体 CN Heavy" panose="020B0A00000000000000" pitchFamily="34" charset="-122"/>
              </a:rPr>
              <a:t>年中工作</a:t>
            </a:r>
            <a:r>
              <a:rPr kumimoji="1" lang="zh-CN" altLang="en-US" sz="6000" dirty="0">
                <a:solidFill>
                  <a:srgbClr val="0485A8"/>
                </a:solidFill>
                <a:latin typeface="思源黑体 CN Heavy" panose="020B0A00000000000000" pitchFamily="34" charset="-122"/>
                <a:ea typeface="思源黑体 CN Heavy" panose="020B0A00000000000000" pitchFamily="34" charset="-122"/>
              </a:rPr>
              <a:t>计划总结</a:t>
            </a:r>
          </a:p>
        </p:txBody>
      </p:sp>
      <p:sp>
        <p:nvSpPr>
          <p:cNvPr id="15" name="文本框 14">
            <a:extLst>
              <a:ext uri="{FF2B5EF4-FFF2-40B4-BE49-F238E27FC236}">
                <a16:creationId xmlns:a16="http://schemas.microsoft.com/office/drawing/2014/main" id="{3F2D4319-CD46-AB3F-6CB7-F9F5D790E241}"/>
              </a:ext>
            </a:extLst>
          </p:cNvPr>
          <p:cNvSpPr txBox="1"/>
          <p:nvPr/>
        </p:nvSpPr>
        <p:spPr>
          <a:xfrm>
            <a:off x="744366" y="3974571"/>
            <a:ext cx="5472524" cy="400110"/>
          </a:xfrm>
          <a:prstGeom prst="rect">
            <a:avLst/>
          </a:prstGeom>
          <a:noFill/>
        </p:spPr>
        <p:txBody>
          <a:bodyPr wrap="square" rtlCol="0">
            <a:spAutoFit/>
          </a:bodyPr>
          <a:lstStyle/>
          <a:p>
            <a:r>
              <a:rPr kumimoji="1" lang="en-US" altLang="zh-CN" sz="2000" b="1" dirty="0">
                <a:solidFill>
                  <a:srgbClr val="0485A8"/>
                </a:solidFill>
                <a:ea typeface="+mj-ea"/>
              </a:rPr>
              <a:t>SUMMARY OF THE MID-YEAR WORK PLAN</a:t>
            </a:r>
            <a:endParaRPr kumimoji="1" lang="zh-CN" altLang="en-US" sz="2000" b="1" dirty="0">
              <a:solidFill>
                <a:srgbClr val="0485A8"/>
              </a:solidFill>
              <a:ea typeface="+mj-ea"/>
            </a:endParaRPr>
          </a:p>
        </p:txBody>
      </p:sp>
      <p:sp>
        <p:nvSpPr>
          <p:cNvPr id="16" name="文本框 15">
            <a:extLst>
              <a:ext uri="{FF2B5EF4-FFF2-40B4-BE49-F238E27FC236}">
                <a16:creationId xmlns:a16="http://schemas.microsoft.com/office/drawing/2014/main" id="{C6A98886-608D-908A-62E7-3D39079A475C}"/>
              </a:ext>
            </a:extLst>
          </p:cNvPr>
          <p:cNvSpPr txBox="1"/>
          <p:nvPr/>
        </p:nvSpPr>
        <p:spPr>
          <a:xfrm>
            <a:off x="744367" y="4387433"/>
            <a:ext cx="5351633" cy="568810"/>
          </a:xfrm>
          <a:prstGeom prst="rect">
            <a:avLst/>
          </a:prstGeom>
          <a:noFill/>
        </p:spPr>
        <p:txBody>
          <a:bodyPr wrap="square" rtlCol="0">
            <a:spAutoFit/>
          </a:bodyPr>
          <a:lstStyle/>
          <a:p>
            <a:pPr>
              <a:lnSpc>
                <a:spcPct val="150000"/>
              </a:lnSpc>
            </a:pPr>
            <a:r>
              <a:rPr kumimoji="1" lang="en" altLang="zh-CN" sz="1100" spc="100" dirty="0">
                <a:solidFill>
                  <a:schemeClr val="tx1">
                    <a:lumMod val="50000"/>
                    <a:lumOff val="50000"/>
                  </a:schemeClr>
                </a:solidFill>
              </a:rPr>
              <a:t>your content is entered here, or by copying your text, select paste in this box and choose to retain only text. </a:t>
            </a:r>
          </a:p>
        </p:txBody>
      </p:sp>
      <p:sp>
        <p:nvSpPr>
          <p:cNvPr id="17" name="矩形: 圆角 16">
            <a:extLst>
              <a:ext uri="{FF2B5EF4-FFF2-40B4-BE49-F238E27FC236}">
                <a16:creationId xmlns:a16="http://schemas.microsoft.com/office/drawing/2014/main" id="{B861DD45-FE6E-6350-D9C9-4C0203AA8371}"/>
              </a:ext>
            </a:extLst>
          </p:cNvPr>
          <p:cNvSpPr/>
          <p:nvPr/>
        </p:nvSpPr>
        <p:spPr>
          <a:xfrm>
            <a:off x="845106" y="5338801"/>
            <a:ext cx="1649463" cy="396000"/>
          </a:xfrm>
          <a:prstGeom prst="roundRect">
            <a:avLst>
              <a:gd name="adj" fmla="val 50000"/>
            </a:avLst>
          </a:prstGeom>
          <a:solidFill>
            <a:srgbClr val="79C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300" dirty="0"/>
              <a:t>汇报人：第一</a:t>
            </a:r>
            <a:r>
              <a:rPr lang="en-US" altLang="zh-CN" sz="1300" dirty="0"/>
              <a:t>PPT</a:t>
            </a:r>
            <a:endParaRPr lang="zh-CN" altLang="en-US" sz="1300" dirty="0"/>
          </a:p>
        </p:txBody>
      </p:sp>
      <p:cxnSp>
        <p:nvCxnSpPr>
          <p:cNvPr id="21" name="直接连接符 20">
            <a:extLst>
              <a:ext uri="{FF2B5EF4-FFF2-40B4-BE49-F238E27FC236}">
                <a16:creationId xmlns:a16="http://schemas.microsoft.com/office/drawing/2014/main" id="{D261A2FF-A4D9-1342-A98A-3C63FEC31F72}"/>
              </a:ext>
            </a:extLst>
          </p:cNvPr>
          <p:cNvCxnSpPr/>
          <p:nvPr/>
        </p:nvCxnSpPr>
        <p:spPr>
          <a:xfrm>
            <a:off x="4821382" y="2327564"/>
            <a:ext cx="1395508" cy="0"/>
          </a:xfrm>
          <a:prstGeom prst="line">
            <a:avLst/>
          </a:prstGeom>
          <a:ln w="38100">
            <a:solidFill>
              <a:srgbClr val="79C9E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678128"/>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checkerboard(across)">
                                      <p:cBhvr>
                                        <p:cTn id="15" dur="500"/>
                                        <p:tgtEl>
                                          <p:spTgt spid="15"/>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checkerboard(across)">
                                      <p:cBhvr>
                                        <p:cTn id="19" dur="500"/>
                                        <p:tgtEl>
                                          <p:spTgt spid="16"/>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1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88ku">
      <a:majorFont>
        <a:latin typeface="Arial Black"/>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4792</TotalTime>
  <Words>2140</Words>
  <Application>Microsoft Office PowerPoint</Application>
  <PresentationFormat>宽屏</PresentationFormat>
  <Paragraphs>242</Paragraphs>
  <Slides>20</Slides>
  <Notes>20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20</vt:i4>
      </vt:variant>
    </vt:vector>
  </HeadingPairs>
  <TitlesOfParts>
    <vt:vector size="28" baseType="lpstr">
      <vt:lpstr>DengXian</vt:lpstr>
      <vt:lpstr>思源黑体 CN Heavy</vt:lpstr>
      <vt:lpstr>思源黑体 CN Normal</vt:lpstr>
      <vt:lpstr>微软雅黑</vt:lpstr>
      <vt:lpstr>Arial</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简约商务</dc:title>
  <dc:creator>第一PPT，www.1ppt.com</dc:creator>
  <cp:keywords>www.1ppt.com</cp:keywords>
  <dc:description>第一PPT</dc:description>
  <cp:lastModifiedBy>润徽 姚</cp:lastModifiedBy>
  <cp:revision>674</cp:revision>
  <dcterms:created xsi:type="dcterms:W3CDTF">2018-06-17T04:53:58Z</dcterms:created>
  <dcterms:modified xsi:type="dcterms:W3CDTF">2026-09-04T13:19:51Z</dcterms:modified>
</cp:coreProperties>
</file>