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72" r:id="rId2"/>
    <p:sldMasterId id="2147483784" r:id="rId3"/>
    <p:sldMasterId id="2147483796" r:id="rId4"/>
  </p:sldMasterIdLst>
  <p:notesMasterIdLst>
    <p:notesMasterId r:id="rId29"/>
  </p:notesMasterIdLst>
  <p:sldIdLst>
    <p:sldId id="256" r:id="rId5"/>
    <p:sldId id="259" r:id="rId6"/>
    <p:sldId id="260" r:id="rId7"/>
    <p:sldId id="261" r:id="rId8"/>
    <p:sldId id="262" r:id="rId9"/>
    <p:sldId id="263" r:id="rId10"/>
    <p:sldId id="267" r:id="rId11"/>
    <p:sldId id="268" r:id="rId12"/>
    <p:sldId id="269" r:id="rId13"/>
    <p:sldId id="270" r:id="rId14"/>
    <p:sldId id="264" r:id="rId15"/>
    <p:sldId id="271" r:id="rId16"/>
    <p:sldId id="272" r:id="rId17"/>
    <p:sldId id="273" r:id="rId18"/>
    <p:sldId id="265" r:id="rId19"/>
    <p:sldId id="274" r:id="rId20"/>
    <p:sldId id="275" r:id="rId21"/>
    <p:sldId id="278" r:id="rId22"/>
    <p:sldId id="266" r:id="rId23"/>
    <p:sldId id="276" r:id="rId24"/>
    <p:sldId id="277" r:id="rId25"/>
    <p:sldId id="279" r:id="rId26"/>
    <p:sldId id="280" r:id="rId27"/>
    <p:sldId id="281" r:id="rId28"/>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649F"/>
    <a:srgbClr val="5E80B0"/>
    <a:srgbClr val="7DB1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275" autoAdjust="0"/>
    <p:restoredTop sz="94660" autoAdjust="0"/>
  </p:normalViewPr>
  <p:slideViewPr>
    <p:cSldViewPr snapToGrid="0">
      <p:cViewPr varScale="1">
        <p:scale>
          <a:sx n="70" d="100"/>
          <a:sy n="70" d="100"/>
        </p:scale>
        <p:origin x="51" y="48"/>
      </p:cViewPr>
      <p:guideLst>
        <p:guide orient="horz" pos="2160"/>
        <p:guide pos="2880"/>
      </p:guideLst>
    </p:cSldViewPr>
  </p:slideViewPr>
  <p:notesTextViewPr>
    <p:cViewPr>
      <p:scale>
        <a:sx n="1" d="1"/>
        <a:sy n="1" d="1"/>
      </p:scale>
      <p:origin x="0" y="0"/>
    </p:cViewPr>
  </p:notesTextViewPr>
  <p:sorterViewPr showFormatting="0">
    <p:cViewPr>
      <p:scale>
        <a:sx n="100" d="100"/>
        <a:sy n="100" d="100"/>
      </p:scale>
      <p:origin x="0" y="0"/>
    </p:cViewPr>
  </p:sorter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1029E-4C94-4213-86BF-E60BAC2C1456}" type="datetimeFigureOut">
              <a:rPr lang="zh-CN" altLang="en-US" smtClean="0"/>
              <a:t>2026/9/4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CA173-1C42-4226-B669-291C410F467C}" type="slidenum">
              <a:rPr lang="zh-CN" altLang="en-US" smtClean="0"/>
              <a:t>‹#›</a:t>
            </a:fld>
            <a:endParaRPr lang="zh-CN" altLang="en-US"/>
          </a:p>
        </p:txBody>
      </p:sp>
    </p:spTree>
    <p:extLst>
      <p:ext uri="{BB962C8B-B14F-4D97-AF65-F5344CB8AC3E}">
        <p14:creationId xmlns:p14="http://schemas.microsoft.com/office/powerpoint/2010/main" val="1473138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日期占位符 3">
            <a:extLst>
              <a:ext uri="{FF2B5EF4-FFF2-40B4-BE49-F238E27FC236}">
                <a16:creationId xmlns:a16="http://schemas.microsoft.com/office/drawing/2014/main" id="{8E337AA5-012B-44E7-8575-150AE8DC525F}"/>
              </a:ext>
            </a:extLst>
          </p:cNvPr>
          <p:cNvSpPr>
            <a:spLocks noGrp="1"/>
          </p:cNvSpPr>
          <p:nvPr>
            <p:ph type="dt" sz="half" idx="10"/>
          </p:nvPr>
        </p:nvSpPr>
        <p:spPr/>
        <p:txBody>
          <a:bodyPr/>
          <a:lstStyle>
            <a:lvl1pPr>
              <a:defRPr/>
            </a:lvl1pPr>
          </a:lstStyle>
          <a:p>
            <a:pPr>
              <a:defRPr/>
            </a:pPr>
            <a:fld id="{E96EC1F9-23AE-46C2-9F9A-EB678431C4E9}" type="datetimeFigureOut">
              <a:rPr lang="zh-CN" altLang="en-US"/>
              <a:pPr>
                <a:defRPr/>
              </a:pPr>
              <a:t>2026/9/4</a:t>
            </a:fld>
            <a:endParaRPr lang="zh-CN" altLang="en-US"/>
          </a:p>
        </p:txBody>
      </p:sp>
      <p:sp>
        <p:nvSpPr>
          <p:cNvPr id="5" name="页脚占位符 4">
            <a:extLst>
              <a:ext uri="{FF2B5EF4-FFF2-40B4-BE49-F238E27FC236}">
                <a16:creationId xmlns:a16="http://schemas.microsoft.com/office/drawing/2014/main" id="{67188F6A-E77B-4F78-B123-940ABADA47B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F379E67-3A17-438A-A38E-F8B512D1F6A2}"/>
              </a:ext>
            </a:extLst>
          </p:cNvPr>
          <p:cNvSpPr>
            <a:spLocks noGrp="1"/>
          </p:cNvSpPr>
          <p:nvPr>
            <p:ph type="sldNum" sz="quarter" idx="12"/>
          </p:nvPr>
        </p:nvSpPr>
        <p:spPr/>
        <p:txBody>
          <a:bodyPr/>
          <a:lstStyle>
            <a:lvl1pPr>
              <a:defRPr/>
            </a:lvl1pPr>
          </a:lstStyle>
          <a:p>
            <a:pPr>
              <a:defRPr/>
            </a:pPr>
            <a:fld id="{2FB68061-4C23-45A5-8B50-17361C9305FA}" type="slidenum">
              <a:rPr lang="zh-CN" altLang="en-US"/>
              <a:pPr>
                <a:defRPr/>
              </a:pPr>
              <a:t>‹#›</a:t>
            </a:fld>
            <a:endParaRPr lang="zh-CN" altLang="en-US"/>
          </a:p>
        </p:txBody>
      </p:sp>
    </p:spTree>
    <p:extLst>
      <p:ext uri="{BB962C8B-B14F-4D97-AF65-F5344CB8AC3E}">
        <p14:creationId xmlns:p14="http://schemas.microsoft.com/office/powerpoint/2010/main" val="1487671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BA1BF856-C8E3-4482-AEF3-518F32BBDBCA}"/>
              </a:ext>
            </a:extLst>
          </p:cNvPr>
          <p:cNvSpPr>
            <a:spLocks noGrp="1"/>
          </p:cNvSpPr>
          <p:nvPr>
            <p:ph type="dt" sz="half" idx="10"/>
          </p:nvPr>
        </p:nvSpPr>
        <p:spPr/>
        <p:txBody>
          <a:bodyPr/>
          <a:lstStyle>
            <a:lvl1pPr>
              <a:defRPr/>
            </a:lvl1pPr>
          </a:lstStyle>
          <a:p>
            <a:pPr>
              <a:defRPr/>
            </a:pPr>
            <a:fld id="{F1A4365A-F0CB-4D46-8A01-6D126008A2D6}" type="datetimeFigureOut">
              <a:rPr lang="zh-CN" altLang="en-US"/>
              <a:pPr>
                <a:defRPr/>
              </a:pPr>
              <a:t>2026/9/4</a:t>
            </a:fld>
            <a:endParaRPr lang="zh-CN" altLang="en-US"/>
          </a:p>
        </p:txBody>
      </p:sp>
      <p:sp>
        <p:nvSpPr>
          <p:cNvPr id="5" name="页脚占位符 4">
            <a:extLst>
              <a:ext uri="{FF2B5EF4-FFF2-40B4-BE49-F238E27FC236}">
                <a16:creationId xmlns:a16="http://schemas.microsoft.com/office/drawing/2014/main" id="{76E9559E-AF9C-4F93-9019-98D834E4561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BD02425-476B-4AFC-B60D-03D2F7C0AC54}"/>
              </a:ext>
            </a:extLst>
          </p:cNvPr>
          <p:cNvSpPr>
            <a:spLocks noGrp="1"/>
          </p:cNvSpPr>
          <p:nvPr>
            <p:ph type="sldNum" sz="quarter" idx="12"/>
          </p:nvPr>
        </p:nvSpPr>
        <p:spPr/>
        <p:txBody>
          <a:bodyPr/>
          <a:lstStyle>
            <a:lvl1pPr>
              <a:defRPr/>
            </a:lvl1pPr>
          </a:lstStyle>
          <a:p>
            <a:pPr>
              <a:defRPr/>
            </a:pPr>
            <a:fld id="{9BA9615E-16E4-4680-8014-51B3946DD454}" type="slidenum">
              <a:rPr lang="zh-CN" altLang="en-US"/>
              <a:pPr>
                <a:defRPr/>
              </a:pPr>
              <a:t>‹#›</a:t>
            </a:fld>
            <a:endParaRPr lang="zh-CN" altLang="en-US"/>
          </a:p>
        </p:txBody>
      </p:sp>
    </p:spTree>
    <p:extLst>
      <p:ext uri="{BB962C8B-B14F-4D97-AF65-F5344CB8AC3E}">
        <p14:creationId xmlns:p14="http://schemas.microsoft.com/office/powerpoint/2010/main" val="2375571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B532DBC6-11F1-4FCE-BA44-BF8CB0D52A21}"/>
              </a:ext>
            </a:extLst>
          </p:cNvPr>
          <p:cNvSpPr>
            <a:spLocks noGrp="1"/>
          </p:cNvSpPr>
          <p:nvPr>
            <p:ph type="dt" sz="half" idx="10"/>
          </p:nvPr>
        </p:nvSpPr>
        <p:spPr/>
        <p:txBody>
          <a:bodyPr/>
          <a:lstStyle>
            <a:lvl1pPr>
              <a:defRPr/>
            </a:lvl1pPr>
          </a:lstStyle>
          <a:p>
            <a:pPr>
              <a:defRPr/>
            </a:pPr>
            <a:fld id="{6853EE98-342B-4370-8BAE-BB21091FA911}" type="datetimeFigureOut">
              <a:rPr lang="zh-CN" altLang="en-US"/>
              <a:pPr>
                <a:defRPr/>
              </a:pPr>
              <a:t>2026/9/4</a:t>
            </a:fld>
            <a:endParaRPr lang="zh-CN" altLang="en-US"/>
          </a:p>
        </p:txBody>
      </p:sp>
      <p:sp>
        <p:nvSpPr>
          <p:cNvPr id="5" name="页脚占位符 4">
            <a:extLst>
              <a:ext uri="{FF2B5EF4-FFF2-40B4-BE49-F238E27FC236}">
                <a16:creationId xmlns:a16="http://schemas.microsoft.com/office/drawing/2014/main" id="{CEA764B4-ECBA-42D2-AB18-BF79AD09E9B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8DCBAC9-B03E-4988-BDE0-3F630C192010}"/>
              </a:ext>
            </a:extLst>
          </p:cNvPr>
          <p:cNvSpPr>
            <a:spLocks noGrp="1"/>
          </p:cNvSpPr>
          <p:nvPr>
            <p:ph type="sldNum" sz="quarter" idx="12"/>
          </p:nvPr>
        </p:nvSpPr>
        <p:spPr/>
        <p:txBody>
          <a:bodyPr/>
          <a:lstStyle>
            <a:lvl1pPr>
              <a:defRPr/>
            </a:lvl1pPr>
          </a:lstStyle>
          <a:p>
            <a:pPr>
              <a:defRPr/>
            </a:pPr>
            <a:fld id="{4E10049C-5E59-424C-94EE-5C1C2C0F458C}" type="slidenum">
              <a:rPr lang="zh-CN" altLang="en-US"/>
              <a:pPr>
                <a:defRPr/>
              </a:pPr>
              <a:t>‹#›</a:t>
            </a:fld>
            <a:endParaRPr lang="zh-CN" altLang="en-US"/>
          </a:p>
        </p:txBody>
      </p:sp>
    </p:spTree>
    <p:extLst>
      <p:ext uri="{BB962C8B-B14F-4D97-AF65-F5344CB8AC3E}">
        <p14:creationId xmlns:p14="http://schemas.microsoft.com/office/powerpoint/2010/main" val="2405382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B8C4AA40-E426-44CD-87F3-5B8126C93E76}"/>
              </a:ext>
            </a:extLst>
          </p:cNvPr>
          <p:cNvSpPr>
            <a:spLocks noGrp="1"/>
          </p:cNvSpPr>
          <p:nvPr>
            <p:ph type="dt" sz="half" idx="10"/>
          </p:nvPr>
        </p:nvSpPr>
        <p:spPr/>
        <p:txBody>
          <a:bodyPr/>
          <a:lstStyle>
            <a:lvl1pPr>
              <a:defRPr/>
            </a:lvl1pPr>
          </a:lstStyle>
          <a:p>
            <a:pPr>
              <a:defRPr/>
            </a:pPr>
            <a:fld id="{21396011-453D-4BE7-9436-1188581E2634}" type="datetimeFigureOut">
              <a:rPr lang="zh-CN" altLang="en-US"/>
              <a:pPr>
                <a:defRPr/>
              </a:pPr>
              <a:t>2026/9/4</a:t>
            </a:fld>
            <a:endParaRPr lang="zh-CN" altLang="en-US"/>
          </a:p>
        </p:txBody>
      </p:sp>
      <p:sp>
        <p:nvSpPr>
          <p:cNvPr id="6" name="页脚占位符 4">
            <a:extLst>
              <a:ext uri="{FF2B5EF4-FFF2-40B4-BE49-F238E27FC236}">
                <a16:creationId xmlns:a16="http://schemas.microsoft.com/office/drawing/2014/main" id="{DD5BC875-DAD6-4908-B4DC-31DBCF1D413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02F35910-5CFC-4AA4-8F3D-B5401E1CFC9A}"/>
              </a:ext>
            </a:extLst>
          </p:cNvPr>
          <p:cNvSpPr>
            <a:spLocks noGrp="1"/>
          </p:cNvSpPr>
          <p:nvPr>
            <p:ph type="sldNum" sz="quarter" idx="12"/>
          </p:nvPr>
        </p:nvSpPr>
        <p:spPr/>
        <p:txBody>
          <a:bodyPr/>
          <a:lstStyle>
            <a:lvl1pPr>
              <a:defRPr/>
            </a:lvl1pPr>
          </a:lstStyle>
          <a:p>
            <a:pPr>
              <a:defRPr/>
            </a:pPr>
            <a:fld id="{62EAA43E-4E42-41FD-95EB-1864143DCD8C}" type="slidenum">
              <a:rPr lang="zh-CN" altLang="en-US"/>
              <a:pPr>
                <a:defRPr/>
              </a:pPr>
              <a:t>‹#›</a:t>
            </a:fld>
            <a:endParaRPr lang="zh-CN" altLang="en-US"/>
          </a:p>
        </p:txBody>
      </p:sp>
    </p:spTree>
    <p:extLst>
      <p:ext uri="{BB962C8B-B14F-4D97-AF65-F5344CB8AC3E}">
        <p14:creationId xmlns:p14="http://schemas.microsoft.com/office/powerpoint/2010/main" val="2536698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A9584C3A-53FA-4E72-8590-DFE0CED0F68C}"/>
              </a:ext>
            </a:extLst>
          </p:cNvPr>
          <p:cNvSpPr>
            <a:spLocks noGrp="1"/>
          </p:cNvSpPr>
          <p:nvPr>
            <p:ph type="dt" sz="half" idx="10"/>
          </p:nvPr>
        </p:nvSpPr>
        <p:spPr/>
        <p:txBody>
          <a:bodyPr/>
          <a:lstStyle>
            <a:lvl1pPr>
              <a:defRPr/>
            </a:lvl1pPr>
          </a:lstStyle>
          <a:p>
            <a:pPr>
              <a:defRPr/>
            </a:pPr>
            <a:fld id="{2DB1EC62-347D-4A98-921E-5479D47C56BC}" type="datetimeFigureOut">
              <a:rPr lang="zh-CN" altLang="en-US"/>
              <a:pPr>
                <a:defRPr/>
              </a:pPr>
              <a:t>2026/9/4</a:t>
            </a:fld>
            <a:endParaRPr lang="zh-CN" altLang="en-US"/>
          </a:p>
        </p:txBody>
      </p:sp>
      <p:sp>
        <p:nvSpPr>
          <p:cNvPr id="8" name="页脚占位符 4">
            <a:extLst>
              <a:ext uri="{FF2B5EF4-FFF2-40B4-BE49-F238E27FC236}">
                <a16:creationId xmlns:a16="http://schemas.microsoft.com/office/drawing/2014/main" id="{7CAB477E-6A3E-4E13-9E6B-4A9818E2D70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7BF56E63-652D-4973-AAD9-E7EDE4330EE7}"/>
              </a:ext>
            </a:extLst>
          </p:cNvPr>
          <p:cNvSpPr>
            <a:spLocks noGrp="1"/>
          </p:cNvSpPr>
          <p:nvPr>
            <p:ph type="sldNum" sz="quarter" idx="12"/>
          </p:nvPr>
        </p:nvSpPr>
        <p:spPr/>
        <p:txBody>
          <a:bodyPr/>
          <a:lstStyle>
            <a:lvl1pPr>
              <a:defRPr/>
            </a:lvl1pPr>
          </a:lstStyle>
          <a:p>
            <a:pPr>
              <a:defRPr/>
            </a:pPr>
            <a:fld id="{AC6C5647-07D8-4AFC-B347-73DA68F3AADD}" type="slidenum">
              <a:rPr lang="zh-CN" altLang="en-US"/>
              <a:pPr>
                <a:defRPr/>
              </a:pPr>
              <a:t>‹#›</a:t>
            </a:fld>
            <a:endParaRPr lang="zh-CN" altLang="en-US"/>
          </a:p>
        </p:txBody>
      </p:sp>
    </p:spTree>
    <p:extLst>
      <p:ext uri="{BB962C8B-B14F-4D97-AF65-F5344CB8AC3E}">
        <p14:creationId xmlns:p14="http://schemas.microsoft.com/office/powerpoint/2010/main" val="1012065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7AA686C4-323C-45C1-A8AF-4F3CD4E6F0D4}"/>
              </a:ext>
            </a:extLst>
          </p:cNvPr>
          <p:cNvSpPr>
            <a:spLocks noGrp="1"/>
          </p:cNvSpPr>
          <p:nvPr>
            <p:ph type="dt" sz="half" idx="10"/>
          </p:nvPr>
        </p:nvSpPr>
        <p:spPr/>
        <p:txBody>
          <a:bodyPr/>
          <a:lstStyle>
            <a:lvl1pPr>
              <a:defRPr/>
            </a:lvl1pPr>
          </a:lstStyle>
          <a:p>
            <a:pPr>
              <a:defRPr/>
            </a:pPr>
            <a:fld id="{35EBAAC5-2BFE-4A0C-9A02-E5E659A03C10}" type="datetimeFigureOut">
              <a:rPr lang="zh-CN" altLang="en-US"/>
              <a:pPr>
                <a:defRPr/>
              </a:pPr>
              <a:t>2026/9/4</a:t>
            </a:fld>
            <a:endParaRPr lang="zh-CN" altLang="en-US"/>
          </a:p>
        </p:txBody>
      </p:sp>
      <p:sp>
        <p:nvSpPr>
          <p:cNvPr id="4" name="页脚占位符 4">
            <a:extLst>
              <a:ext uri="{FF2B5EF4-FFF2-40B4-BE49-F238E27FC236}">
                <a16:creationId xmlns:a16="http://schemas.microsoft.com/office/drawing/2014/main" id="{5793467F-B963-4B8D-BC58-3C705BEAC40C}"/>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A414C2B-BBBB-45DF-8603-FCD86CEC7E05}"/>
              </a:ext>
            </a:extLst>
          </p:cNvPr>
          <p:cNvSpPr>
            <a:spLocks noGrp="1"/>
          </p:cNvSpPr>
          <p:nvPr>
            <p:ph type="sldNum" sz="quarter" idx="12"/>
          </p:nvPr>
        </p:nvSpPr>
        <p:spPr/>
        <p:txBody>
          <a:bodyPr/>
          <a:lstStyle>
            <a:lvl1pPr>
              <a:defRPr/>
            </a:lvl1pPr>
          </a:lstStyle>
          <a:p>
            <a:pPr>
              <a:defRPr/>
            </a:pPr>
            <a:fld id="{9AE887F6-2C8B-4822-A827-641DC9AD62B5}" type="slidenum">
              <a:rPr lang="zh-CN" altLang="en-US"/>
              <a:pPr>
                <a:defRPr/>
              </a:pPr>
              <a:t>‹#›</a:t>
            </a:fld>
            <a:endParaRPr lang="zh-CN" altLang="en-US"/>
          </a:p>
        </p:txBody>
      </p:sp>
    </p:spTree>
    <p:extLst>
      <p:ext uri="{BB962C8B-B14F-4D97-AF65-F5344CB8AC3E}">
        <p14:creationId xmlns:p14="http://schemas.microsoft.com/office/powerpoint/2010/main" val="3502863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BBDD63D-AB4C-46A5-97E0-3D1AD8FB19F2}"/>
              </a:ext>
            </a:extLst>
          </p:cNvPr>
          <p:cNvSpPr>
            <a:spLocks noGrp="1"/>
          </p:cNvSpPr>
          <p:nvPr>
            <p:ph type="dt" sz="half" idx="10"/>
          </p:nvPr>
        </p:nvSpPr>
        <p:spPr/>
        <p:txBody>
          <a:bodyPr/>
          <a:lstStyle>
            <a:lvl1pPr>
              <a:defRPr/>
            </a:lvl1pPr>
          </a:lstStyle>
          <a:p>
            <a:pPr>
              <a:defRPr/>
            </a:pPr>
            <a:fld id="{C69A6973-B181-4F3B-82E4-3F8DC806D93F}" type="datetimeFigureOut">
              <a:rPr lang="zh-CN" altLang="en-US"/>
              <a:pPr>
                <a:defRPr/>
              </a:pPr>
              <a:t>2026/9/4</a:t>
            </a:fld>
            <a:endParaRPr lang="zh-CN" altLang="en-US"/>
          </a:p>
        </p:txBody>
      </p:sp>
      <p:sp>
        <p:nvSpPr>
          <p:cNvPr id="3" name="页脚占位符 4">
            <a:extLst>
              <a:ext uri="{FF2B5EF4-FFF2-40B4-BE49-F238E27FC236}">
                <a16:creationId xmlns:a16="http://schemas.microsoft.com/office/drawing/2014/main" id="{F21B5375-8F0D-4433-B5D7-3CEC4A4BB4D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3BDC694D-4698-47BF-B224-FA4BAA8467F4}"/>
              </a:ext>
            </a:extLst>
          </p:cNvPr>
          <p:cNvSpPr>
            <a:spLocks noGrp="1"/>
          </p:cNvSpPr>
          <p:nvPr>
            <p:ph type="sldNum" sz="quarter" idx="12"/>
          </p:nvPr>
        </p:nvSpPr>
        <p:spPr/>
        <p:txBody>
          <a:bodyPr/>
          <a:lstStyle>
            <a:lvl1pPr>
              <a:defRPr/>
            </a:lvl1pPr>
          </a:lstStyle>
          <a:p>
            <a:pPr>
              <a:defRPr/>
            </a:pPr>
            <a:fld id="{F068435F-9FE8-418C-990F-B94AB6383485}" type="slidenum">
              <a:rPr lang="zh-CN" altLang="en-US"/>
              <a:pPr>
                <a:defRPr/>
              </a:pPr>
              <a:t>‹#›</a:t>
            </a:fld>
            <a:endParaRPr lang="zh-CN" altLang="en-US"/>
          </a:p>
        </p:txBody>
      </p:sp>
    </p:spTree>
    <p:extLst>
      <p:ext uri="{BB962C8B-B14F-4D97-AF65-F5344CB8AC3E}">
        <p14:creationId xmlns:p14="http://schemas.microsoft.com/office/powerpoint/2010/main" val="3327367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735D9E8-E0F0-4EB1-AAE4-5CD6C3241159}"/>
              </a:ext>
            </a:extLst>
          </p:cNvPr>
          <p:cNvSpPr>
            <a:spLocks noGrp="1"/>
          </p:cNvSpPr>
          <p:nvPr>
            <p:ph type="dt" sz="half" idx="10"/>
          </p:nvPr>
        </p:nvSpPr>
        <p:spPr/>
        <p:txBody>
          <a:bodyPr/>
          <a:lstStyle>
            <a:lvl1pPr>
              <a:defRPr/>
            </a:lvl1pPr>
          </a:lstStyle>
          <a:p>
            <a:pPr>
              <a:defRPr/>
            </a:pPr>
            <a:fld id="{127C6611-C4CB-4BA6-B035-A55273F25979}" type="datetimeFigureOut">
              <a:rPr lang="zh-CN" altLang="en-US"/>
              <a:pPr>
                <a:defRPr/>
              </a:pPr>
              <a:t>2026/9/4</a:t>
            </a:fld>
            <a:endParaRPr lang="zh-CN" altLang="en-US"/>
          </a:p>
        </p:txBody>
      </p:sp>
      <p:sp>
        <p:nvSpPr>
          <p:cNvPr id="3" name="页脚占位符 4">
            <a:extLst>
              <a:ext uri="{FF2B5EF4-FFF2-40B4-BE49-F238E27FC236}">
                <a16:creationId xmlns:a16="http://schemas.microsoft.com/office/drawing/2014/main" id="{0C352B22-210C-45B4-BB61-C7744802D37C}"/>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42CBF046-B4F4-444E-97E1-60C7ED358505}"/>
              </a:ext>
            </a:extLst>
          </p:cNvPr>
          <p:cNvSpPr>
            <a:spLocks noGrp="1"/>
          </p:cNvSpPr>
          <p:nvPr>
            <p:ph type="sldNum" sz="quarter" idx="12"/>
          </p:nvPr>
        </p:nvSpPr>
        <p:spPr/>
        <p:txBody>
          <a:bodyPr/>
          <a:lstStyle>
            <a:lvl1pPr>
              <a:defRPr/>
            </a:lvl1pPr>
          </a:lstStyle>
          <a:p>
            <a:pPr>
              <a:defRPr/>
            </a:pPr>
            <a:fld id="{6ED60EC5-1F68-43A4-8033-85A1E47CD70C}" type="slidenum">
              <a:rPr lang="zh-CN" altLang="en-US"/>
              <a:pPr>
                <a:defRPr/>
              </a:pPr>
              <a:t>‹#›</a:t>
            </a:fld>
            <a:endParaRPr lang="zh-CN" altLang="en-US"/>
          </a:p>
        </p:txBody>
      </p:sp>
    </p:spTree>
    <p:extLst>
      <p:ext uri="{BB962C8B-B14F-4D97-AF65-F5344CB8AC3E}">
        <p14:creationId xmlns:p14="http://schemas.microsoft.com/office/powerpoint/2010/main" val="2488144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E033C0E7-C2D0-4514-ACC1-BFBD181E42B9}"/>
              </a:ext>
            </a:extLst>
          </p:cNvPr>
          <p:cNvSpPr>
            <a:spLocks noGrp="1"/>
          </p:cNvSpPr>
          <p:nvPr>
            <p:ph type="dt" sz="half" idx="10"/>
          </p:nvPr>
        </p:nvSpPr>
        <p:spPr/>
        <p:txBody>
          <a:bodyPr/>
          <a:lstStyle>
            <a:lvl1pPr>
              <a:defRPr/>
            </a:lvl1pPr>
          </a:lstStyle>
          <a:p>
            <a:pPr>
              <a:defRPr/>
            </a:pPr>
            <a:fld id="{9A91152E-3773-4828-A481-3BBADD8182E6}" type="datetimeFigureOut">
              <a:rPr lang="zh-CN" altLang="en-US"/>
              <a:pPr>
                <a:defRPr/>
              </a:pPr>
              <a:t>2026/9/4</a:t>
            </a:fld>
            <a:endParaRPr lang="zh-CN" altLang="en-US"/>
          </a:p>
        </p:txBody>
      </p:sp>
      <p:sp>
        <p:nvSpPr>
          <p:cNvPr id="3" name="页脚占位符 4">
            <a:extLst>
              <a:ext uri="{FF2B5EF4-FFF2-40B4-BE49-F238E27FC236}">
                <a16:creationId xmlns:a16="http://schemas.microsoft.com/office/drawing/2014/main" id="{0966F2D8-210D-439F-92F1-EEB1856E54D1}"/>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72772863-E515-4AE9-9C02-34A88FA6CB8E}"/>
              </a:ext>
            </a:extLst>
          </p:cNvPr>
          <p:cNvSpPr>
            <a:spLocks noGrp="1"/>
          </p:cNvSpPr>
          <p:nvPr>
            <p:ph type="sldNum" sz="quarter" idx="12"/>
          </p:nvPr>
        </p:nvSpPr>
        <p:spPr/>
        <p:txBody>
          <a:bodyPr/>
          <a:lstStyle>
            <a:lvl1pPr>
              <a:defRPr/>
            </a:lvl1pPr>
          </a:lstStyle>
          <a:p>
            <a:pPr>
              <a:defRPr/>
            </a:pPr>
            <a:fld id="{98252C27-6C02-449A-826C-B06AD7EC37CC}" type="slidenum">
              <a:rPr lang="zh-CN" altLang="en-US"/>
              <a:pPr>
                <a:defRPr/>
              </a:pPr>
              <a:t>‹#›</a:t>
            </a:fld>
            <a:endParaRPr lang="zh-CN" altLang="en-US"/>
          </a:p>
        </p:txBody>
      </p:sp>
    </p:spTree>
    <p:extLst>
      <p:ext uri="{BB962C8B-B14F-4D97-AF65-F5344CB8AC3E}">
        <p14:creationId xmlns:p14="http://schemas.microsoft.com/office/powerpoint/2010/main" val="2254553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A7080A9F-FDCA-40A8-B195-7CF800FD7480}"/>
              </a:ext>
            </a:extLst>
          </p:cNvPr>
          <p:cNvSpPr>
            <a:spLocks noGrp="1"/>
          </p:cNvSpPr>
          <p:nvPr>
            <p:ph type="dt" sz="half" idx="10"/>
          </p:nvPr>
        </p:nvSpPr>
        <p:spPr/>
        <p:txBody>
          <a:bodyPr/>
          <a:lstStyle>
            <a:lvl1pPr>
              <a:defRPr/>
            </a:lvl1pPr>
          </a:lstStyle>
          <a:p>
            <a:pPr>
              <a:defRPr/>
            </a:pPr>
            <a:fld id="{62206DFD-FF14-4E71-B6B1-F326971755E6}" type="datetimeFigureOut">
              <a:rPr lang="zh-CN" altLang="en-US"/>
              <a:pPr>
                <a:defRPr/>
              </a:pPr>
              <a:t>2026/9/4</a:t>
            </a:fld>
            <a:endParaRPr lang="zh-CN" altLang="en-US"/>
          </a:p>
        </p:txBody>
      </p:sp>
      <p:sp>
        <p:nvSpPr>
          <p:cNvPr id="3" name="页脚占位符 4">
            <a:extLst>
              <a:ext uri="{FF2B5EF4-FFF2-40B4-BE49-F238E27FC236}">
                <a16:creationId xmlns:a16="http://schemas.microsoft.com/office/drawing/2014/main" id="{648EF1B9-F6E2-4982-A50B-89BBD4758BA7}"/>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E9170386-EEB9-4C8C-B61B-031119471292}"/>
              </a:ext>
            </a:extLst>
          </p:cNvPr>
          <p:cNvSpPr>
            <a:spLocks noGrp="1"/>
          </p:cNvSpPr>
          <p:nvPr>
            <p:ph type="sldNum" sz="quarter" idx="12"/>
          </p:nvPr>
        </p:nvSpPr>
        <p:spPr/>
        <p:txBody>
          <a:bodyPr/>
          <a:lstStyle>
            <a:lvl1pPr>
              <a:defRPr/>
            </a:lvl1pPr>
          </a:lstStyle>
          <a:p>
            <a:pPr>
              <a:defRPr/>
            </a:pPr>
            <a:fld id="{5C5220C9-5398-427F-A013-579C55CC2E91}" type="slidenum">
              <a:rPr lang="zh-CN" altLang="en-US"/>
              <a:pPr>
                <a:defRPr/>
              </a:pPr>
              <a:t>‹#›</a:t>
            </a:fld>
            <a:endParaRPr lang="zh-CN" altLang="en-US"/>
          </a:p>
        </p:txBody>
      </p:sp>
    </p:spTree>
    <p:extLst>
      <p:ext uri="{BB962C8B-B14F-4D97-AF65-F5344CB8AC3E}">
        <p14:creationId xmlns:p14="http://schemas.microsoft.com/office/powerpoint/2010/main" val="3278171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A34ADD6B-8C02-4ECE-B5CE-22A596E24DFE}"/>
              </a:ext>
            </a:extLst>
          </p:cNvPr>
          <p:cNvSpPr>
            <a:spLocks noGrp="1"/>
          </p:cNvSpPr>
          <p:nvPr>
            <p:ph type="dt" sz="half" idx="10"/>
          </p:nvPr>
        </p:nvSpPr>
        <p:spPr/>
        <p:txBody>
          <a:bodyPr/>
          <a:lstStyle>
            <a:lvl1pPr>
              <a:defRPr/>
            </a:lvl1pPr>
          </a:lstStyle>
          <a:p>
            <a:pPr>
              <a:defRPr/>
            </a:pPr>
            <a:fld id="{0AAE50F9-2A0E-49BA-8A1C-835C098BFE7B}" type="datetimeFigureOut">
              <a:rPr lang="zh-CN" altLang="en-US"/>
              <a:pPr>
                <a:defRPr/>
              </a:pPr>
              <a:t>2026/9/4</a:t>
            </a:fld>
            <a:endParaRPr lang="zh-CN" altLang="en-US"/>
          </a:p>
        </p:txBody>
      </p:sp>
      <p:sp>
        <p:nvSpPr>
          <p:cNvPr id="3" name="页脚占位符 4">
            <a:extLst>
              <a:ext uri="{FF2B5EF4-FFF2-40B4-BE49-F238E27FC236}">
                <a16:creationId xmlns:a16="http://schemas.microsoft.com/office/drawing/2014/main" id="{8847BC2D-F6B4-40C6-ABC7-CC30592CA1C4}"/>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F8F1E621-6DD6-4741-898D-FD0EBEE30E31}"/>
              </a:ext>
            </a:extLst>
          </p:cNvPr>
          <p:cNvSpPr>
            <a:spLocks noGrp="1"/>
          </p:cNvSpPr>
          <p:nvPr>
            <p:ph type="sldNum" sz="quarter" idx="12"/>
          </p:nvPr>
        </p:nvSpPr>
        <p:spPr/>
        <p:txBody>
          <a:bodyPr/>
          <a:lstStyle>
            <a:lvl1pPr>
              <a:defRPr/>
            </a:lvl1pPr>
          </a:lstStyle>
          <a:p>
            <a:pPr>
              <a:defRPr/>
            </a:pPr>
            <a:fld id="{6539BC37-D643-4620-903A-0D018C61960A}" type="slidenum">
              <a:rPr lang="zh-CN" altLang="en-US"/>
              <a:pPr>
                <a:defRPr/>
              </a:pPr>
              <a:t>‹#›</a:t>
            </a:fld>
            <a:endParaRPr lang="zh-CN" altLang="en-US"/>
          </a:p>
        </p:txBody>
      </p:sp>
    </p:spTree>
    <p:extLst>
      <p:ext uri="{BB962C8B-B14F-4D97-AF65-F5344CB8AC3E}">
        <p14:creationId xmlns:p14="http://schemas.microsoft.com/office/powerpoint/2010/main" val="1579659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321204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18833561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203022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23600857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954641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101456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22549493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12397601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14201143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395267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t>‹#›</a:t>
            </a:fld>
            <a:endParaRPr lang="zh-CN" altLang="en-US"/>
          </a:p>
        </p:txBody>
      </p:sp>
    </p:spTree>
    <p:extLst>
      <p:ext uri="{BB962C8B-B14F-4D97-AF65-F5344CB8AC3E}">
        <p14:creationId xmlns:p14="http://schemas.microsoft.com/office/powerpoint/2010/main" val="4525014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1617109873"/>
      </p:ext>
    </p:extLst>
  </p:cSld>
  <p:clrMapOvr>
    <a:masterClrMapping/>
  </p:clrMapOvr>
  <p:transition advTm="2000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2204471170"/>
      </p:ext>
    </p:extLst>
  </p:cSld>
  <p:clrMapOvr>
    <a:masterClrMapping/>
  </p:clrMapOvr>
  <p:transition advTm="2000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3959490262"/>
      </p:ext>
    </p:extLst>
  </p:cSld>
  <p:clrMapOvr>
    <a:masterClrMapping/>
  </p:clrMapOvr>
  <p:transition advTm="2000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3763021590"/>
      </p:ext>
    </p:extLst>
  </p:cSld>
  <p:clrMapOvr>
    <a:masterClrMapping/>
  </p:clrMapOvr>
  <p:transition advTm="2000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440757463"/>
      </p:ext>
    </p:extLst>
  </p:cSld>
  <p:clrMapOvr>
    <a:masterClrMapping/>
  </p:clrMapOvr>
  <p:transition advTm="2000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1624972610"/>
      </p:ext>
    </p:extLst>
  </p:cSld>
  <p:clrMapOvr>
    <a:masterClrMapping/>
  </p:clrMapOvr>
  <p:transition advTm="2000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2493057869"/>
      </p:ext>
    </p:extLst>
  </p:cSld>
  <p:clrMapOvr>
    <a:masterClrMapping/>
  </p:clrMapOvr>
  <p:transition advTm="2000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38729560"/>
      </p:ext>
    </p:extLst>
  </p:cSld>
  <p:clrMapOvr>
    <a:masterClrMapping/>
  </p:clrMapOvr>
  <p:transition advTm="2000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182079955"/>
      </p:ext>
    </p:extLst>
  </p:cSld>
  <p:clrMapOvr>
    <a:masterClrMapping/>
  </p:clrMapOvr>
  <p:transition advTm="2000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3449339933"/>
      </p:ext>
    </p:extLst>
  </p:cSld>
  <p:clrMapOvr>
    <a:masterClrMapping/>
  </p:clrMapOvr>
  <p:transition advTm="2000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CE6E560-ADEC-41E6-854E-DAC06D5AFEC8}"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t>‹#›</a:t>
            </a:fld>
            <a:endParaRPr lang="zh-CN" altLang="en-US"/>
          </a:p>
        </p:txBody>
      </p:sp>
    </p:spTree>
    <p:extLst>
      <p:ext uri="{BB962C8B-B14F-4D97-AF65-F5344CB8AC3E}">
        <p14:creationId xmlns:p14="http://schemas.microsoft.com/office/powerpoint/2010/main" val="1874531153"/>
      </p:ext>
    </p:extLst>
  </p:cSld>
  <p:clrMapOvr>
    <a:masterClrMapping/>
  </p:clrMapOvr>
  <p:transition advTm="2000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2034194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38718999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10102773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9952856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40892650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23290938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4964675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14559584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19368764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27356264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t>‹#›</a:t>
            </a:fld>
            <a:endParaRPr lang="zh-CN" altLang="en-US"/>
          </a:p>
        </p:txBody>
      </p:sp>
    </p:spTree>
    <p:extLst>
      <p:ext uri="{BB962C8B-B14F-4D97-AF65-F5344CB8AC3E}">
        <p14:creationId xmlns:p14="http://schemas.microsoft.com/office/powerpoint/2010/main" val="11047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hyperlink" Target="https://wenku.baidu.com/p/cir201?from=wenku" TargetMode="Externa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hyperlink" Target="http://gzccidtr.yanj.cn/" TargetMode="Externa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4.jpg"/><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hyperlink" Target="https://wenku.baidu.com/p/cir201?from=wenku" TargetMode="Externa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hyperlink" Target="http://gzccidtr.yanj.cn/" TargetMode="Externa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5.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4.jpg"/><Relationship Id="rId2" Type="http://schemas.openxmlformats.org/officeDocument/2006/relationships/slideLayout" Target="../slideLayouts/slideLayout35.xml"/><Relationship Id="rId16" Type="http://schemas.openxmlformats.org/officeDocument/2006/relationships/image" Target="../media/image3.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hyperlink" Target="https://wenku.baidu.com/p/cir201?from=wenku" TargetMode="Externa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hyperlink" Target="http://gzccidtr.yanj.cn/"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D153501F-CA3E-47DB-9106-540AA3E21881}"/>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05736078-2EC3-4E4F-B626-371642E322DF}"/>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DA06860-A6B7-4CE9-8CB1-6AD95E21A4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a:defRPr/>
            </a:pPr>
            <a:fld id="{F156C3B3-7730-416A-AF19-5920DD2A8F31}" type="datetimeFigureOut">
              <a:rPr lang="zh-CN" altLang="en-US"/>
              <a:pPr>
                <a:defRPr/>
              </a:pPr>
              <a:t>2026/9/4</a:t>
            </a:fld>
            <a:endParaRPr lang="zh-CN" altLang="en-US"/>
          </a:p>
        </p:txBody>
      </p:sp>
      <p:sp>
        <p:nvSpPr>
          <p:cNvPr id="5" name="页脚占位符 4">
            <a:extLst>
              <a:ext uri="{FF2B5EF4-FFF2-40B4-BE49-F238E27FC236}">
                <a16:creationId xmlns:a16="http://schemas.microsoft.com/office/drawing/2014/main" id="{6C7EFAB1-BDFA-4503-A421-ED46BD3C96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3382242A-247C-40EF-8CF0-896B794F30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defRPr sz="1200" noProof="1">
                <a:solidFill>
                  <a:schemeClr val="tx1">
                    <a:tint val="75000"/>
                  </a:schemeClr>
                </a:solidFill>
                <a:latin typeface="+mn-lt"/>
                <a:ea typeface="+mn-ea"/>
              </a:defRPr>
            </a:lvl1pPr>
          </a:lstStyle>
          <a:p>
            <a:pPr>
              <a:defRPr/>
            </a:pPr>
            <a:fld id="{79DBD48E-45EE-414C-B22A-618849C4E76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BE5DE4F-9B67-4806-B3E3-17D94004781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1138"/>
            <a:ext cx="12192000" cy="6858000"/>
          </a:xfrm>
          <a:prstGeom prst="rect">
            <a:avLst/>
          </a:prstGeom>
        </p:spPr>
      </p:pic>
      <p:sp>
        <p:nvSpPr>
          <p:cNvPr id="27" name="Rectangle 4">
            <a:extLst>
              <a:ext uri="{FF2B5EF4-FFF2-40B4-BE49-F238E27FC236}">
                <a16:creationId xmlns:a16="http://schemas.microsoft.com/office/drawing/2014/main" id="{85F99949-5A5A-48EB-A99B-7FE0EC2D9893}"/>
              </a:ext>
            </a:extLst>
          </p:cNvPr>
          <p:cNvSpPr/>
          <p:nvPr userDrawn="1"/>
        </p:nvSpPr>
        <p:spPr>
          <a:xfrm>
            <a:off x="16591" y="4869160"/>
            <a:ext cx="12175410" cy="10462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更多共享课件与模板资源下载地址如下，也可以扫描右侧二维码下载。</a:t>
            </a:r>
            <a:endParaRPr lang="en-US" altLang="zh-CN" sz="2400" dirty="0">
              <a:solidFill>
                <a:schemeClr val="tx1"/>
              </a:solidFill>
            </a:endParaRPr>
          </a:p>
          <a:p>
            <a:pPr algn="ctr"/>
            <a:r>
              <a:rPr lang="en-US" altLang="zh-CN" sz="2400" dirty="0">
                <a:solidFill>
                  <a:schemeClr val="tx1"/>
                </a:solidFill>
                <a:hlinkClick r:id="rId14"/>
              </a:rPr>
              <a:t>http://gzccidtr.yanj.cn/</a:t>
            </a:r>
            <a:r>
              <a:rPr lang="en-US" altLang="zh-CN" sz="2400" dirty="0">
                <a:solidFill>
                  <a:schemeClr val="tx1"/>
                </a:solidFill>
              </a:rPr>
              <a:t>   </a:t>
            </a:r>
            <a:r>
              <a:rPr lang="en-US" altLang="zh-CN" sz="2400" dirty="0">
                <a:solidFill>
                  <a:schemeClr val="tx1"/>
                </a:solidFill>
                <a:hlinkClick r:id="rId15"/>
              </a:rPr>
              <a:t>https://wenku.baidu.com/p/cir201?from=wenku</a:t>
            </a:r>
            <a:endParaRPr lang="zh-CN" altLang="en-US" sz="2400" dirty="0">
              <a:solidFill>
                <a:schemeClr val="tx1"/>
              </a:solidFill>
            </a:endParaRPr>
          </a:p>
        </p:txBody>
      </p:sp>
    </p:spTree>
    <p:extLst>
      <p:ext uri="{BB962C8B-B14F-4D97-AF65-F5344CB8AC3E}">
        <p14:creationId xmlns:p14="http://schemas.microsoft.com/office/powerpoint/2010/main" val="691845588"/>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E6E560-ADEC-41E6-854E-DAC06D5AFEC8}" type="datetimeFigureOut">
              <a:rPr lang="zh-CN" altLang="en-US" smtClean="0"/>
              <a:t>2026/9/4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D4D1AA-1B48-4F17-8DC6-3D113FDD2CC1}" type="slidenum">
              <a:rPr lang="zh-CN" altLang="en-US" smtClean="0"/>
              <a:t>‹#›</a:t>
            </a:fld>
            <a:endParaRPr lang="zh-CN" altLang="en-US"/>
          </a:p>
        </p:txBody>
      </p:sp>
      <p:pic>
        <p:nvPicPr>
          <p:cNvPr id="10" name="图片 9" descr="图片包含 地图, 文字&#10;&#10;已生成极高可信度的说明">
            <a:extLst>
              <a:ext uri="{FF2B5EF4-FFF2-40B4-BE49-F238E27FC236}">
                <a16:creationId xmlns:a16="http://schemas.microsoft.com/office/drawing/2014/main" id="{A7C9D9C3-639B-428A-B344-F8EDE6252184}"/>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6590" y="0"/>
            <a:ext cx="12216660" cy="6137413"/>
          </a:xfrm>
          <a:prstGeom prst="rect">
            <a:avLst/>
          </a:prstGeom>
        </p:spPr>
      </p:pic>
      <p:sp>
        <p:nvSpPr>
          <p:cNvPr id="11" name="Rectangle 4">
            <a:extLst>
              <a:ext uri="{FF2B5EF4-FFF2-40B4-BE49-F238E27FC236}">
                <a16:creationId xmlns:a16="http://schemas.microsoft.com/office/drawing/2014/main" id="{7E467637-0C2B-424B-AB21-09B930DE044A}"/>
              </a:ext>
            </a:extLst>
          </p:cNvPr>
          <p:cNvSpPr/>
          <p:nvPr userDrawn="1"/>
        </p:nvSpPr>
        <p:spPr>
          <a:xfrm>
            <a:off x="16591" y="5805264"/>
            <a:ext cx="12175410" cy="10462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更多共享课件与模板资源下载地址如下，也可以扫描右侧二维码下载。</a:t>
            </a:r>
            <a:endParaRPr lang="en-US" altLang="zh-CN" sz="2400" dirty="0">
              <a:solidFill>
                <a:schemeClr val="tx1"/>
              </a:solidFill>
            </a:endParaRPr>
          </a:p>
          <a:p>
            <a:pPr algn="ctr"/>
            <a:r>
              <a:rPr lang="en-US" altLang="zh-CN" sz="2400" dirty="0">
                <a:solidFill>
                  <a:schemeClr val="tx1"/>
                </a:solidFill>
                <a:hlinkClick r:id="rId14"/>
              </a:rPr>
              <a:t>http://gzccidtr.yanj.cn/</a:t>
            </a:r>
            <a:r>
              <a:rPr lang="en-US" altLang="zh-CN" sz="2400" dirty="0">
                <a:solidFill>
                  <a:schemeClr val="tx1"/>
                </a:solidFill>
              </a:rPr>
              <a:t>   </a:t>
            </a:r>
            <a:r>
              <a:rPr lang="en-US" altLang="zh-CN" sz="2400" dirty="0">
                <a:solidFill>
                  <a:schemeClr val="tx1"/>
                </a:solidFill>
                <a:hlinkClick r:id="rId15"/>
              </a:rPr>
              <a:t>https://wenku.baidu.com/p/cir201?from=wenku</a:t>
            </a:r>
            <a:endParaRPr lang="zh-CN" altLang="en-US" sz="2400" dirty="0">
              <a:solidFill>
                <a:schemeClr val="tx1"/>
              </a:solidFill>
            </a:endParaRPr>
          </a:p>
        </p:txBody>
      </p:sp>
      <p:pic>
        <p:nvPicPr>
          <p:cNvPr id="13" name="图片 12">
            <a:extLst>
              <a:ext uri="{FF2B5EF4-FFF2-40B4-BE49-F238E27FC236}">
                <a16:creationId xmlns:a16="http://schemas.microsoft.com/office/drawing/2014/main" id="{E5AFA694-6785-4633-8470-12BA3E71F180}"/>
              </a:ext>
            </a:extLst>
          </p:cNvPr>
          <p:cNvPicPr>
            <a:picLocks noChangeAspect="1"/>
          </p:cNvPicPr>
          <p:nvPr userDrawn="1"/>
        </p:nvPicPr>
        <p:blipFill>
          <a:blip r:embed="rId1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303912" y="331914"/>
            <a:ext cx="1358774" cy="1358774"/>
          </a:xfrm>
          <a:prstGeom prst="rect">
            <a:avLst/>
          </a:prstGeom>
        </p:spPr>
      </p:pic>
      <p:pic>
        <p:nvPicPr>
          <p:cNvPr id="14" name="图片 13">
            <a:extLst>
              <a:ext uri="{FF2B5EF4-FFF2-40B4-BE49-F238E27FC236}">
                <a16:creationId xmlns:a16="http://schemas.microsoft.com/office/drawing/2014/main" id="{397DB0E8-32A8-4CAB-90D5-A1D55080A505}"/>
              </a:ext>
            </a:extLst>
          </p:cNvPr>
          <p:cNvPicPr>
            <a:picLocks noChangeAspect="1"/>
          </p:cNvPicPr>
          <p:nvPr userDrawn="1"/>
        </p:nvPicPr>
        <p:blipFill rotWithShape="1">
          <a:blip r:embed="rId17">
            <a:duotone>
              <a:schemeClr val="accent2">
                <a:shade val="45000"/>
                <a:satMod val="135000"/>
              </a:schemeClr>
              <a:prstClr val="white"/>
            </a:duotone>
            <a:extLst>
              <a:ext uri="{28A0092B-C50C-407E-A947-70E740481C1C}">
                <a14:useLocalDpi xmlns:a14="http://schemas.microsoft.com/office/drawing/2010/main" val="0"/>
              </a:ext>
            </a:extLst>
          </a:blip>
          <a:srcRect l="85604" t="79479" r="-399" b="199"/>
          <a:stretch/>
        </p:blipFill>
        <p:spPr>
          <a:xfrm>
            <a:off x="5303912" y="4081762"/>
            <a:ext cx="1728192" cy="1588565"/>
          </a:xfrm>
          <a:prstGeom prst="rect">
            <a:avLst/>
          </a:prstGeom>
        </p:spPr>
      </p:pic>
    </p:spTree>
    <p:extLst>
      <p:ext uri="{BB962C8B-B14F-4D97-AF65-F5344CB8AC3E}">
        <p14:creationId xmlns:p14="http://schemas.microsoft.com/office/powerpoint/2010/main" val="734063915"/>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transition advTm="2000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3" name="图片 22" descr="图片包含 文字, 屏幕截图&#10;&#10;已生成高可信度的说明">
            <a:extLst>
              <a:ext uri="{FF2B5EF4-FFF2-40B4-BE49-F238E27FC236}">
                <a16:creationId xmlns:a16="http://schemas.microsoft.com/office/drawing/2014/main" id="{2FD2FDE6-3952-4790-A588-AB4A52DCFBA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107609" cy="6858000"/>
          </a:xfrm>
          <a:prstGeom prst="rect">
            <a:avLst/>
          </a:prstGeom>
        </p:spPr>
      </p:pic>
      <p:sp>
        <p:nvSpPr>
          <p:cNvPr id="24" name="Rectangle 4">
            <a:extLst>
              <a:ext uri="{FF2B5EF4-FFF2-40B4-BE49-F238E27FC236}">
                <a16:creationId xmlns:a16="http://schemas.microsoft.com/office/drawing/2014/main" id="{CAD54E5E-15FF-4E0E-9110-193CC2BF8CE9}"/>
              </a:ext>
            </a:extLst>
          </p:cNvPr>
          <p:cNvSpPr/>
          <p:nvPr userDrawn="1"/>
        </p:nvSpPr>
        <p:spPr>
          <a:xfrm>
            <a:off x="16591" y="6165304"/>
            <a:ext cx="12175410" cy="6862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更多共享课件与模板资源下载地址如下，也可以扫描右侧二维码下载。</a:t>
            </a:r>
            <a:endParaRPr lang="en-US" altLang="zh-CN" sz="2400" dirty="0">
              <a:solidFill>
                <a:schemeClr val="tx1"/>
              </a:solidFill>
            </a:endParaRPr>
          </a:p>
          <a:p>
            <a:pPr algn="ctr"/>
            <a:r>
              <a:rPr lang="en-US" altLang="zh-CN" sz="2400" dirty="0">
                <a:solidFill>
                  <a:schemeClr val="tx1"/>
                </a:solidFill>
                <a:hlinkClick r:id="rId14"/>
              </a:rPr>
              <a:t>http://gzccidtr.yanj.cn/</a:t>
            </a:r>
            <a:r>
              <a:rPr lang="en-US" altLang="zh-CN" sz="2400" dirty="0">
                <a:solidFill>
                  <a:schemeClr val="tx1"/>
                </a:solidFill>
              </a:rPr>
              <a:t>         </a:t>
            </a:r>
            <a:r>
              <a:rPr lang="en-US" altLang="zh-CN" sz="2400" dirty="0">
                <a:solidFill>
                  <a:schemeClr val="tx1"/>
                </a:solidFill>
                <a:hlinkClick r:id="rId15"/>
              </a:rPr>
              <a:t>https://wenku.baidu.com/p/cir201?from=wenku</a:t>
            </a:r>
            <a:endParaRPr lang="zh-CN" altLang="en-US" sz="2400" dirty="0">
              <a:solidFill>
                <a:schemeClr val="tx1"/>
              </a:solidFill>
            </a:endParaRPr>
          </a:p>
        </p:txBody>
      </p:sp>
      <p:pic>
        <p:nvPicPr>
          <p:cNvPr id="25" name="图片 24">
            <a:extLst>
              <a:ext uri="{FF2B5EF4-FFF2-40B4-BE49-F238E27FC236}">
                <a16:creationId xmlns:a16="http://schemas.microsoft.com/office/drawing/2014/main" id="{08B5CDB4-464F-4748-99FB-0BBAEB7F5AB8}"/>
              </a:ext>
            </a:extLst>
          </p:cNvPr>
          <p:cNvPicPr>
            <a:picLocks noChangeAspect="1"/>
          </p:cNvPicPr>
          <p:nvPr userDrawn="1"/>
        </p:nvPicPr>
        <p:blipFill>
          <a:blip r:embed="rId1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9993810" y="4522887"/>
            <a:ext cx="1358774" cy="1358774"/>
          </a:xfrm>
          <a:prstGeom prst="rect">
            <a:avLst/>
          </a:prstGeom>
        </p:spPr>
      </p:pic>
      <p:pic>
        <p:nvPicPr>
          <p:cNvPr id="26" name="图片 25">
            <a:extLst>
              <a:ext uri="{FF2B5EF4-FFF2-40B4-BE49-F238E27FC236}">
                <a16:creationId xmlns:a16="http://schemas.microsoft.com/office/drawing/2014/main" id="{9E9B77B7-4875-451A-BA9C-4EBD2360CD18}"/>
              </a:ext>
            </a:extLst>
          </p:cNvPr>
          <p:cNvPicPr>
            <a:picLocks noChangeAspect="1"/>
          </p:cNvPicPr>
          <p:nvPr userDrawn="1"/>
        </p:nvPicPr>
        <p:blipFill rotWithShape="1">
          <a:blip r:embed="rId17">
            <a:duotone>
              <a:schemeClr val="accent2">
                <a:shade val="45000"/>
                <a:satMod val="135000"/>
              </a:schemeClr>
              <a:prstClr val="white"/>
            </a:duotone>
            <a:extLst>
              <a:ext uri="{28A0092B-C50C-407E-A947-70E740481C1C}">
                <a14:useLocalDpi xmlns:a14="http://schemas.microsoft.com/office/drawing/2010/main" val="0"/>
              </a:ext>
            </a:extLst>
          </a:blip>
          <a:srcRect l="85604" t="79479" r="-399" b="199"/>
          <a:stretch/>
        </p:blipFill>
        <p:spPr>
          <a:xfrm>
            <a:off x="7977586" y="4425476"/>
            <a:ext cx="1584176" cy="1456185"/>
          </a:xfrm>
          <a:prstGeom prst="rect">
            <a:avLst/>
          </a:prstGeom>
        </p:spPr>
      </p:pic>
    </p:spTree>
    <p:extLst>
      <p:ext uri="{BB962C8B-B14F-4D97-AF65-F5344CB8AC3E}">
        <p14:creationId xmlns:p14="http://schemas.microsoft.com/office/powerpoint/2010/main" val="3885374319"/>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8.png"/><Relationship Id="rId5" Type="http://schemas.openxmlformats.org/officeDocument/2006/relationships/slideLayout" Target="../slideLayouts/slideLayout7.xml"/><Relationship Id="rId4"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slideLayout" Target="../slideLayouts/slideLayout7.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图片 6">
            <a:extLst>
              <a:ext uri="{FF2B5EF4-FFF2-40B4-BE49-F238E27FC236}">
                <a16:creationId xmlns:a16="http://schemas.microsoft.com/office/drawing/2014/main" id="{E53122B0-A61B-4B07-A4B2-5757934AC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任意多边形 47">
            <a:extLst>
              <a:ext uri="{FF2B5EF4-FFF2-40B4-BE49-F238E27FC236}">
                <a16:creationId xmlns:a16="http://schemas.microsoft.com/office/drawing/2014/main" id="{21FC8025-173C-41CB-92FB-B9F17405F3BA}"/>
              </a:ext>
            </a:extLst>
          </p:cNvPr>
          <p:cNvSpPr/>
          <p:nvPr/>
        </p:nvSpPr>
        <p:spPr>
          <a:xfrm rot="5400000">
            <a:off x="1882775" y="-1425575"/>
            <a:ext cx="914400" cy="467995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 name="椭圆 9">
            <a:extLst>
              <a:ext uri="{FF2B5EF4-FFF2-40B4-BE49-F238E27FC236}">
                <a16:creationId xmlns:a16="http://schemas.microsoft.com/office/drawing/2014/main" id="{6078976C-BFB1-4C37-BECF-C684D347F265}"/>
              </a:ext>
            </a:extLst>
          </p:cNvPr>
          <p:cNvSpPr/>
          <p:nvPr/>
        </p:nvSpPr>
        <p:spPr>
          <a:xfrm>
            <a:off x="323850" y="247650"/>
            <a:ext cx="1333500" cy="1333500"/>
          </a:xfrm>
          <a:prstGeom prst="ellipse">
            <a:avLst/>
          </a:prstGeom>
          <a:solidFill>
            <a:schemeClr val="bg1"/>
          </a:solidFill>
          <a:ln w="381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62" name="组合 61">
            <a:extLst>
              <a:ext uri="{FF2B5EF4-FFF2-40B4-BE49-F238E27FC236}">
                <a16:creationId xmlns:a16="http://schemas.microsoft.com/office/drawing/2014/main" id="{B42C75AD-58EB-47F7-8FB6-ED429ED73DD9}"/>
              </a:ext>
            </a:extLst>
          </p:cNvPr>
          <p:cNvGrpSpPr/>
          <p:nvPr/>
        </p:nvGrpSpPr>
        <p:grpSpPr>
          <a:xfrm>
            <a:off x="475624" y="571426"/>
            <a:ext cx="1029952" cy="685949"/>
            <a:chOff x="5302250" y="2903538"/>
            <a:chExt cx="1587500" cy="1057276"/>
          </a:xfrm>
          <a:solidFill>
            <a:srgbClr val="4B649F"/>
          </a:solidFill>
        </p:grpSpPr>
        <p:sp>
          <p:nvSpPr>
            <p:cNvPr id="55" name="Freeform 84">
              <a:extLst>
                <a:ext uri="{FF2B5EF4-FFF2-40B4-BE49-F238E27FC236}">
                  <a16:creationId xmlns:a16="http://schemas.microsoft.com/office/drawing/2014/main" id="{6DE7FDBD-8325-4429-8D94-7B04FE7FCCC8}"/>
                </a:ext>
              </a:extLst>
            </p:cNvPr>
            <p:cNvSpPr/>
            <p:nvPr/>
          </p:nvSpPr>
          <p:spPr bwMode="auto">
            <a:xfrm>
              <a:off x="5362575" y="3040063"/>
              <a:ext cx="706438" cy="61436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6" name="Freeform 85">
              <a:extLst>
                <a:ext uri="{FF2B5EF4-FFF2-40B4-BE49-F238E27FC236}">
                  <a16:creationId xmlns:a16="http://schemas.microsoft.com/office/drawing/2014/main" id="{5E28AC59-9F91-45DE-97C3-E1E5C46282E3}"/>
                </a:ext>
              </a:extLst>
            </p:cNvPr>
            <p:cNvSpPr/>
            <p:nvPr/>
          </p:nvSpPr>
          <p:spPr bwMode="auto">
            <a:xfrm>
              <a:off x="6115050" y="2903538"/>
              <a:ext cx="400050" cy="747713"/>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7" name="Freeform 86">
              <a:extLst>
                <a:ext uri="{FF2B5EF4-FFF2-40B4-BE49-F238E27FC236}">
                  <a16:creationId xmlns:a16="http://schemas.microsoft.com/office/drawing/2014/main" id="{5833BEA6-6C2F-4191-A4C1-1605F573F175}"/>
                </a:ext>
              </a:extLst>
            </p:cNvPr>
            <p:cNvSpPr/>
            <p:nvPr/>
          </p:nvSpPr>
          <p:spPr bwMode="auto">
            <a:xfrm>
              <a:off x="6194425" y="3529013"/>
              <a:ext cx="642938" cy="160338"/>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8" name="Freeform 87">
              <a:extLst>
                <a:ext uri="{FF2B5EF4-FFF2-40B4-BE49-F238E27FC236}">
                  <a16:creationId xmlns:a16="http://schemas.microsoft.com/office/drawing/2014/main" id="{6CD30ADA-6548-4B38-9F96-8C39D8BC61B6}"/>
                </a:ext>
              </a:extLst>
            </p:cNvPr>
            <p:cNvSpPr/>
            <p:nvPr/>
          </p:nvSpPr>
          <p:spPr bwMode="auto">
            <a:xfrm>
              <a:off x="5335588" y="3771901"/>
              <a:ext cx="1520825" cy="155575"/>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9" name="Freeform 88">
              <a:extLst>
                <a:ext uri="{FF2B5EF4-FFF2-40B4-BE49-F238E27FC236}">
                  <a16:creationId xmlns:a16="http://schemas.microsoft.com/office/drawing/2014/main" id="{A20D7C2D-60FE-4E41-804D-4DB2C8FDD750}"/>
                </a:ext>
              </a:extLst>
            </p:cNvPr>
            <p:cNvSpPr>
              <a:spLocks noEditPoints="1"/>
            </p:cNvSpPr>
            <p:nvPr/>
          </p:nvSpPr>
          <p:spPr bwMode="auto">
            <a:xfrm>
              <a:off x="5302250" y="3733801"/>
              <a:ext cx="1587500" cy="227013"/>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0" name="Freeform 89">
              <a:extLst>
                <a:ext uri="{FF2B5EF4-FFF2-40B4-BE49-F238E27FC236}">
                  <a16:creationId xmlns:a16="http://schemas.microsoft.com/office/drawing/2014/main" id="{75DFC209-933F-4AB2-B204-A699E69F1989}"/>
                </a:ext>
              </a:extLst>
            </p:cNvPr>
            <p:cNvSpPr/>
            <p:nvPr/>
          </p:nvSpPr>
          <p:spPr bwMode="auto">
            <a:xfrm>
              <a:off x="5354638" y="3525838"/>
              <a:ext cx="669925" cy="163513"/>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1" name="Freeform 90">
              <a:extLst>
                <a:ext uri="{FF2B5EF4-FFF2-40B4-BE49-F238E27FC236}">
                  <a16:creationId xmlns:a16="http://schemas.microsoft.com/office/drawing/2014/main" id="{7331CBB5-51AE-4F5B-B65C-FD94029160AC}"/>
                </a:ext>
              </a:extLst>
            </p:cNvPr>
            <p:cNvSpPr/>
            <p:nvPr/>
          </p:nvSpPr>
          <p:spPr bwMode="auto">
            <a:xfrm>
              <a:off x="6175375" y="3063876"/>
              <a:ext cx="654050" cy="57150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grpSp>
      <p:sp>
        <p:nvSpPr>
          <p:cNvPr id="26630" name="文本框 62">
            <a:extLst>
              <a:ext uri="{FF2B5EF4-FFF2-40B4-BE49-F238E27FC236}">
                <a16:creationId xmlns:a16="http://schemas.microsoft.com/office/drawing/2014/main" id="{ADDEA167-56BD-4511-BF87-6987091B6276}"/>
              </a:ext>
            </a:extLst>
          </p:cNvPr>
          <p:cNvSpPr txBox="1">
            <a:spLocks noChangeArrowheads="1"/>
          </p:cNvSpPr>
          <p:nvPr/>
        </p:nvSpPr>
        <p:spPr bwMode="auto">
          <a:xfrm>
            <a:off x="2001838" y="2633663"/>
            <a:ext cx="86487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6600" b="1" dirty="0">
                <a:solidFill>
                  <a:srgbClr val="4B649F"/>
                </a:solidFill>
              </a:rPr>
              <a:t>简洁毕业论文答辩模板</a:t>
            </a:r>
          </a:p>
        </p:txBody>
      </p:sp>
      <p:grpSp>
        <p:nvGrpSpPr>
          <p:cNvPr id="26631" name="组合 1026">
            <a:extLst>
              <a:ext uri="{FF2B5EF4-FFF2-40B4-BE49-F238E27FC236}">
                <a16:creationId xmlns:a16="http://schemas.microsoft.com/office/drawing/2014/main" id="{712A554A-7D16-4898-96E8-0F8C796F052E}"/>
              </a:ext>
            </a:extLst>
          </p:cNvPr>
          <p:cNvGrpSpPr>
            <a:grpSpLocks/>
          </p:cNvGrpSpPr>
          <p:nvPr/>
        </p:nvGrpSpPr>
        <p:grpSpPr bwMode="auto">
          <a:xfrm>
            <a:off x="2095500" y="3898900"/>
            <a:ext cx="315913" cy="317500"/>
            <a:chOff x="2724480" y="3856218"/>
            <a:chExt cx="317004" cy="317004"/>
          </a:xfrm>
        </p:grpSpPr>
        <p:sp>
          <p:nvSpPr>
            <p:cNvPr id="1024" name="椭圆 1023">
              <a:extLst>
                <a:ext uri="{FF2B5EF4-FFF2-40B4-BE49-F238E27FC236}">
                  <a16:creationId xmlns:a16="http://schemas.microsoft.com/office/drawing/2014/main" id="{74DA71F5-1759-4760-A88B-2BAF9B111C00}"/>
                </a:ext>
              </a:extLst>
            </p:cNvPr>
            <p:cNvSpPr/>
            <p:nvPr/>
          </p:nvSpPr>
          <p:spPr>
            <a:xfrm>
              <a:off x="2724480"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3" name="KSO_Shape">
              <a:extLst>
                <a:ext uri="{FF2B5EF4-FFF2-40B4-BE49-F238E27FC236}">
                  <a16:creationId xmlns:a16="http://schemas.microsoft.com/office/drawing/2014/main" id="{B1530B21-583B-4794-B3BC-7B90D9CF030D}"/>
                </a:ext>
              </a:extLst>
            </p:cNvPr>
            <p:cNvSpPr/>
            <p:nvPr/>
          </p:nvSpPr>
          <p:spPr bwMode="auto">
            <a:xfrm>
              <a:off x="2799351" y="3908524"/>
              <a:ext cx="167263" cy="212393"/>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grpSp>
        <p:nvGrpSpPr>
          <p:cNvPr id="26632" name="组合 1025">
            <a:extLst>
              <a:ext uri="{FF2B5EF4-FFF2-40B4-BE49-F238E27FC236}">
                <a16:creationId xmlns:a16="http://schemas.microsoft.com/office/drawing/2014/main" id="{05F85094-F76C-455D-964C-5ABA615D1BBF}"/>
              </a:ext>
            </a:extLst>
          </p:cNvPr>
          <p:cNvGrpSpPr>
            <a:grpSpLocks/>
          </p:cNvGrpSpPr>
          <p:nvPr/>
        </p:nvGrpSpPr>
        <p:grpSpPr bwMode="auto">
          <a:xfrm>
            <a:off x="4624388" y="3898900"/>
            <a:ext cx="315912" cy="317500"/>
            <a:chOff x="5253802" y="3856218"/>
            <a:chExt cx="317004" cy="317004"/>
          </a:xfrm>
        </p:grpSpPr>
        <p:sp>
          <p:nvSpPr>
            <p:cNvPr id="104" name="椭圆 103">
              <a:extLst>
                <a:ext uri="{FF2B5EF4-FFF2-40B4-BE49-F238E27FC236}">
                  <a16:creationId xmlns:a16="http://schemas.microsoft.com/office/drawing/2014/main" id="{25E592D0-FE26-47C6-84E4-23117B9A179E}"/>
                </a:ext>
              </a:extLst>
            </p:cNvPr>
            <p:cNvSpPr/>
            <p:nvPr/>
          </p:nvSpPr>
          <p:spPr>
            <a:xfrm>
              <a:off x="5253802"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6" name="KSO_Shape">
              <a:extLst>
                <a:ext uri="{FF2B5EF4-FFF2-40B4-BE49-F238E27FC236}">
                  <a16:creationId xmlns:a16="http://schemas.microsoft.com/office/drawing/2014/main" id="{7939CF24-4DCB-458B-B4F1-0959E3EA360C}"/>
                </a:ext>
              </a:extLst>
            </p:cNvPr>
            <p:cNvSpPr/>
            <p:nvPr/>
          </p:nvSpPr>
          <p:spPr bwMode="auto">
            <a:xfrm>
              <a:off x="5309556" y="3908524"/>
              <a:ext cx="205496" cy="193372"/>
            </a:xfrm>
            <a:custGeom>
              <a:avLst/>
              <a:gdLst/>
              <a:ahLst/>
              <a:cxnLst/>
              <a:rect l="0" t="0" r="r" b="b"/>
              <a:pathLst>
                <a:path w="1917701" h="1819275">
                  <a:moveTo>
                    <a:pt x="711992" y="795933"/>
                  </a:moveTo>
                  <a:lnTo>
                    <a:pt x="722042" y="796197"/>
                  </a:lnTo>
                  <a:lnTo>
                    <a:pt x="731828" y="796462"/>
                  </a:lnTo>
                  <a:lnTo>
                    <a:pt x="742143" y="796991"/>
                  </a:lnTo>
                  <a:lnTo>
                    <a:pt x="751929" y="797784"/>
                  </a:lnTo>
                  <a:lnTo>
                    <a:pt x="761979" y="798577"/>
                  </a:lnTo>
                  <a:lnTo>
                    <a:pt x="771765" y="799635"/>
                  </a:lnTo>
                  <a:lnTo>
                    <a:pt x="781551" y="800957"/>
                  </a:lnTo>
                  <a:lnTo>
                    <a:pt x="791337" y="802544"/>
                  </a:lnTo>
                  <a:lnTo>
                    <a:pt x="800858" y="804130"/>
                  </a:lnTo>
                  <a:lnTo>
                    <a:pt x="810644" y="805981"/>
                  </a:lnTo>
                  <a:lnTo>
                    <a:pt x="820166" y="807832"/>
                  </a:lnTo>
                  <a:lnTo>
                    <a:pt x="829687" y="810212"/>
                  </a:lnTo>
                  <a:lnTo>
                    <a:pt x="839473" y="812592"/>
                  </a:lnTo>
                  <a:lnTo>
                    <a:pt x="848994" y="814972"/>
                  </a:lnTo>
                  <a:lnTo>
                    <a:pt x="858252" y="817616"/>
                  </a:lnTo>
                  <a:lnTo>
                    <a:pt x="867773" y="820525"/>
                  </a:lnTo>
                  <a:lnTo>
                    <a:pt x="886551" y="826871"/>
                  </a:lnTo>
                  <a:lnTo>
                    <a:pt x="905065" y="833746"/>
                  </a:lnTo>
                  <a:lnTo>
                    <a:pt x="923315" y="841415"/>
                  </a:lnTo>
                  <a:lnTo>
                    <a:pt x="941300" y="849612"/>
                  </a:lnTo>
                  <a:lnTo>
                    <a:pt x="959284" y="858603"/>
                  </a:lnTo>
                  <a:lnTo>
                    <a:pt x="976740" y="868122"/>
                  </a:lnTo>
                  <a:lnTo>
                    <a:pt x="993932" y="878170"/>
                  </a:lnTo>
                  <a:lnTo>
                    <a:pt x="1011123" y="889012"/>
                  </a:lnTo>
                  <a:lnTo>
                    <a:pt x="1003189" y="891392"/>
                  </a:lnTo>
                  <a:lnTo>
                    <a:pt x="995254" y="893772"/>
                  </a:lnTo>
                  <a:lnTo>
                    <a:pt x="987055" y="896416"/>
                  </a:lnTo>
                  <a:lnTo>
                    <a:pt x="979121" y="899325"/>
                  </a:lnTo>
                  <a:lnTo>
                    <a:pt x="971186" y="902762"/>
                  </a:lnTo>
                  <a:lnTo>
                    <a:pt x="962987" y="905936"/>
                  </a:lnTo>
                  <a:lnTo>
                    <a:pt x="955053" y="909638"/>
                  </a:lnTo>
                  <a:lnTo>
                    <a:pt x="947383" y="913604"/>
                  </a:lnTo>
                  <a:lnTo>
                    <a:pt x="939448" y="917835"/>
                  </a:lnTo>
                  <a:lnTo>
                    <a:pt x="932043" y="922066"/>
                  </a:lnTo>
                  <a:lnTo>
                    <a:pt x="924637" y="926826"/>
                  </a:lnTo>
                  <a:lnTo>
                    <a:pt x="917231" y="931850"/>
                  </a:lnTo>
                  <a:lnTo>
                    <a:pt x="910090" y="936874"/>
                  </a:lnTo>
                  <a:lnTo>
                    <a:pt x="902949" y="942427"/>
                  </a:lnTo>
                  <a:lnTo>
                    <a:pt x="896073" y="948509"/>
                  </a:lnTo>
                  <a:lnTo>
                    <a:pt x="889461" y="954326"/>
                  </a:lnTo>
                  <a:lnTo>
                    <a:pt x="883113" y="960937"/>
                  </a:lnTo>
                  <a:lnTo>
                    <a:pt x="877030" y="967812"/>
                  </a:lnTo>
                  <a:lnTo>
                    <a:pt x="871211" y="974952"/>
                  </a:lnTo>
                  <a:lnTo>
                    <a:pt x="865393" y="982356"/>
                  </a:lnTo>
                  <a:lnTo>
                    <a:pt x="859838" y="990024"/>
                  </a:lnTo>
                  <a:lnTo>
                    <a:pt x="854813" y="998486"/>
                  </a:lnTo>
                  <a:lnTo>
                    <a:pt x="850052" y="1006683"/>
                  </a:lnTo>
                  <a:lnTo>
                    <a:pt x="845556" y="1015674"/>
                  </a:lnTo>
                  <a:lnTo>
                    <a:pt x="841324" y="1025193"/>
                  </a:lnTo>
                  <a:lnTo>
                    <a:pt x="837886" y="1034713"/>
                  </a:lnTo>
                  <a:lnTo>
                    <a:pt x="834183" y="1044761"/>
                  </a:lnTo>
                  <a:lnTo>
                    <a:pt x="831274" y="1055074"/>
                  </a:lnTo>
                  <a:lnTo>
                    <a:pt x="828629" y="1066180"/>
                  </a:lnTo>
                  <a:lnTo>
                    <a:pt x="826249" y="1077550"/>
                  </a:lnTo>
                  <a:lnTo>
                    <a:pt x="824398" y="1089185"/>
                  </a:lnTo>
                  <a:lnTo>
                    <a:pt x="823340" y="1101349"/>
                  </a:lnTo>
                  <a:lnTo>
                    <a:pt x="822017" y="1115893"/>
                  </a:lnTo>
                  <a:lnTo>
                    <a:pt x="821488" y="1129907"/>
                  </a:lnTo>
                  <a:lnTo>
                    <a:pt x="821488" y="1143129"/>
                  </a:lnTo>
                  <a:lnTo>
                    <a:pt x="821753" y="1156086"/>
                  </a:lnTo>
                  <a:lnTo>
                    <a:pt x="822546" y="1168514"/>
                  </a:lnTo>
                  <a:lnTo>
                    <a:pt x="824133" y="1180413"/>
                  </a:lnTo>
                  <a:lnTo>
                    <a:pt x="825984" y="1192048"/>
                  </a:lnTo>
                  <a:lnTo>
                    <a:pt x="828100" y="1203154"/>
                  </a:lnTo>
                  <a:lnTo>
                    <a:pt x="830745" y="1213731"/>
                  </a:lnTo>
                  <a:lnTo>
                    <a:pt x="833654" y="1224044"/>
                  </a:lnTo>
                  <a:lnTo>
                    <a:pt x="836828" y="1233828"/>
                  </a:lnTo>
                  <a:lnTo>
                    <a:pt x="840531" y="1243348"/>
                  </a:lnTo>
                  <a:lnTo>
                    <a:pt x="844763" y="1252338"/>
                  </a:lnTo>
                  <a:lnTo>
                    <a:pt x="848994" y="1260800"/>
                  </a:lnTo>
                  <a:lnTo>
                    <a:pt x="853491" y="1269262"/>
                  </a:lnTo>
                  <a:lnTo>
                    <a:pt x="858516" y="1276930"/>
                  </a:lnTo>
                  <a:lnTo>
                    <a:pt x="863806" y="1284334"/>
                  </a:lnTo>
                  <a:lnTo>
                    <a:pt x="869360" y="1291474"/>
                  </a:lnTo>
                  <a:lnTo>
                    <a:pt x="874914" y="1298349"/>
                  </a:lnTo>
                  <a:lnTo>
                    <a:pt x="880997" y="1304960"/>
                  </a:lnTo>
                  <a:lnTo>
                    <a:pt x="887080" y="1311042"/>
                  </a:lnTo>
                  <a:lnTo>
                    <a:pt x="893428" y="1316859"/>
                  </a:lnTo>
                  <a:lnTo>
                    <a:pt x="900040" y="1322412"/>
                  </a:lnTo>
                  <a:lnTo>
                    <a:pt x="906652" y="1327436"/>
                  </a:lnTo>
                  <a:lnTo>
                    <a:pt x="913264" y="1332196"/>
                  </a:lnTo>
                  <a:lnTo>
                    <a:pt x="920405" y="1336956"/>
                  </a:lnTo>
                  <a:lnTo>
                    <a:pt x="927546" y="1341187"/>
                  </a:lnTo>
                  <a:lnTo>
                    <a:pt x="934687" y="1345417"/>
                  </a:lnTo>
                  <a:lnTo>
                    <a:pt x="941828" y="1349119"/>
                  </a:lnTo>
                  <a:lnTo>
                    <a:pt x="949234" y="1352821"/>
                  </a:lnTo>
                  <a:lnTo>
                    <a:pt x="956904" y="1355995"/>
                  </a:lnTo>
                  <a:lnTo>
                    <a:pt x="964310" y="1358903"/>
                  </a:lnTo>
                  <a:lnTo>
                    <a:pt x="971715" y="1361812"/>
                  </a:lnTo>
                  <a:lnTo>
                    <a:pt x="979121" y="1364456"/>
                  </a:lnTo>
                  <a:lnTo>
                    <a:pt x="986526" y="1366836"/>
                  </a:lnTo>
                  <a:lnTo>
                    <a:pt x="993932" y="1368952"/>
                  </a:lnTo>
                  <a:lnTo>
                    <a:pt x="1008479" y="1372654"/>
                  </a:lnTo>
                  <a:lnTo>
                    <a:pt x="1023025" y="1375562"/>
                  </a:lnTo>
                  <a:lnTo>
                    <a:pt x="1037043" y="1378471"/>
                  </a:lnTo>
                  <a:lnTo>
                    <a:pt x="1050532" y="1380058"/>
                  </a:lnTo>
                  <a:lnTo>
                    <a:pt x="1063227" y="1381380"/>
                  </a:lnTo>
                  <a:lnTo>
                    <a:pt x="1075129" y="1382438"/>
                  </a:lnTo>
                  <a:lnTo>
                    <a:pt x="1086237" y="1382702"/>
                  </a:lnTo>
                  <a:lnTo>
                    <a:pt x="1096287" y="1383231"/>
                  </a:lnTo>
                  <a:lnTo>
                    <a:pt x="1105015" y="1383495"/>
                  </a:lnTo>
                  <a:lnTo>
                    <a:pt x="1112421" y="1383231"/>
                  </a:lnTo>
                  <a:lnTo>
                    <a:pt x="1122736" y="1382702"/>
                  </a:lnTo>
                  <a:lnTo>
                    <a:pt x="1126703" y="1382438"/>
                  </a:lnTo>
                  <a:lnTo>
                    <a:pt x="1126703" y="1394337"/>
                  </a:lnTo>
                  <a:lnTo>
                    <a:pt x="1126968" y="1406236"/>
                  </a:lnTo>
                  <a:lnTo>
                    <a:pt x="1127232" y="1417607"/>
                  </a:lnTo>
                  <a:lnTo>
                    <a:pt x="1128025" y="1428977"/>
                  </a:lnTo>
                  <a:lnTo>
                    <a:pt x="1129083" y="1439554"/>
                  </a:lnTo>
                  <a:lnTo>
                    <a:pt x="1130141" y="1450131"/>
                  </a:lnTo>
                  <a:lnTo>
                    <a:pt x="1131728" y="1460444"/>
                  </a:lnTo>
                  <a:lnTo>
                    <a:pt x="1133580" y="1470228"/>
                  </a:lnTo>
                  <a:lnTo>
                    <a:pt x="1135431" y="1480012"/>
                  </a:lnTo>
                  <a:lnTo>
                    <a:pt x="1137547" y="1489267"/>
                  </a:lnTo>
                  <a:lnTo>
                    <a:pt x="1139927" y="1498522"/>
                  </a:lnTo>
                  <a:lnTo>
                    <a:pt x="1142572" y="1507513"/>
                  </a:lnTo>
                  <a:lnTo>
                    <a:pt x="1145481" y="1515710"/>
                  </a:lnTo>
                  <a:lnTo>
                    <a:pt x="1148391" y="1524172"/>
                  </a:lnTo>
                  <a:lnTo>
                    <a:pt x="1151564" y="1532105"/>
                  </a:lnTo>
                  <a:lnTo>
                    <a:pt x="1155003" y="1539773"/>
                  </a:lnTo>
                  <a:lnTo>
                    <a:pt x="1158441" y="1547442"/>
                  </a:lnTo>
                  <a:lnTo>
                    <a:pt x="1162408" y="1554581"/>
                  </a:lnTo>
                  <a:lnTo>
                    <a:pt x="1166111" y="1561721"/>
                  </a:lnTo>
                  <a:lnTo>
                    <a:pt x="1170078" y="1568596"/>
                  </a:lnTo>
                  <a:lnTo>
                    <a:pt x="1174575" y="1575207"/>
                  </a:lnTo>
                  <a:lnTo>
                    <a:pt x="1178806" y="1581553"/>
                  </a:lnTo>
                  <a:lnTo>
                    <a:pt x="1183038" y="1587370"/>
                  </a:lnTo>
                  <a:lnTo>
                    <a:pt x="1187799" y="1593452"/>
                  </a:lnTo>
                  <a:lnTo>
                    <a:pt x="1192560" y="1599005"/>
                  </a:lnTo>
                  <a:lnTo>
                    <a:pt x="1197320" y="1604558"/>
                  </a:lnTo>
                  <a:lnTo>
                    <a:pt x="1202346" y="1609582"/>
                  </a:lnTo>
                  <a:lnTo>
                    <a:pt x="1207635" y="1614607"/>
                  </a:lnTo>
                  <a:lnTo>
                    <a:pt x="1212660" y="1619366"/>
                  </a:lnTo>
                  <a:lnTo>
                    <a:pt x="1217950" y="1624126"/>
                  </a:lnTo>
                  <a:lnTo>
                    <a:pt x="1223240" y="1628357"/>
                  </a:lnTo>
                  <a:lnTo>
                    <a:pt x="1229058" y="1632852"/>
                  </a:lnTo>
                  <a:lnTo>
                    <a:pt x="1234348" y="1636819"/>
                  </a:lnTo>
                  <a:lnTo>
                    <a:pt x="1239902" y="1640521"/>
                  </a:lnTo>
                  <a:lnTo>
                    <a:pt x="1245721" y="1644487"/>
                  </a:lnTo>
                  <a:lnTo>
                    <a:pt x="1251540" y="1647660"/>
                  </a:lnTo>
                  <a:lnTo>
                    <a:pt x="1263177" y="1654271"/>
                  </a:lnTo>
                  <a:lnTo>
                    <a:pt x="1274814" y="1660353"/>
                  </a:lnTo>
                  <a:lnTo>
                    <a:pt x="1286716" y="1665377"/>
                  </a:lnTo>
                  <a:lnTo>
                    <a:pt x="1298882" y="1670137"/>
                  </a:lnTo>
                  <a:lnTo>
                    <a:pt x="1310784" y="1673839"/>
                  </a:lnTo>
                  <a:lnTo>
                    <a:pt x="1322686" y="1677541"/>
                  </a:lnTo>
                  <a:lnTo>
                    <a:pt x="1334588" y="1680714"/>
                  </a:lnTo>
                  <a:lnTo>
                    <a:pt x="1346225" y="1683094"/>
                  </a:lnTo>
                  <a:lnTo>
                    <a:pt x="1357862" y="1685474"/>
                  </a:lnTo>
                  <a:lnTo>
                    <a:pt x="1368971" y="1687325"/>
                  </a:lnTo>
                  <a:lnTo>
                    <a:pt x="1380079" y="1688382"/>
                  </a:lnTo>
                  <a:lnTo>
                    <a:pt x="1390658" y="1689705"/>
                  </a:lnTo>
                  <a:lnTo>
                    <a:pt x="1401238" y="1690498"/>
                  </a:lnTo>
                  <a:lnTo>
                    <a:pt x="1411024" y="1690762"/>
                  </a:lnTo>
                  <a:lnTo>
                    <a:pt x="1411817" y="1709537"/>
                  </a:lnTo>
                  <a:lnTo>
                    <a:pt x="1412346" y="1728311"/>
                  </a:lnTo>
                  <a:lnTo>
                    <a:pt x="1412875" y="1747086"/>
                  </a:lnTo>
                  <a:lnTo>
                    <a:pt x="1412875" y="1766125"/>
                  </a:lnTo>
                  <a:lnTo>
                    <a:pt x="1412346" y="1792832"/>
                  </a:lnTo>
                  <a:lnTo>
                    <a:pt x="1411553" y="1819275"/>
                  </a:lnTo>
                  <a:lnTo>
                    <a:pt x="793" y="1811078"/>
                  </a:lnTo>
                  <a:lnTo>
                    <a:pt x="264" y="1784635"/>
                  </a:lnTo>
                  <a:lnTo>
                    <a:pt x="0" y="1757928"/>
                  </a:lnTo>
                  <a:lnTo>
                    <a:pt x="529" y="1733071"/>
                  </a:lnTo>
                  <a:lnTo>
                    <a:pt x="1058" y="1708215"/>
                  </a:lnTo>
                  <a:lnTo>
                    <a:pt x="2645" y="1683623"/>
                  </a:lnTo>
                  <a:lnTo>
                    <a:pt x="4232" y="1659031"/>
                  </a:lnTo>
                  <a:lnTo>
                    <a:pt x="6612" y="1634968"/>
                  </a:lnTo>
                  <a:lnTo>
                    <a:pt x="8992" y="1610905"/>
                  </a:lnTo>
                  <a:lnTo>
                    <a:pt x="12166" y="1587106"/>
                  </a:lnTo>
                  <a:lnTo>
                    <a:pt x="15340" y="1563307"/>
                  </a:lnTo>
                  <a:lnTo>
                    <a:pt x="19307" y="1539773"/>
                  </a:lnTo>
                  <a:lnTo>
                    <a:pt x="23804" y="1516503"/>
                  </a:lnTo>
                  <a:lnTo>
                    <a:pt x="28300" y="1493762"/>
                  </a:lnTo>
                  <a:lnTo>
                    <a:pt x="33590" y="1470757"/>
                  </a:lnTo>
                  <a:lnTo>
                    <a:pt x="38879" y="1448280"/>
                  </a:lnTo>
                  <a:lnTo>
                    <a:pt x="44962" y="1425804"/>
                  </a:lnTo>
                  <a:lnTo>
                    <a:pt x="51045" y="1403856"/>
                  </a:lnTo>
                  <a:lnTo>
                    <a:pt x="57658" y="1382173"/>
                  </a:lnTo>
                  <a:lnTo>
                    <a:pt x="64799" y="1360754"/>
                  </a:lnTo>
                  <a:lnTo>
                    <a:pt x="72204" y="1339336"/>
                  </a:lnTo>
                  <a:lnTo>
                    <a:pt x="79874" y="1318710"/>
                  </a:lnTo>
                  <a:lnTo>
                    <a:pt x="88073" y="1298085"/>
                  </a:lnTo>
                  <a:lnTo>
                    <a:pt x="96272" y="1277459"/>
                  </a:lnTo>
                  <a:lnTo>
                    <a:pt x="105265" y="1257627"/>
                  </a:lnTo>
                  <a:lnTo>
                    <a:pt x="114522" y="1238059"/>
                  </a:lnTo>
                  <a:lnTo>
                    <a:pt x="123779" y="1218491"/>
                  </a:lnTo>
                  <a:lnTo>
                    <a:pt x="133565" y="1199452"/>
                  </a:lnTo>
                  <a:lnTo>
                    <a:pt x="143615" y="1180678"/>
                  </a:lnTo>
                  <a:lnTo>
                    <a:pt x="153930" y="1162432"/>
                  </a:lnTo>
                  <a:lnTo>
                    <a:pt x="165038" y="1144451"/>
                  </a:lnTo>
                  <a:lnTo>
                    <a:pt x="176147" y="1126734"/>
                  </a:lnTo>
                  <a:lnTo>
                    <a:pt x="187255" y="1109546"/>
                  </a:lnTo>
                  <a:lnTo>
                    <a:pt x="198892" y="1092623"/>
                  </a:lnTo>
                  <a:lnTo>
                    <a:pt x="210794" y="1075964"/>
                  </a:lnTo>
                  <a:lnTo>
                    <a:pt x="222960" y="1059834"/>
                  </a:lnTo>
                  <a:lnTo>
                    <a:pt x="235391" y="1044232"/>
                  </a:lnTo>
                  <a:lnTo>
                    <a:pt x="248351" y="1028895"/>
                  </a:lnTo>
                  <a:lnTo>
                    <a:pt x="261310" y="1013823"/>
                  </a:lnTo>
                  <a:lnTo>
                    <a:pt x="274799" y="999544"/>
                  </a:lnTo>
                  <a:lnTo>
                    <a:pt x="288288" y="985529"/>
                  </a:lnTo>
                  <a:lnTo>
                    <a:pt x="302041" y="971779"/>
                  </a:lnTo>
                  <a:lnTo>
                    <a:pt x="316059" y="958557"/>
                  </a:lnTo>
                  <a:lnTo>
                    <a:pt x="330341" y="946129"/>
                  </a:lnTo>
                  <a:lnTo>
                    <a:pt x="344888" y="933965"/>
                  </a:lnTo>
                  <a:lnTo>
                    <a:pt x="359963" y="922066"/>
                  </a:lnTo>
                  <a:lnTo>
                    <a:pt x="374774" y="910695"/>
                  </a:lnTo>
                  <a:lnTo>
                    <a:pt x="389850" y="899589"/>
                  </a:lnTo>
                  <a:lnTo>
                    <a:pt x="405454" y="889541"/>
                  </a:lnTo>
                  <a:lnTo>
                    <a:pt x="420794" y="879757"/>
                  </a:lnTo>
                  <a:lnTo>
                    <a:pt x="436664" y="870238"/>
                  </a:lnTo>
                  <a:lnTo>
                    <a:pt x="452533" y="861511"/>
                  </a:lnTo>
                  <a:lnTo>
                    <a:pt x="468666" y="853314"/>
                  </a:lnTo>
                  <a:lnTo>
                    <a:pt x="485064" y="845646"/>
                  </a:lnTo>
                  <a:lnTo>
                    <a:pt x="501727" y="838242"/>
                  </a:lnTo>
                  <a:lnTo>
                    <a:pt x="518389" y="831631"/>
                  </a:lnTo>
                  <a:lnTo>
                    <a:pt x="535316" y="825285"/>
                  </a:lnTo>
                  <a:lnTo>
                    <a:pt x="552243" y="819732"/>
                  </a:lnTo>
                  <a:lnTo>
                    <a:pt x="569435" y="814972"/>
                  </a:lnTo>
                  <a:lnTo>
                    <a:pt x="586891" y="810477"/>
                  </a:lnTo>
                  <a:lnTo>
                    <a:pt x="604347" y="806510"/>
                  </a:lnTo>
                  <a:lnTo>
                    <a:pt x="622067" y="803337"/>
                  </a:lnTo>
                  <a:lnTo>
                    <a:pt x="639787" y="800693"/>
                  </a:lnTo>
                  <a:lnTo>
                    <a:pt x="657508" y="798577"/>
                  </a:lnTo>
                  <a:lnTo>
                    <a:pt x="675757" y="796991"/>
                  </a:lnTo>
                  <a:lnTo>
                    <a:pt x="693742" y="796197"/>
                  </a:lnTo>
                  <a:lnTo>
                    <a:pt x="711992" y="795933"/>
                  </a:lnTo>
                  <a:close/>
                  <a:moveTo>
                    <a:pt x="1463280" y="660400"/>
                  </a:moveTo>
                  <a:lnTo>
                    <a:pt x="1469893" y="660400"/>
                  </a:lnTo>
                  <a:lnTo>
                    <a:pt x="1477034" y="660665"/>
                  </a:lnTo>
                  <a:lnTo>
                    <a:pt x="1483912" y="660929"/>
                  </a:lnTo>
                  <a:lnTo>
                    <a:pt x="1490789" y="661988"/>
                  </a:lnTo>
                  <a:lnTo>
                    <a:pt x="1497666" y="663046"/>
                  </a:lnTo>
                  <a:lnTo>
                    <a:pt x="1504279" y="664898"/>
                  </a:lnTo>
                  <a:lnTo>
                    <a:pt x="1510891" y="666750"/>
                  </a:lnTo>
                  <a:lnTo>
                    <a:pt x="1516975" y="668867"/>
                  </a:lnTo>
                  <a:lnTo>
                    <a:pt x="1523323" y="671248"/>
                  </a:lnTo>
                  <a:lnTo>
                    <a:pt x="1529142" y="673894"/>
                  </a:lnTo>
                  <a:lnTo>
                    <a:pt x="1535226" y="676804"/>
                  </a:lnTo>
                  <a:lnTo>
                    <a:pt x="1540780" y="679979"/>
                  </a:lnTo>
                  <a:lnTo>
                    <a:pt x="1546599" y="683683"/>
                  </a:lnTo>
                  <a:lnTo>
                    <a:pt x="1551625" y="687123"/>
                  </a:lnTo>
                  <a:lnTo>
                    <a:pt x="1556915" y="691356"/>
                  </a:lnTo>
                  <a:lnTo>
                    <a:pt x="1561676" y="695590"/>
                  </a:lnTo>
                  <a:lnTo>
                    <a:pt x="1566437" y="700088"/>
                  </a:lnTo>
                  <a:lnTo>
                    <a:pt x="1570934" y="704850"/>
                  </a:lnTo>
                  <a:lnTo>
                    <a:pt x="1575431" y="709613"/>
                  </a:lnTo>
                  <a:lnTo>
                    <a:pt x="1579134" y="714640"/>
                  </a:lnTo>
                  <a:lnTo>
                    <a:pt x="1583101" y="719931"/>
                  </a:lnTo>
                  <a:lnTo>
                    <a:pt x="1586540" y="725223"/>
                  </a:lnTo>
                  <a:lnTo>
                    <a:pt x="1589978" y="731044"/>
                  </a:lnTo>
                  <a:lnTo>
                    <a:pt x="1592888" y="736600"/>
                  </a:lnTo>
                  <a:lnTo>
                    <a:pt x="1595533" y="742685"/>
                  </a:lnTo>
                  <a:lnTo>
                    <a:pt x="1597914" y="748771"/>
                  </a:lnTo>
                  <a:lnTo>
                    <a:pt x="1600030" y="754856"/>
                  </a:lnTo>
                  <a:lnTo>
                    <a:pt x="1601881" y="761206"/>
                  </a:lnTo>
                  <a:lnTo>
                    <a:pt x="1603204" y="767556"/>
                  </a:lnTo>
                  <a:lnTo>
                    <a:pt x="1604526" y="774435"/>
                  </a:lnTo>
                  <a:lnTo>
                    <a:pt x="1605320" y="781050"/>
                  </a:lnTo>
                  <a:lnTo>
                    <a:pt x="1605584" y="787665"/>
                  </a:lnTo>
                  <a:lnTo>
                    <a:pt x="1605849" y="794544"/>
                  </a:lnTo>
                  <a:lnTo>
                    <a:pt x="1604791" y="967581"/>
                  </a:lnTo>
                  <a:lnTo>
                    <a:pt x="1781745" y="968375"/>
                  </a:lnTo>
                  <a:lnTo>
                    <a:pt x="1788887" y="968640"/>
                  </a:lnTo>
                  <a:lnTo>
                    <a:pt x="1795764" y="969169"/>
                  </a:lnTo>
                  <a:lnTo>
                    <a:pt x="1802641" y="970227"/>
                  </a:lnTo>
                  <a:lnTo>
                    <a:pt x="1809518" y="971285"/>
                  </a:lnTo>
                  <a:lnTo>
                    <a:pt x="1815866" y="972873"/>
                  </a:lnTo>
                  <a:lnTo>
                    <a:pt x="1822479" y="974725"/>
                  </a:lnTo>
                  <a:lnTo>
                    <a:pt x="1828827" y="977106"/>
                  </a:lnTo>
                  <a:lnTo>
                    <a:pt x="1834911" y="979488"/>
                  </a:lnTo>
                  <a:lnTo>
                    <a:pt x="1840994" y="982133"/>
                  </a:lnTo>
                  <a:lnTo>
                    <a:pt x="1846813" y="985044"/>
                  </a:lnTo>
                  <a:lnTo>
                    <a:pt x="1852633" y="988219"/>
                  </a:lnTo>
                  <a:lnTo>
                    <a:pt x="1857923" y="991923"/>
                  </a:lnTo>
                  <a:lnTo>
                    <a:pt x="1863213" y="995363"/>
                  </a:lnTo>
                  <a:lnTo>
                    <a:pt x="1868503" y="999596"/>
                  </a:lnTo>
                  <a:lnTo>
                    <a:pt x="1873264" y="1003829"/>
                  </a:lnTo>
                  <a:lnTo>
                    <a:pt x="1878025" y="1008327"/>
                  </a:lnTo>
                  <a:lnTo>
                    <a:pt x="1882522" y="1012825"/>
                  </a:lnTo>
                  <a:lnTo>
                    <a:pt x="1886754" y="1017852"/>
                  </a:lnTo>
                  <a:lnTo>
                    <a:pt x="1890986" y="1022879"/>
                  </a:lnTo>
                  <a:lnTo>
                    <a:pt x="1894689" y="1027906"/>
                  </a:lnTo>
                  <a:lnTo>
                    <a:pt x="1898128" y="1033463"/>
                  </a:lnTo>
                  <a:lnTo>
                    <a:pt x="1901302" y="1039283"/>
                  </a:lnTo>
                  <a:lnTo>
                    <a:pt x="1904211" y="1044840"/>
                  </a:lnTo>
                  <a:lnTo>
                    <a:pt x="1907385" y="1050660"/>
                  </a:lnTo>
                  <a:lnTo>
                    <a:pt x="1909766" y="1056746"/>
                  </a:lnTo>
                  <a:lnTo>
                    <a:pt x="1911882" y="1063096"/>
                  </a:lnTo>
                  <a:lnTo>
                    <a:pt x="1913469" y="1069181"/>
                  </a:lnTo>
                  <a:lnTo>
                    <a:pt x="1915056" y="1075796"/>
                  </a:lnTo>
                  <a:lnTo>
                    <a:pt x="1916114" y="1082410"/>
                  </a:lnTo>
                  <a:lnTo>
                    <a:pt x="1916908" y="1089290"/>
                  </a:lnTo>
                  <a:lnTo>
                    <a:pt x="1917436" y="1095640"/>
                  </a:lnTo>
                  <a:lnTo>
                    <a:pt x="1917701" y="1102783"/>
                  </a:lnTo>
                  <a:lnTo>
                    <a:pt x="1917436" y="1109663"/>
                  </a:lnTo>
                  <a:lnTo>
                    <a:pt x="1916908" y="1116277"/>
                  </a:lnTo>
                  <a:lnTo>
                    <a:pt x="1915849" y="1123156"/>
                  </a:lnTo>
                  <a:lnTo>
                    <a:pt x="1914791" y="1129506"/>
                  </a:lnTo>
                  <a:lnTo>
                    <a:pt x="1913204" y="1136121"/>
                  </a:lnTo>
                  <a:lnTo>
                    <a:pt x="1911088" y="1142471"/>
                  </a:lnTo>
                  <a:lnTo>
                    <a:pt x="1908972" y="1148556"/>
                  </a:lnTo>
                  <a:lnTo>
                    <a:pt x="1906592" y="1154642"/>
                  </a:lnTo>
                  <a:lnTo>
                    <a:pt x="1903682" y="1160463"/>
                  </a:lnTo>
                  <a:lnTo>
                    <a:pt x="1900773" y="1166283"/>
                  </a:lnTo>
                  <a:lnTo>
                    <a:pt x="1897599" y="1171840"/>
                  </a:lnTo>
                  <a:lnTo>
                    <a:pt x="1893896" y="1177131"/>
                  </a:lnTo>
                  <a:lnTo>
                    <a:pt x="1889928" y="1182158"/>
                  </a:lnTo>
                  <a:lnTo>
                    <a:pt x="1885960" y="1187450"/>
                  </a:lnTo>
                  <a:lnTo>
                    <a:pt x="1881728" y="1192213"/>
                  </a:lnTo>
                  <a:lnTo>
                    <a:pt x="1876967" y="1196975"/>
                  </a:lnTo>
                  <a:lnTo>
                    <a:pt x="1872206" y="1201208"/>
                  </a:lnTo>
                  <a:lnTo>
                    <a:pt x="1867445" y="1205442"/>
                  </a:lnTo>
                  <a:lnTo>
                    <a:pt x="1862155" y="1209411"/>
                  </a:lnTo>
                  <a:lnTo>
                    <a:pt x="1856600" y="1212850"/>
                  </a:lnTo>
                  <a:lnTo>
                    <a:pt x="1851046" y="1216554"/>
                  </a:lnTo>
                  <a:lnTo>
                    <a:pt x="1845491" y="1219465"/>
                  </a:lnTo>
                  <a:lnTo>
                    <a:pt x="1839407" y="1222375"/>
                  </a:lnTo>
                  <a:lnTo>
                    <a:pt x="1833588" y="1225021"/>
                  </a:lnTo>
                  <a:lnTo>
                    <a:pt x="1827240" y="1227402"/>
                  </a:lnTo>
                  <a:lnTo>
                    <a:pt x="1821156" y="1229519"/>
                  </a:lnTo>
                  <a:lnTo>
                    <a:pt x="1814544" y="1231371"/>
                  </a:lnTo>
                  <a:lnTo>
                    <a:pt x="1807931" y="1232958"/>
                  </a:lnTo>
                  <a:lnTo>
                    <a:pt x="1801054" y="1234017"/>
                  </a:lnTo>
                  <a:lnTo>
                    <a:pt x="1794177" y="1234546"/>
                  </a:lnTo>
                  <a:lnTo>
                    <a:pt x="1787300" y="1235340"/>
                  </a:lnTo>
                  <a:lnTo>
                    <a:pt x="1780158" y="1235340"/>
                  </a:lnTo>
                  <a:lnTo>
                    <a:pt x="1603204" y="1234281"/>
                  </a:lnTo>
                  <a:lnTo>
                    <a:pt x="1602410" y="1407319"/>
                  </a:lnTo>
                  <a:lnTo>
                    <a:pt x="1602146" y="1413933"/>
                  </a:lnTo>
                  <a:lnTo>
                    <a:pt x="1601617" y="1420813"/>
                  </a:lnTo>
                  <a:lnTo>
                    <a:pt x="1600559" y="1427692"/>
                  </a:lnTo>
                  <a:lnTo>
                    <a:pt x="1599501" y="1434306"/>
                  </a:lnTo>
                  <a:lnTo>
                    <a:pt x="1597914" y="1440392"/>
                  </a:lnTo>
                  <a:lnTo>
                    <a:pt x="1595798" y="1446742"/>
                  </a:lnTo>
                  <a:lnTo>
                    <a:pt x="1593682" y="1453092"/>
                  </a:lnTo>
                  <a:lnTo>
                    <a:pt x="1591301" y="1459177"/>
                  </a:lnTo>
                  <a:lnTo>
                    <a:pt x="1588656" y="1464998"/>
                  </a:lnTo>
                  <a:lnTo>
                    <a:pt x="1585482" y="1470819"/>
                  </a:lnTo>
                  <a:lnTo>
                    <a:pt x="1582043" y="1476111"/>
                  </a:lnTo>
                  <a:lnTo>
                    <a:pt x="1578605" y="1481931"/>
                  </a:lnTo>
                  <a:lnTo>
                    <a:pt x="1574637" y="1486958"/>
                  </a:lnTo>
                  <a:lnTo>
                    <a:pt x="1570670" y="1491986"/>
                  </a:lnTo>
                  <a:lnTo>
                    <a:pt x="1566437" y="1496748"/>
                  </a:lnTo>
                  <a:lnTo>
                    <a:pt x="1561941" y="1501511"/>
                  </a:lnTo>
                  <a:lnTo>
                    <a:pt x="1557180" y="1505744"/>
                  </a:lnTo>
                  <a:lnTo>
                    <a:pt x="1552154" y="1509713"/>
                  </a:lnTo>
                  <a:lnTo>
                    <a:pt x="1546864" y="1513946"/>
                  </a:lnTo>
                  <a:lnTo>
                    <a:pt x="1541309" y="1517650"/>
                  </a:lnTo>
                  <a:lnTo>
                    <a:pt x="1536019" y="1521090"/>
                  </a:lnTo>
                  <a:lnTo>
                    <a:pt x="1530200" y="1524000"/>
                  </a:lnTo>
                  <a:lnTo>
                    <a:pt x="1524381" y="1527175"/>
                  </a:lnTo>
                  <a:lnTo>
                    <a:pt x="1518297" y="1529821"/>
                  </a:lnTo>
                  <a:lnTo>
                    <a:pt x="1511949" y="1532202"/>
                  </a:lnTo>
                  <a:lnTo>
                    <a:pt x="1505601" y="1534319"/>
                  </a:lnTo>
                  <a:lnTo>
                    <a:pt x="1499253" y="1535906"/>
                  </a:lnTo>
                  <a:lnTo>
                    <a:pt x="1492640" y="1537494"/>
                  </a:lnTo>
                  <a:lnTo>
                    <a:pt x="1485763" y="1538288"/>
                  </a:lnTo>
                  <a:lnTo>
                    <a:pt x="1478886" y="1539346"/>
                  </a:lnTo>
                  <a:lnTo>
                    <a:pt x="1472009" y="1539875"/>
                  </a:lnTo>
                  <a:lnTo>
                    <a:pt x="1464867" y="1539875"/>
                  </a:lnTo>
                  <a:lnTo>
                    <a:pt x="1458255" y="1539611"/>
                  </a:lnTo>
                  <a:lnTo>
                    <a:pt x="1451113" y="1539346"/>
                  </a:lnTo>
                  <a:lnTo>
                    <a:pt x="1444236" y="1538288"/>
                  </a:lnTo>
                  <a:lnTo>
                    <a:pt x="1437623" y="1536965"/>
                  </a:lnTo>
                  <a:lnTo>
                    <a:pt x="1431010" y="1535377"/>
                  </a:lnTo>
                  <a:lnTo>
                    <a:pt x="1424398" y="1533525"/>
                  </a:lnTo>
                  <a:lnTo>
                    <a:pt x="1418314" y="1531673"/>
                  </a:lnTo>
                  <a:lnTo>
                    <a:pt x="1411966" y="1529292"/>
                  </a:lnTo>
                  <a:lnTo>
                    <a:pt x="1406147" y="1526381"/>
                  </a:lnTo>
                  <a:lnTo>
                    <a:pt x="1400063" y="1523471"/>
                  </a:lnTo>
                  <a:lnTo>
                    <a:pt x="1394509" y="1520296"/>
                  </a:lnTo>
                  <a:lnTo>
                    <a:pt x="1388690" y="1516592"/>
                  </a:lnTo>
                  <a:lnTo>
                    <a:pt x="1383399" y="1512888"/>
                  </a:lnTo>
                  <a:lnTo>
                    <a:pt x="1378374" y="1508919"/>
                  </a:lnTo>
                  <a:lnTo>
                    <a:pt x="1373348" y="1504686"/>
                  </a:lnTo>
                  <a:lnTo>
                    <a:pt x="1368852" y="1500188"/>
                  </a:lnTo>
                  <a:lnTo>
                    <a:pt x="1364355" y="1495425"/>
                  </a:lnTo>
                  <a:lnTo>
                    <a:pt x="1359858" y="1490663"/>
                  </a:lnTo>
                  <a:lnTo>
                    <a:pt x="1356155" y="1485636"/>
                  </a:lnTo>
                  <a:lnTo>
                    <a:pt x="1352188" y="1480344"/>
                  </a:lnTo>
                  <a:lnTo>
                    <a:pt x="1348749" y="1475052"/>
                  </a:lnTo>
                  <a:lnTo>
                    <a:pt x="1345311" y="1469496"/>
                  </a:lnTo>
                  <a:lnTo>
                    <a:pt x="1342401" y="1463675"/>
                  </a:lnTo>
                  <a:lnTo>
                    <a:pt x="1339756" y="1457854"/>
                  </a:lnTo>
                  <a:lnTo>
                    <a:pt x="1337375" y="1451504"/>
                  </a:lnTo>
                  <a:lnTo>
                    <a:pt x="1335259" y="1445154"/>
                  </a:lnTo>
                  <a:lnTo>
                    <a:pt x="1333408" y="1439069"/>
                  </a:lnTo>
                  <a:lnTo>
                    <a:pt x="1332085" y="1432454"/>
                  </a:lnTo>
                  <a:lnTo>
                    <a:pt x="1330763" y="1425840"/>
                  </a:lnTo>
                  <a:lnTo>
                    <a:pt x="1329969" y="1419490"/>
                  </a:lnTo>
                  <a:lnTo>
                    <a:pt x="1329440" y="1412611"/>
                  </a:lnTo>
                  <a:lnTo>
                    <a:pt x="1329440" y="1405731"/>
                  </a:lnTo>
                  <a:lnTo>
                    <a:pt x="1330234" y="1232958"/>
                  </a:lnTo>
                  <a:lnTo>
                    <a:pt x="1153279" y="1231636"/>
                  </a:lnTo>
                  <a:lnTo>
                    <a:pt x="1146402" y="1231371"/>
                  </a:lnTo>
                  <a:lnTo>
                    <a:pt x="1139525" y="1231106"/>
                  </a:lnTo>
                  <a:lnTo>
                    <a:pt x="1132648" y="1230048"/>
                  </a:lnTo>
                  <a:lnTo>
                    <a:pt x="1125771" y="1228990"/>
                  </a:lnTo>
                  <a:lnTo>
                    <a:pt x="1119423" y="1227138"/>
                  </a:lnTo>
                  <a:lnTo>
                    <a:pt x="1112810" y="1225286"/>
                  </a:lnTo>
                  <a:lnTo>
                    <a:pt x="1106462" y="1223433"/>
                  </a:lnTo>
                  <a:lnTo>
                    <a:pt x="1100378" y="1221052"/>
                  </a:lnTo>
                  <a:lnTo>
                    <a:pt x="1094295" y="1218406"/>
                  </a:lnTo>
                  <a:lnTo>
                    <a:pt x="1088476" y="1215231"/>
                  </a:lnTo>
                  <a:lnTo>
                    <a:pt x="1082656" y="1212056"/>
                  </a:lnTo>
                  <a:lnTo>
                    <a:pt x="1077102" y="1208352"/>
                  </a:lnTo>
                  <a:lnTo>
                    <a:pt x="1071812" y="1204648"/>
                  </a:lnTo>
                  <a:lnTo>
                    <a:pt x="1066786" y="1200679"/>
                  </a:lnTo>
                  <a:lnTo>
                    <a:pt x="1062025" y="1196446"/>
                  </a:lnTo>
                  <a:lnTo>
                    <a:pt x="1057264" y="1192213"/>
                  </a:lnTo>
                  <a:lnTo>
                    <a:pt x="1052767" y="1187450"/>
                  </a:lnTo>
                  <a:lnTo>
                    <a:pt x="1048271" y="1182688"/>
                  </a:lnTo>
                  <a:lnTo>
                    <a:pt x="1044303" y="1177396"/>
                  </a:lnTo>
                  <a:lnTo>
                    <a:pt x="1040600" y="1172104"/>
                  </a:lnTo>
                  <a:lnTo>
                    <a:pt x="1036897" y="1166813"/>
                  </a:lnTo>
                  <a:lnTo>
                    <a:pt x="1033723" y="1161256"/>
                  </a:lnTo>
                  <a:lnTo>
                    <a:pt x="1030549" y="1155435"/>
                  </a:lnTo>
                  <a:lnTo>
                    <a:pt x="1027904" y="1149615"/>
                  </a:lnTo>
                  <a:lnTo>
                    <a:pt x="1025523" y="1143265"/>
                  </a:lnTo>
                  <a:lnTo>
                    <a:pt x="1023407" y="1137444"/>
                  </a:lnTo>
                  <a:lnTo>
                    <a:pt x="1021820" y="1130829"/>
                  </a:lnTo>
                  <a:lnTo>
                    <a:pt x="1020233" y="1124215"/>
                  </a:lnTo>
                  <a:lnTo>
                    <a:pt x="1019175" y="1117600"/>
                  </a:lnTo>
                  <a:lnTo>
                    <a:pt x="1018117" y="1111250"/>
                  </a:lnTo>
                  <a:lnTo>
                    <a:pt x="1017853" y="1104371"/>
                  </a:lnTo>
                  <a:lnTo>
                    <a:pt x="1017588" y="1097492"/>
                  </a:lnTo>
                  <a:lnTo>
                    <a:pt x="1017853" y="1090613"/>
                  </a:lnTo>
                  <a:lnTo>
                    <a:pt x="1018382" y="1083733"/>
                  </a:lnTo>
                  <a:lnTo>
                    <a:pt x="1019440" y="1077383"/>
                  </a:lnTo>
                  <a:lnTo>
                    <a:pt x="1020498" y="1070769"/>
                  </a:lnTo>
                  <a:lnTo>
                    <a:pt x="1022085" y="1064154"/>
                  </a:lnTo>
                  <a:lnTo>
                    <a:pt x="1024201" y="1057804"/>
                  </a:lnTo>
                  <a:lnTo>
                    <a:pt x="1026317" y="1051719"/>
                  </a:lnTo>
                  <a:lnTo>
                    <a:pt x="1028697" y="1045633"/>
                  </a:lnTo>
                  <a:lnTo>
                    <a:pt x="1031607" y="1039813"/>
                  </a:lnTo>
                  <a:lnTo>
                    <a:pt x="1034516" y="1033992"/>
                  </a:lnTo>
                  <a:lnTo>
                    <a:pt x="1037690" y="1028435"/>
                  </a:lnTo>
                  <a:lnTo>
                    <a:pt x="1041394" y="1023144"/>
                  </a:lnTo>
                  <a:lnTo>
                    <a:pt x="1045361" y="1017852"/>
                  </a:lnTo>
                  <a:lnTo>
                    <a:pt x="1049329" y="1012825"/>
                  </a:lnTo>
                  <a:lnTo>
                    <a:pt x="1053561" y="1008063"/>
                  </a:lnTo>
                  <a:lnTo>
                    <a:pt x="1058057" y="1003565"/>
                  </a:lnTo>
                  <a:lnTo>
                    <a:pt x="1062818" y="999067"/>
                  </a:lnTo>
                  <a:lnTo>
                    <a:pt x="1067844" y="994833"/>
                  </a:lnTo>
                  <a:lnTo>
                    <a:pt x="1073134" y="990865"/>
                  </a:lnTo>
                  <a:lnTo>
                    <a:pt x="1078689" y="987160"/>
                  </a:lnTo>
                  <a:lnTo>
                    <a:pt x="1083979" y="983721"/>
                  </a:lnTo>
                  <a:lnTo>
                    <a:pt x="1089798" y="980546"/>
                  </a:lnTo>
                  <a:lnTo>
                    <a:pt x="1095617" y="977635"/>
                  </a:lnTo>
                  <a:lnTo>
                    <a:pt x="1101701" y="975254"/>
                  </a:lnTo>
                  <a:lnTo>
                    <a:pt x="1108049" y="972873"/>
                  </a:lnTo>
                  <a:lnTo>
                    <a:pt x="1114133" y="970756"/>
                  </a:lnTo>
                  <a:lnTo>
                    <a:pt x="1120745" y="968904"/>
                  </a:lnTo>
                  <a:lnTo>
                    <a:pt x="1127358" y="967581"/>
                  </a:lnTo>
                  <a:lnTo>
                    <a:pt x="1134235" y="966258"/>
                  </a:lnTo>
                  <a:lnTo>
                    <a:pt x="1141112" y="965465"/>
                  </a:lnTo>
                  <a:lnTo>
                    <a:pt x="1147989" y="965200"/>
                  </a:lnTo>
                  <a:lnTo>
                    <a:pt x="1155131" y="964935"/>
                  </a:lnTo>
                  <a:lnTo>
                    <a:pt x="1332085" y="965994"/>
                  </a:lnTo>
                  <a:lnTo>
                    <a:pt x="1332879" y="793221"/>
                  </a:lnTo>
                  <a:lnTo>
                    <a:pt x="1333143" y="786342"/>
                  </a:lnTo>
                  <a:lnTo>
                    <a:pt x="1333672" y="779463"/>
                  </a:lnTo>
                  <a:lnTo>
                    <a:pt x="1334730" y="772583"/>
                  </a:lnTo>
                  <a:lnTo>
                    <a:pt x="1335788" y="765969"/>
                  </a:lnTo>
                  <a:lnTo>
                    <a:pt x="1337375" y="759883"/>
                  </a:lnTo>
                  <a:lnTo>
                    <a:pt x="1339227" y="753269"/>
                  </a:lnTo>
                  <a:lnTo>
                    <a:pt x="1341608" y="747448"/>
                  </a:lnTo>
                  <a:lnTo>
                    <a:pt x="1343988" y="741098"/>
                  </a:lnTo>
                  <a:lnTo>
                    <a:pt x="1346633" y="735013"/>
                  </a:lnTo>
                  <a:lnTo>
                    <a:pt x="1349807" y="729456"/>
                  </a:lnTo>
                  <a:lnTo>
                    <a:pt x="1353246" y="723900"/>
                  </a:lnTo>
                  <a:lnTo>
                    <a:pt x="1356684" y="718344"/>
                  </a:lnTo>
                  <a:lnTo>
                    <a:pt x="1360652" y="713317"/>
                  </a:lnTo>
                  <a:lnTo>
                    <a:pt x="1364355" y="708290"/>
                  </a:lnTo>
                  <a:lnTo>
                    <a:pt x="1368852" y="703527"/>
                  </a:lnTo>
                  <a:lnTo>
                    <a:pt x="1373348" y="698765"/>
                  </a:lnTo>
                  <a:lnTo>
                    <a:pt x="1378109" y="694267"/>
                  </a:lnTo>
                  <a:lnTo>
                    <a:pt x="1383135" y="690298"/>
                  </a:lnTo>
                  <a:lnTo>
                    <a:pt x="1388161" y="686329"/>
                  </a:lnTo>
                  <a:lnTo>
                    <a:pt x="1393451" y="682890"/>
                  </a:lnTo>
                  <a:lnTo>
                    <a:pt x="1399270" y="679186"/>
                  </a:lnTo>
                  <a:lnTo>
                    <a:pt x="1404824" y="676275"/>
                  </a:lnTo>
                  <a:lnTo>
                    <a:pt x="1410908" y="673365"/>
                  </a:lnTo>
                  <a:lnTo>
                    <a:pt x="1416992" y="670454"/>
                  </a:lnTo>
                  <a:lnTo>
                    <a:pt x="1423075" y="668073"/>
                  </a:lnTo>
                  <a:lnTo>
                    <a:pt x="1429688" y="666221"/>
                  </a:lnTo>
                  <a:lnTo>
                    <a:pt x="1436036" y="664369"/>
                  </a:lnTo>
                  <a:lnTo>
                    <a:pt x="1442649" y="662781"/>
                  </a:lnTo>
                  <a:lnTo>
                    <a:pt x="1449261" y="661988"/>
                  </a:lnTo>
                  <a:lnTo>
                    <a:pt x="1456138" y="660929"/>
                  </a:lnTo>
                  <a:lnTo>
                    <a:pt x="1463280" y="660400"/>
                  </a:lnTo>
                  <a:close/>
                  <a:moveTo>
                    <a:pt x="714108" y="0"/>
                  </a:moveTo>
                  <a:lnTo>
                    <a:pt x="723364" y="0"/>
                  </a:lnTo>
                  <a:lnTo>
                    <a:pt x="732621" y="264"/>
                  </a:lnTo>
                  <a:lnTo>
                    <a:pt x="741349" y="529"/>
                  </a:lnTo>
                  <a:lnTo>
                    <a:pt x="750606" y="1058"/>
                  </a:lnTo>
                  <a:lnTo>
                    <a:pt x="759599" y="2115"/>
                  </a:lnTo>
                  <a:lnTo>
                    <a:pt x="768591" y="3173"/>
                  </a:lnTo>
                  <a:lnTo>
                    <a:pt x="777319" y="4495"/>
                  </a:lnTo>
                  <a:lnTo>
                    <a:pt x="786312" y="5817"/>
                  </a:lnTo>
                  <a:lnTo>
                    <a:pt x="795040" y="7404"/>
                  </a:lnTo>
                  <a:lnTo>
                    <a:pt x="803503" y="9520"/>
                  </a:lnTo>
                  <a:lnTo>
                    <a:pt x="812231" y="11635"/>
                  </a:lnTo>
                  <a:lnTo>
                    <a:pt x="820959" y="14015"/>
                  </a:lnTo>
                  <a:lnTo>
                    <a:pt x="829158" y="16395"/>
                  </a:lnTo>
                  <a:lnTo>
                    <a:pt x="837622" y="19039"/>
                  </a:lnTo>
                  <a:lnTo>
                    <a:pt x="845821" y="21948"/>
                  </a:lnTo>
                  <a:lnTo>
                    <a:pt x="853755" y="24856"/>
                  </a:lnTo>
                  <a:lnTo>
                    <a:pt x="861954" y="28294"/>
                  </a:lnTo>
                  <a:lnTo>
                    <a:pt x="869889" y="31732"/>
                  </a:lnTo>
                  <a:lnTo>
                    <a:pt x="877559" y="35434"/>
                  </a:lnTo>
                  <a:lnTo>
                    <a:pt x="885493" y="39136"/>
                  </a:lnTo>
                  <a:lnTo>
                    <a:pt x="892899" y="43102"/>
                  </a:lnTo>
                  <a:lnTo>
                    <a:pt x="900569" y="47333"/>
                  </a:lnTo>
                  <a:lnTo>
                    <a:pt x="907710" y="51299"/>
                  </a:lnTo>
                  <a:lnTo>
                    <a:pt x="915116" y="56059"/>
                  </a:lnTo>
                  <a:lnTo>
                    <a:pt x="922257" y="60554"/>
                  </a:lnTo>
                  <a:lnTo>
                    <a:pt x="929398" y="65314"/>
                  </a:lnTo>
                  <a:lnTo>
                    <a:pt x="936274" y="70338"/>
                  </a:lnTo>
                  <a:lnTo>
                    <a:pt x="943151" y="75362"/>
                  </a:lnTo>
                  <a:lnTo>
                    <a:pt x="949763" y="80915"/>
                  </a:lnTo>
                  <a:lnTo>
                    <a:pt x="956111" y="86204"/>
                  </a:lnTo>
                  <a:lnTo>
                    <a:pt x="962458" y="91757"/>
                  </a:lnTo>
                  <a:lnTo>
                    <a:pt x="968806" y="97575"/>
                  </a:lnTo>
                  <a:lnTo>
                    <a:pt x="974889" y="103392"/>
                  </a:lnTo>
                  <a:lnTo>
                    <a:pt x="980972" y="109474"/>
                  </a:lnTo>
                  <a:lnTo>
                    <a:pt x="986526" y="115556"/>
                  </a:lnTo>
                  <a:lnTo>
                    <a:pt x="992080" y="121902"/>
                  </a:lnTo>
                  <a:lnTo>
                    <a:pt x="997635" y="128513"/>
                  </a:lnTo>
                  <a:lnTo>
                    <a:pt x="1002924" y="134859"/>
                  </a:lnTo>
                  <a:lnTo>
                    <a:pt x="1008214" y="141470"/>
                  </a:lnTo>
                  <a:lnTo>
                    <a:pt x="1013239" y="148345"/>
                  </a:lnTo>
                  <a:lnTo>
                    <a:pt x="1018000" y="155220"/>
                  </a:lnTo>
                  <a:lnTo>
                    <a:pt x="1022761" y="162360"/>
                  </a:lnTo>
                  <a:lnTo>
                    <a:pt x="1027257" y="169499"/>
                  </a:lnTo>
                  <a:lnTo>
                    <a:pt x="1031489" y="176903"/>
                  </a:lnTo>
                  <a:lnTo>
                    <a:pt x="1035720" y="184043"/>
                  </a:lnTo>
                  <a:lnTo>
                    <a:pt x="1039688" y="191711"/>
                  </a:lnTo>
                  <a:lnTo>
                    <a:pt x="1043655" y="199115"/>
                  </a:lnTo>
                  <a:lnTo>
                    <a:pt x="1047093" y="206784"/>
                  </a:lnTo>
                  <a:lnTo>
                    <a:pt x="1050532" y="214717"/>
                  </a:lnTo>
                  <a:lnTo>
                    <a:pt x="1053705" y="222650"/>
                  </a:lnTo>
                  <a:lnTo>
                    <a:pt x="1057144" y="230318"/>
                  </a:lnTo>
                  <a:lnTo>
                    <a:pt x="1059788" y="238780"/>
                  </a:lnTo>
                  <a:lnTo>
                    <a:pt x="1062433" y="246713"/>
                  </a:lnTo>
                  <a:lnTo>
                    <a:pt x="1064814" y="255175"/>
                  </a:lnTo>
                  <a:lnTo>
                    <a:pt x="1067194" y="263372"/>
                  </a:lnTo>
                  <a:lnTo>
                    <a:pt x="1069310" y="271834"/>
                  </a:lnTo>
                  <a:lnTo>
                    <a:pt x="1070897" y="280031"/>
                  </a:lnTo>
                  <a:lnTo>
                    <a:pt x="1072484" y="288757"/>
                  </a:lnTo>
                  <a:lnTo>
                    <a:pt x="1074071" y="297219"/>
                  </a:lnTo>
                  <a:lnTo>
                    <a:pt x="1075129" y="305945"/>
                  </a:lnTo>
                  <a:lnTo>
                    <a:pt x="1076186" y="314936"/>
                  </a:lnTo>
                  <a:lnTo>
                    <a:pt x="1076980" y="323397"/>
                  </a:lnTo>
                  <a:lnTo>
                    <a:pt x="1077509" y="332388"/>
                  </a:lnTo>
                  <a:lnTo>
                    <a:pt x="1077773" y="341379"/>
                  </a:lnTo>
                  <a:lnTo>
                    <a:pt x="1077773" y="350369"/>
                  </a:lnTo>
                  <a:lnTo>
                    <a:pt x="1077509" y="359360"/>
                  </a:lnTo>
                  <a:lnTo>
                    <a:pt x="1077244" y="368350"/>
                  </a:lnTo>
                  <a:lnTo>
                    <a:pt x="1076716" y="377341"/>
                  </a:lnTo>
                  <a:lnTo>
                    <a:pt x="1075658" y="385803"/>
                  </a:lnTo>
                  <a:lnTo>
                    <a:pt x="1074600" y="394793"/>
                  </a:lnTo>
                  <a:lnTo>
                    <a:pt x="1073277" y="403519"/>
                  </a:lnTo>
                  <a:lnTo>
                    <a:pt x="1071955" y="411981"/>
                  </a:lnTo>
                  <a:lnTo>
                    <a:pt x="1070103" y="420707"/>
                  </a:lnTo>
                  <a:lnTo>
                    <a:pt x="1068252" y="428905"/>
                  </a:lnTo>
                  <a:lnTo>
                    <a:pt x="1065872" y="437366"/>
                  </a:lnTo>
                  <a:lnTo>
                    <a:pt x="1063756" y="445564"/>
                  </a:lnTo>
                  <a:lnTo>
                    <a:pt x="1061111" y="454026"/>
                  </a:lnTo>
                  <a:lnTo>
                    <a:pt x="1058466" y="461958"/>
                  </a:lnTo>
                  <a:lnTo>
                    <a:pt x="1055557" y="469891"/>
                  </a:lnTo>
                  <a:lnTo>
                    <a:pt x="1052383" y="478089"/>
                  </a:lnTo>
                  <a:lnTo>
                    <a:pt x="1048945" y="485757"/>
                  </a:lnTo>
                  <a:lnTo>
                    <a:pt x="1045506" y="493426"/>
                  </a:lnTo>
                  <a:lnTo>
                    <a:pt x="1041804" y="501358"/>
                  </a:lnTo>
                  <a:lnTo>
                    <a:pt x="1038101" y="508762"/>
                  </a:lnTo>
                  <a:lnTo>
                    <a:pt x="1033869" y="516166"/>
                  </a:lnTo>
                  <a:lnTo>
                    <a:pt x="1029637" y="523570"/>
                  </a:lnTo>
                  <a:lnTo>
                    <a:pt x="1025141" y="530710"/>
                  </a:lnTo>
                  <a:lnTo>
                    <a:pt x="1020380" y="537850"/>
                  </a:lnTo>
                  <a:lnTo>
                    <a:pt x="1015620" y="544725"/>
                  </a:lnTo>
                  <a:lnTo>
                    <a:pt x="1010859" y="551864"/>
                  </a:lnTo>
                  <a:lnTo>
                    <a:pt x="1005834" y="558211"/>
                  </a:lnTo>
                  <a:lnTo>
                    <a:pt x="1000544" y="564821"/>
                  </a:lnTo>
                  <a:lnTo>
                    <a:pt x="995254" y="571432"/>
                  </a:lnTo>
                  <a:lnTo>
                    <a:pt x="989436" y="578043"/>
                  </a:lnTo>
                  <a:lnTo>
                    <a:pt x="983882" y="584125"/>
                  </a:lnTo>
                  <a:lnTo>
                    <a:pt x="977798" y="590207"/>
                  </a:lnTo>
                  <a:lnTo>
                    <a:pt x="971980" y="596024"/>
                  </a:lnTo>
                  <a:lnTo>
                    <a:pt x="965632" y="601842"/>
                  </a:lnTo>
                  <a:lnTo>
                    <a:pt x="959549" y="607659"/>
                  </a:lnTo>
                  <a:lnTo>
                    <a:pt x="953201" y="612948"/>
                  </a:lnTo>
                  <a:lnTo>
                    <a:pt x="946325" y="618501"/>
                  </a:lnTo>
                  <a:lnTo>
                    <a:pt x="939713" y="623789"/>
                  </a:lnTo>
                  <a:lnTo>
                    <a:pt x="933100" y="628813"/>
                  </a:lnTo>
                  <a:lnTo>
                    <a:pt x="926224" y="633573"/>
                  </a:lnTo>
                  <a:lnTo>
                    <a:pt x="919083" y="638333"/>
                  </a:lnTo>
                  <a:lnTo>
                    <a:pt x="911942" y="642828"/>
                  </a:lnTo>
                  <a:lnTo>
                    <a:pt x="904536" y="647323"/>
                  </a:lnTo>
                  <a:lnTo>
                    <a:pt x="897131" y="651290"/>
                  </a:lnTo>
                  <a:lnTo>
                    <a:pt x="889461" y="655521"/>
                  </a:lnTo>
                  <a:lnTo>
                    <a:pt x="881791" y="659487"/>
                  </a:lnTo>
                  <a:lnTo>
                    <a:pt x="874120" y="663189"/>
                  </a:lnTo>
                  <a:lnTo>
                    <a:pt x="866186" y="666627"/>
                  </a:lnTo>
                  <a:lnTo>
                    <a:pt x="857987" y="670064"/>
                  </a:lnTo>
                  <a:lnTo>
                    <a:pt x="850052" y="672973"/>
                  </a:lnTo>
                  <a:lnTo>
                    <a:pt x="841853" y="676146"/>
                  </a:lnTo>
                  <a:lnTo>
                    <a:pt x="833654" y="679055"/>
                  </a:lnTo>
                  <a:lnTo>
                    <a:pt x="825455" y="681699"/>
                  </a:lnTo>
                  <a:lnTo>
                    <a:pt x="816992" y="684079"/>
                  </a:lnTo>
                  <a:lnTo>
                    <a:pt x="808264" y="686195"/>
                  </a:lnTo>
                  <a:lnTo>
                    <a:pt x="799800" y="688310"/>
                  </a:lnTo>
                  <a:lnTo>
                    <a:pt x="791072" y="690161"/>
                  </a:lnTo>
                  <a:lnTo>
                    <a:pt x="782609" y="691483"/>
                  </a:lnTo>
                  <a:lnTo>
                    <a:pt x="773616" y="693070"/>
                  </a:lnTo>
                  <a:lnTo>
                    <a:pt x="764624" y="694128"/>
                  </a:lnTo>
                  <a:lnTo>
                    <a:pt x="755632" y="695185"/>
                  </a:lnTo>
                  <a:lnTo>
                    <a:pt x="746639" y="695714"/>
                  </a:lnTo>
                  <a:lnTo>
                    <a:pt x="737647" y="696243"/>
                  </a:lnTo>
                  <a:lnTo>
                    <a:pt x="728390" y="696507"/>
                  </a:lnTo>
                  <a:lnTo>
                    <a:pt x="719133" y="696507"/>
                  </a:lnTo>
                  <a:lnTo>
                    <a:pt x="709876" y="696507"/>
                  </a:lnTo>
                  <a:lnTo>
                    <a:pt x="700883" y="695979"/>
                  </a:lnTo>
                  <a:lnTo>
                    <a:pt x="691891" y="695450"/>
                  </a:lnTo>
                  <a:lnTo>
                    <a:pt x="682898" y="694392"/>
                  </a:lnTo>
                  <a:lnTo>
                    <a:pt x="673906" y="693599"/>
                  </a:lnTo>
                  <a:lnTo>
                    <a:pt x="664913" y="692541"/>
                  </a:lnTo>
                  <a:lnTo>
                    <a:pt x="656186" y="690954"/>
                  </a:lnTo>
                  <a:lnTo>
                    <a:pt x="647458" y="689103"/>
                  </a:lnTo>
                  <a:lnTo>
                    <a:pt x="638730" y="687252"/>
                  </a:lnTo>
                  <a:lnTo>
                    <a:pt x="630266" y="684872"/>
                  </a:lnTo>
                  <a:lnTo>
                    <a:pt x="621538" y="683021"/>
                  </a:lnTo>
                  <a:lnTo>
                    <a:pt x="613339" y="680113"/>
                  </a:lnTo>
                  <a:lnTo>
                    <a:pt x="604876" y="677468"/>
                  </a:lnTo>
                  <a:lnTo>
                    <a:pt x="596676" y="674824"/>
                  </a:lnTo>
                  <a:lnTo>
                    <a:pt x="588478" y="671651"/>
                  </a:lnTo>
                  <a:lnTo>
                    <a:pt x="580543" y="668213"/>
                  </a:lnTo>
                  <a:lnTo>
                    <a:pt x="572873" y="665040"/>
                  </a:lnTo>
                  <a:lnTo>
                    <a:pt x="564674" y="661603"/>
                  </a:lnTo>
                  <a:lnTo>
                    <a:pt x="557004" y="657636"/>
                  </a:lnTo>
                  <a:lnTo>
                    <a:pt x="549598" y="653405"/>
                  </a:lnTo>
                  <a:lnTo>
                    <a:pt x="541928" y="649439"/>
                  </a:lnTo>
                  <a:lnTo>
                    <a:pt x="534787" y="645208"/>
                  </a:lnTo>
                  <a:lnTo>
                    <a:pt x="527382" y="640713"/>
                  </a:lnTo>
                  <a:lnTo>
                    <a:pt x="520241" y="635953"/>
                  </a:lnTo>
                  <a:lnTo>
                    <a:pt x="513364" y="631193"/>
                  </a:lnTo>
                  <a:lnTo>
                    <a:pt x="506223" y="626169"/>
                  </a:lnTo>
                  <a:lnTo>
                    <a:pt x="499611" y="621145"/>
                  </a:lnTo>
                  <a:lnTo>
                    <a:pt x="492734" y="615592"/>
                  </a:lnTo>
                  <a:lnTo>
                    <a:pt x="486122" y="610303"/>
                  </a:lnTo>
                  <a:lnTo>
                    <a:pt x="480039" y="604750"/>
                  </a:lnTo>
                  <a:lnTo>
                    <a:pt x="473691" y="598933"/>
                  </a:lnTo>
                  <a:lnTo>
                    <a:pt x="467873" y="593115"/>
                  </a:lnTo>
                  <a:lnTo>
                    <a:pt x="461790" y="587298"/>
                  </a:lnTo>
                  <a:lnTo>
                    <a:pt x="455971" y="580952"/>
                  </a:lnTo>
                  <a:lnTo>
                    <a:pt x="450152" y="574605"/>
                  </a:lnTo>
                  <a:lnTo>
                    <a:pt x="444863" y="568523"/>
                  </a:lnTo>
                  <a:lnTo>
                    <a:pt x="439573" y="561913"/>
                  </a:lnTo>
                  <a:lnTo>
                    <a:pt x="434283" y="555038"/>
                  </a:lnTo>
                  <a:lnTo>
                    <a:pt x="429258" y="548162"/>
                  </a:lnTo>
                  <a:lnTo>
                    <a:pt x="424497" y="541287"/>
                  </a:lnTo>
                  <a:lnTo>
                    <a:pt x="419737" y="534148"/>
                  </a:lnTo>
                  <a:lnTo>
                    <a:pt x="415240" y="527008"/>
                  </a:lnTo>
                  <a:lnTo>
                    <a:pt x="411009" y="519868"/>
                  </a:lnTo>
                  <a:lnTo>
                    <a:pt x="406777" y="512464"/>
                  </a:lnTo>
                  <a:lnTo>
                    <a:pt x="402545" y="505060"/>
                  </a:lnTo>
                  <a:lnTo>
                    <a:pt x="398842" y="497392"/>
                  </a:lnTo>
                  <a:lnTo>
                    <a:pt x="395140" y="489988"/>
                  </a:lnTo>
                  <a:lnTo>
                    <a:pt x="391966" y="481791"/>
                  </a:lnTo>
                  <a:lnTo>
                    <a:pt x="388792" y="474122"/>
                  </a:lnTo>
                  <a:lnTo>
                    <a:pt x="385618" y="466189"/>
                  </a:lnTo>
                  <a:lnTo>
                    <a:pt x="382709" y="458256"/>
                  </a:lnTo>
                  <a:lnTo>
                    <a:pt x="380064" y="449795"/>
                  </a:lnTo>
                  <a:lnTo>
                    <a:pt x="377684" y="441862"/>
                  </a:lnTo>
                  <a:lnTo>
                    <a:pt x="375303" y="433400"/>
                  </a:lnTo>
                  <a:lnTo>
                    <a:pt x="373187" y="425203"/>
                  </a:lnTo>
                  <a:lnTo>
                    <a:pt x="371336" y="416477"/>
                  </a:lnTo>
                  <a:lnTo>
                    <a:pt x="370014" y="407750"/>
                  </a:lnTo>
                  <a:lnTo>
                    <a:pt x="368427" y="399289"/>
                  </a:lnTo>
                  <a:lnTo>
                    <a:pt x="367369" y="390562"/>
                  </a:lnTo>
                  <a:lnTo>
                    <a:pt x="366311" y="382101"/>
                  </a:lnTo>
                  <a:lnTo>
                    <a:pt x="365517" y="373110"/>
                  </a:lnTo>
                  <a:lnTo>
                    <a:pt x="364988" y="364120"/>
                  </a:lnTo>
                  <a:lnTo>
                    <a:pt x="364724" y="355129"/>
                  </a:lnTo>
                  <a:lnTo>
                    <a:pt x="364724" y="346403"/>
                  </a:lnTo>
                  <a:lnTo>
                    <a:pt x="364988" y="337412"/>
                  </a:lnTo>
                  <a:lnTo>
                    <a:pt x="365253" y="328422"/>
                  </a:lnTo>
                  <a:lnTo>
                    <a:pt x="365782" y="319695"/>
                  </a:lnTo>
                  <a:lnTo>
                    <a:pt x="366575" y="310705"/>
                  </a:lnTo>
                  <a:lnTo>
                    <a:pt x="367898" y="301979"/>
                  </a:lnTo>
                  <a:lnTo>
                    <a:pt x="368956" y="292988"/>
                  </a:lnTo>
                  <a:lnTo>
                    <a:pt x="370542" y="284791"/>
                  </a:lnTo>
                  <a:lnTo>
                    <a:pt x="372394" y="276064"/>
                  </a:lnTo>
                  <a:lnTo>
                    <a:pt x="374245" y="267603"/>
                  </a:lnTo>
                  <a:lnTo>
                    <a:pt x="376626" y="259141"/>
                  </a:lnTo>
                  <a:lnTo>
                    <a:pt x="378477" y="250944"/>
                  </a:lnTo>
                  <a:lnTo>
                    <a:pt x="381386" y="242746"/>
                  </a:lnTo>
                  <a:lnTo>
                    <a:pt x="384031" y="234549"/>
                  </a:lnTo>
                  <a:lnTo>
                    <a:pt x="386940" y="226616"/>
                  </a:lnTo>
                  <a:lnTo>
                    <a:pt x="390114" y="218683"/>
                  </a:lnTo>
                  <a:lnTo>
                    <a:pt x="393553" y="210750"/>
                  </a:lnTo>
                  <a:lnTo>
                    <a:pt x="396991" y="203082"/>
                  </a:lnTo>
                  <a:lnTo>
                    <a:pt x="400694" y="195678"/>
                  </a:lnTo>
                  <a:lnTo>
                    <a:pt x="404396" y="187745"/>
                  </a:lnTo>
                  <a:lnTo>
                    <a:pt x="408628" y="180341"/>
                  </a:lnTo>
                  <a:lnTo>
                    <a:pt x="412860" y="173201"/>
                  </a:lnTo>
                  <a:lnTo>
                    <a:pt x="417356" y="165797"/>
                  </a:lnTo>
                  <a:lnTo>
                    <a:pt x="422117" y="158658"/>
                  </a:lnTo>
                  <a:lnTo>
                    <a:pt x="426878" y="151783"/>
                  </a:lnTo>
                  <a:lnTo>
                    <a:pt x="431638" y="144907"/>
                  </a:lnTo>
                  <a:lnTo>
                    <a:pt x="436664" y="138297"/>
                  </a:lnTo>
                  <a:lnTo>
                    <a:pt x="441953" y="131686"/>
                  </a:lnTo>
                  <a:lnTo>
                    <a:pt x="447243" y="125075"/>
                  </a:lnTo>
                  <a:lnTo>
                    <a:pt x="453062" y="118993"/>
                  </a:lnTo>
                  <a:lnTo>
                    <a:pt x="458616" y="112647"/>
                  </a:lnTo>
                  <a:lnTo>
                    <a:pt x="464434" y="106301"/>
                  </a:lnTo>
                  <a:lnTo>
                    <a:pt x="470518" y="100483"/>
                  </a:lnTo>
                  <a:lnTo>
                    <a:pt x="476865" y="94666"/>
                  </a:lnTo>
                  <a:lnTo>
                    <a:pt x="482948" y="89113"/>
                  </a:lnTo>
                  <a:lnTo>
                    <a:pt x="489560" y="83560"/>
                  </a:lnTo>
                  <a:lnTo>
                    <a:pt x="496172" y="78271"/>
                  </a:lnTo>
                  <a:lnTo>
                    <a:pt x="502520" y="72983"/>
                  </a:lnTo>
                  <a:lnTo>
                    <a:pt x="509397" y="67958"/>
                  </a:lnTo>
                  <a:lnTo>
                    <a:pt x="516538" y="62934"/>
                  </a:lnTo>
                  <a:lnTo>
                    <a:pt x="523414" y="58175"/>
                  </a:lnTo>
                  <a:lnTo>
                    <a:pt x="530820" y="53679"/>
                  </a:lnTo>
                  <a:lnTo>
                    <a:pt x="537961" y="49184"/>
                  </a:lnTo>
                  <a:lnTo>
                    <a:pt x="545367" y="45217"/>
                  </a:lnTo>
                  <a:lnTo>
                    <a:pt x="553301" y="40987"/>
                  </a:lnTo>
                  <a:lnTo>
                    <a:pt x="560707" y="37020"/>
                  </a:lnTo>
                  <a:lnTo>
                    <a:pt x="568377" y="33583"/>
                  </a:lnTo>
                  <a:lnTo>
                    <a:pt x="576311" y="29881"/>
                  </a:lnTo>
                  <a:lnTo>
                    <a:pt x="584510" y="26707"/>
                  </a:lnTo>
                  <a:lnTo>
                    <a:pt x="592445" y="23534"/>
                  </a:lnTo>
                  <a:lnTo>
                    <a:pt x="600379" y="20361"/>
                  </a:lnTo>
                  <a:lnTo>
                    <a:pt x="608843" y="17717"/>
                  </a:lnTo>
                  <a:lnTo>
                    <a:pt x="617042" y="15073"/>
                  </a:lnTo>
                  <a:lnTo>
                    <a:pt x="625505" y="12693"/>
                  </a:lnTo>
                  <a:lnTo>
                    <a:pt x="633969" y="10313"/>
                  </a:lnTo>
                  <a:lnTo>
                    <a:pt x="642697" y="8462"/>
                  </a:lnTo>
                  <a:lnTo>
                    <a:pt x="651425" y="6875"/>
                  </a:lnTo>
                  <a:lnTo>
                    <a:pt x="659888" y="5024"/>
                  </a:lnTo>
                  <a:lnTo>
                    <a:pt x="668881" y="3702"/>
                  </a:lnTo>
                  <a:lnTo>
                    <a:pt x="677873" y="2644"/>
                  </a:lnTo>
                  <a:lnTo>
                    <a:pt x="686601" y="1851"/>
                  </a:lnTo>
                  <a:lnTo>
                    <a:pt x="695858" y="793"/>
                  </a:lnTo>
                  <a:lnTo>
                    <a:pt x="704851" y="264"/>
                  </a:lnTo>
                  <a:lnTo>
                    <a:pt x="714108"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26633" name="文本框 1027">
            <a:extLst>
              <a:ext uri="{FF2B5EF4-FFF2-40B4-BE49-F238E27FC236}">
                <a16:creationId xmlns:a16="http://schemas.microsoft.com/office/drawing/2014/main" id="{B1A05911-7286-4668-90FB-C267428B695F}"/>
              </a:ext>
            </a:extLst>
          </p:cNvPr>
          <p:cNvSpPr txBox="1">
            <a:spLocks noChangeArrowheads="1"/>
          </p:cNvSpPr>
          <p:nvPr/>
        </p:nvSpPr>
        <p:spPr bwMode="auto">
          <a:xfrm>
            <a:off x="2411413" y="384651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a:t>答辩人：代用名</a:t>
            </a:r>
          </a:p>
        </p:txBody>
      </p:sp>
      <p:sp>
        <p:nvSpPr>
          <p:cNvPr id="26634" name="文本框 112">
            <a:extLst>
              <a:ext uri="{FF2B5EF4-FFF2-40B4-BE49-F238E27FC236}">
                <a16:creationId xmlns:a16="http://schemas.microsoft.com/office/drawing/2014/main" id="{EBF7E833-BCE1-41B2-873D-355B8AA93460}"/>
              </a:ext>
            </a:extLst>
          </p:cNvPr>
          <p:cNvSpPr txBox="1">
            <a:spLocks noChangeArrowheads="1"/>
          </p:cNvSpPr>
          <p:nvPr/>
        </p:nvSpPr>
        <p:spPr bwMode="auto">
          <a:xfrm>
            <a:off x="4940300" y="3846513"/>
            <a:ext cx="203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a:t>指导教师：代用名</a:t>
            </a:r>
          </a:p>
        </p:txBody>
      </p:sp>
      <p:sp>
        <p:nvSpPr>
          <p:cNvPr id="26635" name="文本框 1066">
            <a:extLst>
              <a:ext uri="{FF2B5EF4-FFF2-40B4-BE49-F238E27FC236}">
                <a16:creationId xmlns:a16="http://schemas.microsoft.com/office/drawing/2014/main" id="{13964E5D-9B20-42CF-A4E7-8419602FB145}"/>
              </a:ext>
            </a:extLst>
          </p:cNvPr>
          <p:cNvSpPr txBox="1">
            <a:spLocks noChangeArrowheads="1"/>
          </p:cNvSpPr>
          <p:nvPr/>
        </p:nvSpPr>
        <p:spPr bwMode="auto">
          <a:xfrm>
            <a:off x="1766888" y="598488"/>
            <a:ext cx="2627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3200" b="1">
                <a:solidFill>
                  <a:schemeClr val="bg1"/>
                </a:solidFill>
              </a:rPr>
              <a:t>中国*****大学</a:t>
            </a:r>
          </a:p>
        </p:txBody>
      </p:sp>
      <p:sp>
        <p:nvSpPr>
          <p:cNvPr id="1068" name="矩形 1067">
            <a:extLst>
              <a:ext uri="{FF2B5EF4-FFF2-40B4-BE49-F238E27FC236}">
                <a16:creationId xmlns:a16="http://schemas.microsoft.com/office/drawing/2014/main" id="{A8D44B89-E37B-4873-83AF-3D5E616AD15E}"/>
              </a:ext>
            </a:extLst>
          </p:cNvPr>
          <p:cNvSpPr/>
          <p:nvPr/>
        </p:nvSpPr>
        <p:spPr>
          <a:xfrm>
            <a:off x="1466850" y="2439988"/>
            <a:ext cx="9677400" cy="211455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69" name="矩形 1068">
            <a:extLst>
              <a:ext uri="{FF2B5EF4-FFF2-40B4-BE49-F238E27FC236}">
                <a16:creationId xmlns:a16="http://schemas.microsoft.com/office/drawing/2014/main" id="{E5230864-CDEA-4818-B7F5-8617837C022B}"/>
              </a:ext>
            </a:extLst>
          </p:cNvPr>
          <p:cNvSpPr/>
          <p:nvPr/>
        </p:nvSpPr>
        <p:spPr>
          <a:xfrm>
            <a:off x="10906125" y="4237038"/>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7" name="矩形 116">
            <a:extLst>
              <a:ext uri="{FF2B5EF4-FFF2-40B4-BE49-F238E27FC236}">
                <a16:creationId xmlns:a16="http://schemas.microsoft.com/office/drawing/2014/main" id="{74ADE4ED-DF30-4527-BCF1-333990566E41}"/>
              </a:ext>
            </a:extLst>
          </p:cNvPr>
          <p:cNvSpPr/>
          <p:nvPr/>
        </p:nvSpPr>
        <p:spPr>
          <a:xfrm>
            <a:off x="10637838" y="4008438"/>
            <a:ext cx="474662" cy="474662"/>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8" name="矩形 117">
            <a:extLst>
              <a:ext uri="{FF2B5EF4-FFF2-40B4-BE49-F238E27FC236}">
                <a16:creationId xmlns:a16="http://schemas.microsoft.com/office/drawing/2014/main" id="{C997E3C0-00AE-4EFC-92B3-F77DA918533B}"/>
              </a:ext>
            </a:extLst>
          </p:cNvPr>
          <p:cNvSpPr/>
          <p:nvPr/>
        </p:nvSpPr>
        <p:spPr>
          <a:xfrm>
            <a:off x="1308100" y="2233613"/>
            <a:ext cx="474663" cy="474662"/>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9" name="矩形 118">
            <a:extLst>
              <a:ext uri="{FF2B5EF4-FFF2-40B4-BE49-F238E27FC236}">
                <a16:creationId xmlns:a16="http://schemas.microsoft.com/office/drawing/2014/main" id="{D4C6DB80-BA07-4BD9-9EE6-ED0AC7F54E9B}"/>
              </a:ext>
            </a:extLst>
          </p:cNvPr>
          <p:cNvSpPr/>
          <p:nvPr/>
        </p:nvSpPr>
        <p:spPr>
          <a:xfrm>
            <a:off x="1460500" y="2386013"/>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a:extLst>
              <a:ext uri="{FF2B5EF4-FFF2-40B4-BE49-F238E27FC236}">
                <a16:creationId xmlns:a16="http://schemas.microsoft.com/office/drawing/2014/main" id="{7F9CFFD0-BCDB-451B-9FEC-462FA73571A7}"/>
              </a:ext>
            </a:extLst>
          </p:cNvPr>
          <p:cNvSpPr/>
          <p:nvPr/>
        </p:nvSpPr>
        <p:spPr>
          <a:xfrm>
            <a:off x="1333500" y="1882775"/>
            <a:ext cx="9486900" cy="4162425"/>
          </a:xfrm>
          <a:prstGeom prst="roundRect">
            <a:avLst>
              <a:gd name="adj" fmla="val 0"/>
            </a:avLst>
          </a:prstGeom>
          <a:solidFill>
            <a:schemeClr val="bg1">
              <a:lumMod val="8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pic>
        <p:nvPicPr>
          <p:cNvPr id="27651" name="图片 1">
            <a:extLst>
              <a:ext uri="{FF2B5EF4-FFF2-40B4-BE49-F238E27FC236}">
                <a16:creationId xmlns:a16="http://schemas.microsoft.com/office/drawing/2014/main" id="{0C53F891-4B48-4D61-8252-26E857FB41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7878763"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文本框 2">
            <a:extLst>
              <a:ext uri="{FF2B5EF4-FFF2-40B4-BE49-F238E27FC236}">
                <a16:creationId xmlns:a16="http://schemas.microsoft.com/office/drawing/2014/main" id="{6B094E48-67D4-4653-B4B2-A92AE7AF0325}"/>
              </a:ext>
            </a:extLst>
          </p:cNvPr>
          <p:cNvSpPr txBox="1">
            <a:spLocks noChangeArrowheads="1"/>
          </p:cNvSpPr>
          <p:nvPr/>
        </p:nvSpPr>
        <p:spPr bwMode="auto">
          <a:xfrm>
            <a:off x="9698038" y="628650"/>
            <a:ext cx="1312862"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4400" b="1">
                <a:solidFill>
                  <a:srgbClr val="4B649F"/>
                </a:solidFill>
              </a:rPr>
              <a:t>摘要</a:t>
            </a:r>
          </a:p>
        </p:txBody>
      </p:sp>
      <p:sp>
        <p:nvSpPr>
          <p:cNvPr id="27653" name="矩形 3">
            <a:extLst>
              <a:ext uri="{FF2B5EF4-FFF2-40B4-BE49-F238E27FC236}">
                <a16:creationId xmlns:a16="http://schemas.microsoft.com/office/drawing/2014/main" id="{FEC01ABC-37EA-422C-A6C4-412EE8EFAA03}"/>
              </a:ext>
            </a:extLst>
          </p:cNvPr>
          <p:cNvSpPr>
            <a:spLocks noChangeArrowheads="1"/>
          </p:cNvSpPr>
          <p:nvPr/>
        </p:nvSpPr>
        <p:spPr bwMode="auto">
          <a:xfrm>
            <a:off x="8861425" y="1352550"/>
            <a:ext cx="2282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en-US" altLang="zh-CN">
                <a:solidFill>
                  <a:srgbClr val="4B649F"/>
                </a:solidFill>
              </a:rPr>
              <a:t>ABSTRACT</a:t>
            </a:r>
            <a:endParaRPr lang="zh-CN" altLang="en-US">
              <a:solidFill>
                <a:srgbClr val="4B649F"/>
              </a:solidFill>
            </a:endParaRPr>
          </a:p>
        </p:txBody>
      </p:sp>
      <p:sp>
        <p:nvSpPr>
          <p:cNvPr id="5" name="圆角矩形 4">
            <a:extLst>
              <a:ext uri="{FF2B5EF4-FFF2-40B4-BE49-F238E27FC236}">
                <a16:creationId xmlns:a16="http://schemas.microsoft.com/office/drawing/2014/main" id="{ABB34B57-425B-4028-A1C2-0A4C92CF5D39}"/>
              </a:ext>
            </a:extLst>
          </p:cNvPr>
          <p:cNvSpPr/>
          <p:nvPr/>
        </p:nvSpPr>
        <p:spPr>
          <a:xfrm>
            <a:off x="1524000" y="2068513"/>
            <a:ext cx="9486900" cy="4162425"/>
          </a:xfrm>
          <a:prstGeom prst="roundRect">
            <a:avLst>
              <a:gd name="adj" fmla="val 0"/>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7" name="矩形 6">
            <a:extLst>
              <a:ext uri="{FF2B5EF4-FFF2-40B4-BE49-F238E27FC236}">
                <a16:creationId xmlns:a16="http://schemas.microsoft.com/office/drawing/2014/main" id="{ADC5F2F7-6976-4C6F-9B32-DF736149CE61}"/>
              </a:ext>
            </a:extLst>
          </p:cNvPr>
          <p:cNvSpPr/>
          <p:nvPr/>
        </p:nvSpPr>
        <p:spPr>
          <a:xfrm>
            <a:off x="10726738" y="5940425"/>
            <a:ext cx="474662"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矩形 7">
            <a:extLst>
              <a:ext uri="{FF2B5EF4-FFF2-40B4-BE49-F238E27FC236}">
                <a16:creationId xmlns:a16="http://schemas.microsoft.com/office/drawing/2014/main" id="{B42C80FE-6E97-459A-BB9F-406652453EAB}"/>
              </a:ext>
            </a:extLst>
          </p:cNvPr>
          <p:cNvSpPr/>
          <p:nvPr/>
        </p:nvSpPr>
        <p:spPr>
          <a:xfrm>
            <a:off x="10456863" y="5711825"/>
            <a:ext cx="476250"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9" name="矩形 8">
            <a:extLst>
              <a:ext uri="{FF2B5EF4-FFF2-40B4-BE49-F238E27FC236}">
                <a16:creationId xmlns:a16="http://schemas.microsoft.com/office/drawing/2014/main" id="{57D2FEC5-BF61-447B-9052-173605F8C264}"/>
              </a:ext>
            </a:extLst>
          </p:cNvPr>
          <p:cNvSpPr/>
          <p:nvPr/>
        </p:nvSpPr>
        <p:spPr>
          <a:xfrm>
            <a:off x="1220788" y="1874838"/>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 name="矩形 9">
            <a:extLst>
              <a:ext uri="{FF2B5EF4-FFF2-40B4-BE49-F238E27FC236}">
                <a16:creationId xmlns:a16="http://schemas.microsoft.com/office/drawing/2014/main" id="{865B8B0E-D97D-43F6-B5CD-A8BD9B5B664B}"/>
              </a:ext>
            </a:extLst>
          </p:cNvPr>
          <p:cNvSpPr/>
          <p:nvPr/>
        </p:nvSpPr>
        <p:spPr>
          <a:xfrm>
            <a:off x="1373188" y="2027238"/>
            <a:ext cx="476250" cy="476250"/>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7659" name="文本框 10">
            <a:extLst>
              <a:ext uri="{FF2B5EF4-FFF2-40B4-BE49-F238E27FC236}">
                <a16:creationId xmlns:a16="http://schemas.microsoft.com/office/drawing/2014/main" id="{EB099F6D-FCD7-4F49-A868-2E3431800E28}"/>
              </a:ext>
            </a:extLst>
          </p:cNvPr>
          <p:cNvSpPr txBox="1">
            <a:spLocks noChangeArrowheads="1"/>
          </p:cNvSpPr>
          <p:nvPr/>
        </p:nvSpPr>
        <p:spPr bwMode="auto">
          <a:xfrm>
            <a:off x="1998663" y="2446338"/>
            <a:ext cx="8782050"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1800">
                <a:solidFill>
                  <a:srgbClr val="404040"/>
                </a:solidFill>
              </a:rPr>
              <a:t>毕业论文，泛指专科毕业论文、本科毕业论文（学士学位毕业论文）、硕士研究生毕业论文（硕士学位论文）、博士研究生毕业论文（博士学位论文）等，即需要在学业完成前写作并提交的论文，是教学或科研活动的重要组成部分之一。</a:t>
            </a:r>
          </a:p>
        </p:txBody>
      </p:sp>
      <p:sp>
        <p:nvSpPr>
          <p:cNvPr id="27660" name="文本框 14">
            <a:extLst>
              <a:ext uri="{FF2B5EF4-FFF2-40B4-BE49-F238E27FC236}">
                <a16:creationId xmlns:a16="http://schemas.microsoft.com/office/drawing/2014/main" id="{8BE0E230-AAF9-44E0-8E1D-5EEB3062B99B}"/>
              </a:ext>
            </a:extLst>
          </p:cNvPr>
          <p:cNvSpPr txBox="1">
            <a:spLocks noChangeArrowheads="1"/>
          </p:cNvSpPr>
          <p:nvPr/>
        </p:nvSpPr>
        <p:spPr bwMode="auto">
          <a:xfrm>
            <a:off x="1998663" y="3824288"/>
            <a:ext cx="197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b="1">
                <a:solidFill>
                  <a:srgbClr val="4B649F"/>
                </a:solidFill>
              </a:rPr>
              <a:t>填写关键词</a:t>
            </a:r>
          </a:p>
        </p:txBody>
      </p:sp>
      <p:sp>
        <p:nvSpPr>
          <p:cNvPr id="27661" name="文本框 15">
            <a:extLst>
              <a:ext uri="{FF2B5EF4-FFF2-40B4-BE49-F238E27FC236}">
                <a16:creationId xmlns:a16="http://schemas.microsoft.com/office/drawing/2014/main" id="{227BA353-C566-4612-A00F-C1B9D96EDE3B}"/>
              </a:ext>
            </a:extLst>
          </p:cNvPr>
          <p:cNvSpPr txBox="1">
            <a:spLocks noChangeArrowheads="1"/>
          </p:cNvSpPr>
          <p:nvPr/>
        </p:nvSpPr>
        <p:spPr bwMode="auto">
          <a:xfrm>
            <a:off x="4168775" y="3824288"/>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b="1">
                <a:solidFill>
                  <a:srgbClr val="4B649F"/>
                </a:solidFill>
              </a:rPr>
              <a:t>填写关键词</a:t>
            </a:r>
          </a:p>
        </p:txBody>
      </p:sp>
      <p:sp>
        <p:nvSpPr>
          <p:cNvPr id="27662" name="文本框 16">
            <a:extLst>
              <a:ext uri="{FF2B5EF4-FFF2-40B4-BE49-F238E27FC236}">
                <a16:creationId xmlns:a16="http://schemas.microsoft.com/office/drawing/2014/main" id="{058FE6BF-435D-4C88-983E-36BE4E405355}"/>
              </a:ext>
            </a:extLst>
          </p:cNvPr>
          <p:cNvSpPr txBox="1">
            <a:spLocks noChangeArrowheads="1"/>
          </p:cNvSpPr>
          <p:nvPr/>
        </p:nvSpPr>
        <p:spPr bwMode="auto">
          <a:xfrm>
            <a:off x="6340475" y="3824288"/>
            <a:ext cx="1979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b="1">
                <a:solidFill>
                  <a:srgbClr val="4B649F"/>
                </a:solidFill>
              </a:rPr>
              <a:t>填写关键词</a:t>
            </a:r>
          </a:p>
        </p:txBody>
      </p:sp>
      <p:sp>
        <p:nvSpPr>
          <p:cNvPr id="27663" name="文本框 17">
            <a:extLst>
              <a:ext uri="{FF2B5EF4-FFF2-40B4-BE49-F238E27FC236}">
                <a16:creationId xmlns:a16="http://schemas.microsoft.com/office/drawing/2014/main" id="{8385455D-FA6E-4261-9C60-D688E673C87E}"/>
              </a:ext>
            </a:extLst>
          </p:cNvPr>
          <p:cNvSpPr txBox="1">
            <a:spLocks noChangeArrowheads="1"/>
          </p:cNvSpPr>
          <p:nvPr/>
        </p:nvSpPr>
        <p:spPr bwMode="auto">
          <a:xfrm>
            <a:off x="8580438" y="3824288"/>
            <a:ext cx="197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b="1">
                <a:solidFill>
                  <a:srgbClr val="4B649F"/>
                </a:solidFill>
              </a:rPr>
              <a:t>填写关键词</a:t>
            </a:r>
          </a:p>
        </p:txBody>
      </p:sp>
      <p:sp>
        <p:nvSpPr>
          <p:cNvPr id="27664" name="文本框 18">
            <a:extLst>
              <a:ext uri="{FF2B5EF4-FFF2-40B4-BE49-F238E27FC236}">
                <a16:creationId xmlns:a16="http://schemas.microsoft.com/office/drawing/2014/main" id="{16190DC4-FF0D-46D7-B3B2-5669B14C80C8}"/>
              </a:ext>
            </a:extLst>
          </p:cNvPr>
          <p:cNvSpPr txBox="1">
            <a:spLocks noChangeArrowheads="1"/>
          </p:cNvSpPr>
          <p:nvPr/>
        </p:nvSpPr>
        <p:spPr bwMode="auto">
          <a:xfrm>
            <a:off x="1998663" y="4406900"/>
            <a:ext cx="8561387"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00000"/>
              </a:lnSpc>
              <a:spcBef>
                <a:spcPct val="0"/>
              </a:spcBef>
              <a:buFontTx/>
              <a:buNone/>
            </a:pPr>
            <a:r>
              <a:rPr lang="en-US" altLang="zh-CN" sz="1800">
                <a:solidFill>
                  <a:srgbClr val="808080"/>
                </a:solidFill>
              </a:rPr>
              <a:t>Graduation thesis, refers to the specialized graduation thesis, undergraduate graduation thesis (graduated with a bachelor's degree thesis), master's graduate student graduation thesis (M.A. thesis, doctoral students graduation thesis (Doctoral Dissertation), namely the need in studies of writing and submitting the is one of an important part of the teaching and scientific research activities</a:t>
            </a:r>
            <a:endParaRPr lang="zh-CN" altLang="en-US" sz="1800">
              <a:solidFill>
                <a:srgbClr val="80808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5B113C70-DE41-4111-A274-AA169D83211F}"/>
              </a:ext>
            </a:extLst>
          </p:cNvPr>
          <p:cNvSpPr/>
          <p:nvPr/>
        </p:nvSpPr>
        <p:spPr>
          <a:xfrm>
            <a:off x="509588" y="2098675"/>
            <a:ext cx="5545137" cy="3009900"/>
          </a:xfrm>
          <a:prstGeom prst="rect">
            <a:avLst/>
          </a:prstGeom>
          <a:solidFill>
            <a:srgbClr val="4B649F"/>
          </a:solidFill>
          <a:ln>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 name="任意多边形 10">
            <a:extLst>
              <a:ext uri="{FF2B5EF4-FFF2-40B4-BE49-F238E27FC236}">
                <a16:creationId xmlns:a16="http://schemas.microsoft.com/office/drawing/2014/main" id="{F78217A7-87B9-42C8-9AA2-56639B95E51F}"/>
              </a:ext>
            </a:extLst>
          </p:cNvPr>
          <p:cNvSpPr/>
          <p:nvPr/>
        </p:nvSpPr>
        <p:spPr>
          <a:xfrm rot="5400000">
            <a:off x="1882775" y="-1425575"/>
            <a:ext cx="914400" cy="467995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 name="椭圆 1">
            <a:extLst>
              <a:ext uri="{FF2B5EF4-FFF2-40B4-BE49-F238E27FC236}">
                <a16:creationId xmlns:a16="http://schemas.microsoft.com/office/drawing/2014/main" id="{989F1B2B-D069-4E1D-ABB9-F2C6C8EF9ED8}"/>
              </a:ext>
            </a:extLst>
          </p:cNvPr>
          <p:cNvSpPr/>
          <p:nvPr/>
        </p:nvSpPr>
        <p:spPr>
          <a:xfrm>
            <a:off x="323850" y="247650"/>
            <a:ext cx="1333500" cy="1333500"/>
          </a:xfrm>
          <a:prstGeom prst="ellipse">
            <a:avLst/>
          </a:prstGeom>
          <a:solidFill>
            <a:schemeClr val="bg1"/>
          </a:solidFill>
          <a:ln w="381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3" name="组合 2">
            <a:extLst>
              <a:ext uri="{FF2B5EF4-FFF2-40B4-BE49-F238E27FC236}">
                <a16:creationId xmlns:a16="http://schemas.microsoft.com/office/drawing/2014/main" id="{EB01D4AC-4383-4216-A68F-045301757739}"/>
              </a:ext>
            </a:extLst>
          </p:cNvPr>
          <p:cNvGrpSpPr/>
          <p:nvPr/>
        </p:nvGrpSpPr>
        <p:grpSpPr>
          <a:xfrm>
            <a:off x="475624" y="571426"/>
            <a:ext cx="1029952" cy="685949"/>
            <a:chOff x="5302250" y="2903538"/>
            <a:chExt cx="1587500" cy="1057276"/>
          </a:xfrm>
          <a:solidFill>
            <a:srgbClr val="4B649F"/>
          </a:solidFill>
        </p:grpSpPr>
        <p:sp>
          <p:nvSpPr>
            <p:cNvPr id="4" name="Freeform 84">
              <a:extLst>
                <a:ext uri="{FF2B5EF4-FFF2-40B4-BE49-F238E27FC236}">
                  <a16:creationId xmlns:a16="http://schemas.microsoft.com/office/drawing/2014/main" id="{31146644-E136-4958-B5BF-A9B632D430C5}"/>
                </a:ext>
              </a:extLst>
            </p:cNvPr>
            <p:cNvSpPr/>
            <p:nvPr/>
          </p:nvSpPr>
          <p:spPr bwMode="auto">
            <a:xfrm>
              <a:off x="5362575" y="3040063"/>
              <a:ext cx="706438" cy="61436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 name="Freeform 85">
              <a:extLst>
                <a:ext uri="{FF2B5EF4-FFF2-40B4-BE49-F238E27FC236}">
                  <a16:creationId xmlns:a16="http://schemas.microsoft.com/office/drawing/2014/main" id="{15DA8FD2-48AA-4963-8E7E-85AB57E553CB}"/>
                </a:ext>
              </a:extLst>
            </p:cNvPr>
            <p:cNvSpPr/>
            <p:nvPr/>
          </p:nvSpPr>
          <p:spPr bwMode="auto">
            <a:xfrm>
              <a:off x="6115050" y="2903538"/>
              <a:ext cx="400050" cy="747713"/>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 name="Freeform 86">
              <a:extLst>
                <a:ext uri="{FF2B5EF4-FFF2-40B4-BE49-F238E27FC236}">
                  <a16:creationId xmlns:a16="http://schemas.microsoft.com/office/drawing/2014/main" id="{D734BADA-8DF3-43AB-AF1D-D1882A0044FC}"/>
                </a:ext>
              </a:extLst>
            </p:cNvPr>
            <p:cNvSpPr/>
            <p:nvPr/>
          </p:nvSpPr>
          <p:spPr bwMode="auto">
            <a:xfrm>
              <a:off x="6194425" y="3529013"/>
              <a:ext cx="642938" cy="160338"/>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7" name="Freeform 87">
              <a:extLst>
                <a:ext uri="{FF2B5EF4-FFF2-40B4-BE49-F238E27FC236}">
                  <a16:creationId xmlns:a16="http://schemas.microsoft.com/office/drawing/2014/main" id="{8C32EF48-F3AF-4683-9EBA-C2E0FA0202B0}"/>
                </a:ext>
              </a:extLst>
            </p:cNvPr>
            <p:cNvSpPr/>
            <p:nvPr/>
          </p:nvSpPr>
          <p:spPr bwMode="auto">
            <a:xfrm>
              <a:off x="5335588" y="3771901"/>
              <a:ext cx="1520825" cy="155575"/>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8" name="Freeform 88">
              <a:extLst>
                <a:ext uri="{FF2B5EF4-FFF2-40B4-BE49-F238E27FC236}">
                  <a16:creationId xmlns:a16="http://schemas.microsoft.com/office/drawing/2014/main" id="{4B3D1034-A172-47FD-BB41-0875EF557536}"/>
                </a:ext>
              </a:extLst>
            </p:cNvPr>
            <p:cNvSpPr>
              <a:spLocks noEditPoints="1"/>
            </p:cNvSpPr>
            <p:nvPr/>
          </p:nvSpPr>
          <p:spPr bwMode="auto">
            <a:xfrm>
              <a:off x="5302250" y="3733801"/>
              <a:ext cx="1587500" cy="227013"/>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9" name="Freeform 89">
              <a:extLst>
                <a:ext uri="{FF2B5EF4-FFF2-40B4-BE49-F238E27FC236}">
                  <a16:creationId xmlns:a16="http://schemas.microsoft.com/office/drawing/2014/main" id="{B158FFF0-B7BE-4A61-BED7-743AF0F41E76}"/>
                </a:ext>
              </a:extLst>
            </p:cNvPr>
            <p:cNvSpPr/>
            <p:nvPr/>
          </p:nvSpPr>
          <p:spPr bwMode="auto">
            <a:xfrm>
              <a:off x="5354638" y="3525838"/>
              <a:ext cx="669925" cy="163513"/>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0" name="Freeform 90">
              <a:extLst>
                <a:ext uri="{FF2B5EF4-FFF2-40B4-BE49-F238E27FC236}">
                  <a16:creationId xmlns:a16="http://schemas.microsoft.com/office/drawing/2014/main" id="{03AE4986-48C0-402A-9374-5000E238EE61}"/>
                </a:ext>
              </a:extLst>
            </p:cNvPr>
            <p:cNvSpPr/>
            <p:nvPr/>
          </p:nvSpPr>
          <p:spPr bwMode="auto">
            <a:xfrm>
              <a:off x="6175375" y="3063876"/>
              <a:ext cx="654050" cy="57150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grpSp>
      <p:sp>
        <p:nvSpPr>
          <p:cNvPr id="28678" name="文本框 11">
            <a:extLst>
              <a:ext uri="{FF2B5EF4-FFF2-40B4-BE49-F238E27FC236}">
                <a16:creationId xmlns:a16="http://schemas.microsoft.com/office/drawing/2014/main" id="{2D74EA7C-AE82-4A7C-BE5B-6A6D0FDA2819}"/>
              </a:ext>
            </a:extLst>
          </p:cNvPr>
          <p:cNvSpPr txBox="1">
            <a:spLocks noChangeArrowheads="1"/>
          </p:cNvSpPr>
          <p:nvPr/>
        </p:nvSpPr>
        <p:spPr bwMode="auto">
          <a:xfrm>
            <a:off x="1738313" y="552450"/>
            <a:ext cx="2493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3600">
                <a:solidFill>
                  <a:schemeClr val="bg1"/>
                </a:solidFill>
              </a:rPr>
              <a:t>背景及意义</a:t>
            </a:r>
          </a:p>
        </p:txBody>
      </p:sp>
      <p:pic>
        <p:nvPicPr>
          <p:cNvPr id="28679" name="图片 12">
            <a:extLst>
              <a:ext uri="{FF2B5EF4-FFF2-40B4-BE49-F238E27FC236}">
                <a16:creationId xmlns:a16="http://schemas.microsoft.com/office/drawing/2014/main" id="{EA21A789-CAFE-4DCE-9356-4BD8695A8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0" name="文本框 13">
            <a:extLst>
              <a:ext uri="{FF2B5EF4-FFF2-40B4-BE49-F238E27FC236}">
                <a16:creationId xmlns:a16="http://schemas.microsoft.com/office/drawing/2014/main" id="{6C0D63A9-6373-4D74-9939-EC608ECFC666}"/>
              </a:ext>
            </a:extLst>
          </p:cNvPr>
          <p:cNvSpPr txBox="1">
            <a:spLocks noChangeArrowheads="1"/>
          </p:cNvSpPr>
          <p:nvPr/>
        </p:nvSpPr>
        <p:spPr bwMode="auto">
          <a:xfrm>
            <a:off x="673100" y="2276475"/>
            <a:ext cx="5160963"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50000"/>
              </a:lnSpc>
              <a:spcBef>
                <a:spcPct val="0"/>
              </a:spcBef>
              <a:buFontTx/>
              <a:buNone/>
            </a:pPr>
            <a:r>
              <a:rPr lang="zh-CN" altLang="en-US" sz="1800">
                <a:solidFill>
                  <a:schemeClr val="bg1"/>
                </a:solidFill>
                <a:latin typeface="微软雅黑" panose="020B0503020204020204" pitchFamily="34" charset="-122"/>
              </a:rPr>
              <a:t>撰写毕业论文是检验学生在校学习成果的重要措施，也是提高教学质量的重要环节。大学生在毕业前都必须完成毕业论文的撰写任务。申请学位必须提交相应的学位论文，经答辩通过后，方可取得学位。可以这么说，毕业论文是结束大学学习生活走向社会的一个中介和桥梁。</a:t>
            </a:r>
          </a:p>
        </p:txBody>
      </p:sp>
      <p:sp>
        <p:nvSpPr>
          <p:cNvPr id="28681" name="矩形 14">
            <a:extLst>
              <a:ext uri="{FF2B5EF4-FFF2-40B4-BE49-F238E27FC236}">
                <a16:creationId xmlns:a16="http://schemas.microsoft.com/office/drawing/2014/main" id="{9F35C670-70A1-4E8F-820E-D322A3B5E1E1}"/>
              </a:ext>
            </a:extLst>
          </p:cNvPr>
          <p:cNvSpPr>
            <a:spLocks noChangeArrowheads="1"/>
          </p:cNvSpPr>
          <p:nvPr/>
        </p:nvSpPr>
        <p:spPr bwMode="auto">
          <a:xfrm>
            <a:off x="6481763" y="2276475"/>
            <a:ext cx="47625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50000"/>
              </a:lnSpc>
              <a:spcBef>
                <a:spcPct val="0"/>
              </a:spcBef>
              <a:buFontTx/>
              <a:buNone/>
            </a:pPr>
            <a:r>
              <a:rPr lang="zh-CN" altLang="en-US" sz="1800">
                <a:solidFill>
                  <a:srgbClr val="4B649F"/>
                </a:solidFill>
                <a:latin typeface="微软雅黑" panose="020B0503020204020204" pitchFamily="34" charset="-122"/>
              </a:rPr>
              <a:t>毕业论文是大学生才华的第一次显露，是向祖国和人民所交的一份有份量的答卷，是投身社会主义现代化建设事业的报到书。一篇毕业论文虽然不能全面地反映出一个人的才华，也不一定能对社会直接带来巨大的效益，对专业产生开拓性的影响。</a:t>
            </a:r>
          </a:p>
        </p:txBody>
      </p:sp>
      <p:sp>
        <p:nvSpPr>
          <p:cNvPr id="17" name="矩形 16">
            <a:extLst>
              <a:ext uri="{FF2B5EF4-FFF2-40B4-BE49-F238E27FC236}">
                <a16:creationId xmlns:a16="http://schemas.microsoft.com/office/drawing/2014/main" id="{3590FA4E-2C81-4BF7-8D69-89BF79E3AC61}"/>
              </a:ext>
            </a:extLst>
          </p:cNvPr>
          <p:cNvSpPr/>
          <p:nvPr/>
        </p:nvSpPr>
        <p:spPr>
          <a:xfrm>
            <a:off x="6054725" y="2098675"/>
            <a:ext cx="5545138" cy="3009900"/>
          </a:xfrm>
          <a:prstGeom prst="rect">
            <a:avLst/>
          </a:prstGeom>
          <a:noFill/>
          <a:ln>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8" name="矩形 17">
            <a:extLst>
              <a:ext uri="{FF2B5EF4-FFF2-40B4-BE49-F238E27FC236}">
                <a16:creationId xmlns:a16="http://schemas.microsoft.com/office/drawing/2014/main" id="{0791D6BC-FAA4-45BB-8263-82866A101939}"/>
              </a:ext>
            </a:extLst>
          </p:cNvPr>
          <p:cNvSpPr/>
          <p:nvPr/>
        </p:nvSpPr>
        <p:spPr>
          <a:xfrm>
            <a:off x="11272838" y="2106613"/>
            <a:ext cx="338137" cy="338137"/>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9" name="矩形 18">
            <a:extLst>
              <a:ext uri="{FF2B5EF4-FFF2-40B4-BE49-F238E27FC236}">
                <a16:creationId xmlns:a16="http://schemas.microsoft.com/office/drawing/2014/main" id="{6CD513AF-89B5-4EF4-A711-DE5410513FA9}"/>
              </a:ext>
            </a:extLst>
          </p:cNvPr>
          <p:cNvSpPr/>
          <p:nvPr/>
        </p:nvSpPr>
        <p:spPr>
          <a:xfrm>
            <a:off x="11272838" y="4772025"/>
            <a:ext cx="338137" cy="3365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10">
            <a:extLst>
              <a:ext uri="{FF2B5EF4-FFF2-40B4-BE49-F238E27FC236}">
                <a16:creationId xmlns:a16="http://schemas.microsoft.com/office/drawing/2014/main" id="{A6C3BD0A-F3B6-49A8-AAD9-DBA406F56054}"/>
              </a:ext>
            </a:extLst>
          </p:cNvPr>
          <p:cNvSpPr/>
          <p:nvPr/>
        </p:nvSpPr>
        <p:spPr>
          <a:xfrm rot="5400000">
            <a:off x="2009775" y="-1552575"/>
            <a:ext cx="914400" cy="493395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 name="椭圆 1">
            <a:extLst>
              <a:ext uri="{FF2B5EF4-FFF2-40B4-BE49-F238E27FC236}">
                <a16:creationId xmlns:a16="http://schemas.microsoft.com/office/drawing/2014/main" id="{DEF984B8-F17D-495E-AC49-4AF19A960F0B}"/>
              </a:ext>
            </a:extLst>
          </p:cNvPr>
          <p:cNvSpPr/>
          <p:nvPr/>
        </p:nvSpPr>
        <p:spPr>
          <a:xfrm>
            <a:off x="323850" y="247650"/>
            <a:ext cx="1333500" cy="1333500"/>
          </a:xfrm>
          <a:prstGeom prst="ellipse">
            <a:avLst/>
          </a:prstGeom>
          <a:solidFill>
            <a:schemeClr val="bg1"/>
          </a:solidFill>
          <a:ln w="381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3" name="组合 2">
            <a:extLst>
              <a:ext uri="{FF2B5EF4-FFF2-40B4-BE49-F238E27FC236}">
                <a16:creationId xmlns:a16="http://schemas.microsoft.com/office/drawing/2014/main" id="{64877BFD-AD9D-4B16-8528-ABCA89FF29E6}"/>
              </a:ext>
            </a:extLst>
          </p:cNvPr>
          <p:cNvGrpSpPr/>
          <p:nvPr/>
        </p:nvGrpSpPr>
        <p:grpSpPr>
          <a:xfrm>
            <a:off x="475624" y="571426"/>
            <a:ext cx="1029952" cy="685949"/>
            <a:chOff x="5302250" y="2903538"/>
            <a:chExt cx="1587500" cy="1057276"/>
          </a:xfrm>
          <a:solidFill>
            <a:srgbClr val="4B649F"/>
          </a:solidFill>
        </p:grpSpPr>
        <p:sp>
          <p:nvSpPr>
            <p:cNvPr id="4" name="Freeform 84">
              <a:extLst>
                <a:ext uri="{FF2B5EF4-FFF2-40B4-BE49-F238E27FC236}">
                  <a16:creationId xmlns:a16="http://schemas.microsoft.com/office/drawing/2014/main" id="{88D96884-4BB4-4F98-B7AB-35505F190F9B}"/>
                </a:ext>
              </a:extLst>
            </p:cNvPr>
            <p:cNvSpPr/>
            <p:nvPr/>
          </p:nvSpPr>
          <p:spPr bwMode="auto">
            <a:xfrm>
              <a:off x="5362575" y="3040063"/>
              <a:ext cx="706438" cy="61436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 name="Freeform 85">
              <a:extLst>
                <a:ext uri="{FF2B5EF4-FFF2-40B4-BE49-F238E27FC236}">
                  <a16:creationId xmlns:a16="http://schemas.microsoft.com/office/drawing/2014/main" id="{BB46D607-E02F-44D6-99F1-7F62062742D2}"/>
                </a:ext>
              </a:extLst>
            </p:cNvPr>
            <p:cNvSpPr/>
            <p:nvPr/>
          </p:nvSpPr>
          <p:spPr bwMode="auto">
            <a:xfrm>
              <a:off x="6115050" y="2903538"/>
              <a:ext cx="400050" cy="747713"/>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 name="Freeform 86">
              <a:extLst>
                <a:ext uri="{FF2B5EF4-FFF2-40B4-BE49-F238E27FC236}">
                  <a16:creationId xmlns:a16="http://schemas.microsoft.com/office/drawing/2014/main" id="{7987E4D9-0B80-46E9-AA6F-85C4B7E99FB6}"/>
                </a:ext>
              </a:extLst>
            </p:cNvPr>
            <p:cNvSpPr/>
            <p:nvPr/>
          </p:nvSpPr>
          <p:spPr bwMode="auto">
            <a:xfrm>
              <a:off x="6194425" y="3529013"/>
              <a:ext cx="642938" cy="160338"/>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7" name="Freeform 87">
              <a:extLst>
                <a:ext uri="{FF2B5EF4-FFF2-40B4-BE49-F238E27FC236}">
                  <a16:creationId xmlns:a16="http://schemas.microsoft.com/office/drawing/2014/main" id="{75DE886B-36C9-478A-9B3E-944DAEF61735}"/>
                </a:ext>
              </a:extLst>
            </p:cNvPr>
            <p:cNvSpPr/>
            <p:nvPr/>
          </p:nvSpPr>
          <p:spPr bwMode="auto">
            <a:xfrm>
              <a:off x="5335588" y="3771901"/>
              <a:ext cx="1520825" cy="155575"/>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8" name="Freeform 88">
              <a:extLst>
                <a:ext uri="{FF2B5EF4-FFF2-40B4-BE49-F238E27FC236}">
                  <a16:creationId xmlns:a16="http://schemas.microsoft.com/office/drawing/2014/main" id="{D583D3AF-A335-4BDE-93A1-A810055888A0}"/>
                </a:ext>
              </a:extLst>
            </p:cNvPr>
            <p:cNvSpPr>
              <a:spLocks noEditPoints="1"/>
            </p:cNvSpPr>
            <p:nvPr/>
          </p:nvSpPr>
          <p:spPr bwMode="auto">
            <a:xfrm>
              <a:off x="5302250" y="3733801"/>
              <a:ext cx="1587500" cy="227013"/>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9" name="Freeform 89">
              <a:extLst>
                <a:ext uri="{FF2B5EF4-FFF2-40B4-BE49-F238E27FC236}">
                  <a16:creationId xmlns:a16="http://schemas.microsoft.com/office/drawing/2014/main" id="{B01A31EC-D156-4177-9796-F5F0EBA383BF}"/>
                </a:ext>
              </a:extLst>
            </p:cNvPr>
            <p:cNvSpPr/>
            <p:nvPr/>
          </p:nvSpPr>
          <p:spPr bwMode="auto">
            <a:xfrm>
              <a:off x="5354638" y="3525838"/>
              <a:ext cx="669925" cy="163513"/>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0" name="Freeform 90">
              <a:extLst>
                <a:ext uri="{FF2B5EF4-FFF2-40B4-BE49-F238E27FC236}">
                  <a16:creationId xmlns:a16="http://schemas.microsoft.com/office/drawing/2014/main" id="{52CF956E-461F-499A-893F-F95AE43958DF}"/>
                </a:ext>
              </a:extLst>
            </p:cNvPr>
            <p:cNvSpPr/>
            <p:nvPr/>
          </p:nvSpPr>
          <p:spPr bwMode="auto">
            <a:xfrm>
              <a:off x="6175375" y="3063876"/>
              <a:ext cx="654050" cy="57150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grpSp>
      <p:sp>
        <p:nvSpPr>
          <p:cNvPr id="29701" name="文本框 11">
            <a:extLst>
              <a:ext uri="{FF2B5EF4-FFF2-40B4-BE49-F238E27FC236}">
                <a16:creationId xmlns:a16="http://schemas.microsoft.com/office/drawing/2014/main" id="{B6E03719-7663-4696-925B-E1EB1342C497}"/>
              </a:ext>
            </a:extLst>
          </p:cNvPr>
          <p:cNvSpPr txBox="1">
            <a:spLocks noChangeArrowheads="1"/>
          </p:cNvSpPr>
          <p:nvPr/>
        </p:nvSpPr>
        <p:spPr bwMode="auto">
          <a:xfrm>
            <a:off x="1738313" y="588963"/>
            <a:ext cx="29543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3600">
                <a:solidFill>
                  <a:schemeClr val="bg1"/>
                </a:solidFill>
              </a:rPr>
              <a:t>论文主要内容</a:t>
            </a:r>
          </a:p>
        </p:txBody>
      </p:sp>
      <p:pic>
        <p:nvPicPr>
          <p:cNvPr id="29702" name="图片 12">
            <a:extLst>
              <a:ext uri="{FF2B5EF4-FFF2-40B4-BE49-F238E27FC236}">
                <a16:creationId xmlns:a16="http://schemas.microsoft.com/office/drawing/2014/main" id="{1C1A1D52-CE6A-46DD-A310-170865F768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03" name="组合 49">
            <a:extLst>
              <a:ext uri="{FF2B5EF4-FFF2-40B4-BE49-F238E27FC236}">
                <a16:creationId xmlns:a16="http://schemas.microsoft.com/office/drawing/2014/main" id="{8E83ABF6-A5A2-41D3-89A3-7828C95EE046}"/>
              </a:ext>
            </a:extLst>
          </p:cNvPr>
          <p:cNvGrpSpPr>
            <a:grpSpLocks/>
          </p:cNvGrpSpPr>
          <p:nvPr/>
        </p:nvGrpSpPr>
        <p:grpSpPr bwMode="auto">
          <a:xfrm>
            <a:off x="1625600" y="1947863"/>
            <a:ext cx="1419225" cy="1854200"/>
            <a:chOff x="1265268" y="2101178"/>
            <a:chExt cx="1418480" cy="1853011"/>
          </a:xfrm>
        </p:grpSpPr>
        <p:grpSp>
          <p:nvGrpSpPr>
            <p:cNvPr id="29726" name="组合 34">
              <a:extLst>
                <a:ext uri="{FF2B5EF4-FFF2-40B4-BE49-F238E27FC236}">
                  <a16:creationId xmlns:a16="http://schemas.microsoft.com/office/drawing/2014/main" id="{7BCB5A0E-C59C-44AA-99DD-F7AA98ABA39A}"/>
                </a:ext>
              </a:extLst>
            </p:cNvPr>
            <p:cNvGrpSpPr>
              <a:grpSpLocks/>
            </p:cNvGrpSpPr>
            <p:nvPr/>
          </p:nvGrpSpPr>
          <p:grpSpPr bwMode="auto">
            <a:xfrm>
              <a:off x="1265268" y="2101178"/>
              <a:ext cx="1277954" cy="1277954"/>
              <a:chOff x="1131485" y="2234042"/>
              <a:chExt cx="1607262" cy="1607262"/>
            </a:xfrm>
          </p:grpSpPr>
          <p:sp>
            <p:nvSpPr>
              <p:cNvPr id="25" name="椭圆 24">
                <a:extLst>
                  <a:ext uri="{FF2B5EF4-FFF2-40B4-BE49-F238E27FC236}">
                    <a16:creationId xmlns:a16="http://schemas.microsoft.com/office/drawing/2014/main" id="{0094A597-B331-43A3-BCB8-9BC56CCFD4ED}"/>
                  </a:ext>
                </a:extLst>
              </p:cNvPr>
              <p:cNvSpPr/>
              <p:nvPr/>
            </p:nvSpPr>
            <p:spPr>
              <a:xfrm>
                <a:off x="1131485" y="2234042"/>
                <a:ext cx="1606398" cy="1608206"/>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 name="椭圆 29">
                <a:extLst>
                  <a:ext uri="{FF2B5EF4-FFF2-40B4-BE49-F238E27FC236}">
                    <a16:creationId xmlns:a16="http://schemas.microsoft.com/office/drawing/2014/main" id="{ECBAFA34-99BF-4C2F-9E07-0B0D87BC7746}"/>
                  </a:ext>
                </a:extLst>
              </p:cNvPr>
              <p:cNvSpPr/>
              <p:nvPr/>
            </p:nvSpPr>
            <p:spPr>
              <a:xfrm>
                <a:off x="1241240" y="2343782"/>
                <a:ext cx="1386889" cy="1388724"/>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9730" name="KSO_Shape">
                <a:extLst>
                  <a:ext uri="{FF2B5EF4-FFF2-40B4-BE49-F238E27FC236}">
                    <a16:creationId xmlns:a16="http://schemas.microsoft.com/office/drawing/2014/main" id="{E615F243-F652-44A5-891C-5EAA7EE35B43}"/>
                  </a:ext>
                </a:extLst>
              </p:cNvPr>
              <p:cNvSpPr>
                <a:spLocks noChangeArrowheads="1"/>
              </p:cNvSpPr>
              <p:nvPr/>
            </p:nvSpPr>
            <p:spPr bwMode="auto">
              <a:xfrm>
                <a:off x="1480150" y="2597150"/>
                <a:ext cx="909932" cy="881046"/>
              </a:xfrm>
              <a:custGeom>
                <a:avLst/>
                <a:gdLst>
                  <a:gd name="T0" fmla="*/ 8644 w 8965002"/>
                  <a:gd name="T1" fmla="*/ 3777 h 8673857"/>
                  <a:gd name="T2" fmla="*/ 8892 w 8965002"/>
                  <a:gd name="T3" fmla="*/ 3777 h 8673857"/>
                  <a:gd name="T4" fmla="*/ 9300 w 8965002"/>
                  <a:gd name="T5" fmla="*/ 4552 h 8673857"/>
                  <a:gd name="T6" fmla="*/ 7282 w 8965002"/>
                  <a:gd name="T7" fmla="*/ 7598 h 8673857"/>
                  <a:gd name="T8" fmla="*/ 6806 w 8965002"/>
                  <a:gd name="T9" fmla="*/ 7834 h 8673857"/>
                  <a:gd name="T10" fmla="*/ 5621 w 8965002"/>
                  <a:gd name="T11" fmla="*/ 7834 h 8673857"/>
                  <a:gd name="T12" fmla="*/ 5621 w 8965002"/>
                  <a:gd name="T13" fmla="*/ 8794 h 8673857"/>
                  <a:gd name="T14" fmla="*/ 5463 w 8965002"/>
                  <a:gd name="T15" fmla="*/ 9054 h 8673857"/>
                  <a:gd name="T16" fmla="*/ 5318 w 8965002"/>
                  <a:gd name="T17" fmla="*/ 9089 h 8673857"/>
                  <a:gd name="T18" fmla="*/ 5134 w 8965002"/>
                  <a:gd name="T19" fmla="*/ 9034 h 8673857"/>
                  <a:gd name="T20" fmla="*/ 4211 w 8965002"/>
                  <a:gd name="T21" fmla="*/ 8408 h 8673857"/>
                  <a:gd name="T22" fmla="*/ 3308 w 8965002"/>
                  <a:gd name="T23" fmla="*/ 9034 h 8673857"/>
                  <a:gd name="T24" fmla="*/ 2978 w 8965002"/>
                  <a:gd name="T25" fmla="*/ 9054 h 8673857"/>
                  <a:gd name="T26" fmla="*/ 2809 w 8965002"/>
                  <a:gd name="T27" fmla="*/ 8794 h 8673857"/>
                  <a:gd name="T28" fmla="*/ 2809 w 8965002"/>
                  <a:gd name="T29" fmla="*/ 6394 h 8673857"/>
                  <a:gd name="T30" fmla="*/ 3316 w 8965002"/>
                  <a:gd name="T31" fmla="*/ 5378 h 8673857"/>
                  <a:gd name="T32" fmla="*/ 3477 w 8965002"/>
                  <a:gd name="T33" fmla="*/ 5335 h 8673857"/>
                  <a:gd name="T34" fmla="*/ 5950 w 8965002"/>
                  <a:gd name="T35" fmla="*/ 5335 h 8673857"/>
                  <a:gd name="T36" fmla="*/ 5613 w 8965002"/>
                  <a:gd name="T37" fmla="*/ 6582 h 8673857"/>
                  <a:gd name="T38" fmla="*/ 6512 w 8965002"/>
                  <a:gd name="T39" fmla="*/ 6582 h 8673857"/>
                  <a:gd name="T40" fmla="*/ 8644 w 8965002"/>
                  <a:gd name="T41" fmla="*/ 3777 h 8673857"/>
                  <a:gd name="T42" fmla="*/ 6389 w 8965002"/>
                  <a:gd name="T43" fmla="*/ 0 h 8673857"/>
                  <a:gd name="T44" fmla="*/ 8573 w 8965002"/>
                  <a:gd name="T45" fmla="*/ 144 h 8673857"/>
                  <a:gd name="T46" fmla="*/ 8969 w 8965002"/>
                  <a:gd name="T47" fmla="*/ 927 h 8673857"/>
                  <a:gd name="T48" fmla="*/ 6492 w 8965002"/>
                  <a:gd name="T49" fmla="*/ 4165 h 8673857"/>
                  <a:gd name="T50" fmla="*/ 6044 w 8965002"/>
                  <a:gd name="T51" fmla="*/ 4378 h 8673857"/>
                  <a:gd name="T52" fmla="*/ 2310 w 8965002"/>
                  <a:gd name="T53" fmla="*/ 4378 h 8673857"/>
                  <a:gd name="T54" fmla="*/ 1203 w 8965002"/>
                  <a:gd name="T55" fmla="*/ 5739 h 8673857"/>
                  <a:gd name="T56" fmla="*/ 1882 w 8965002"/>
                  <a:gd name="T57" fmla="*/ 6522 h 8673857"/>
                  <a:gd name="T58" fmla="*/ 2180 w 8965002"/>
                  <a:gd name="T59" fmla="*/ 6581 h 8673857"/>
                  <a:gd name="T60" fmla="*/ 2180 w 8965002"/>
                  <a:gd name="T61" fmla="*/ 7833 h 8673857"/>
                  <a:gd name="T62" fmla="*/ 56 w 8965002"/>
                  <a:gd name="T63" fmla="*/ 5995 h 8673857"/>
                  <a:gd name="T64" fmla="*/ 68 w 8965002"/>
                  <a:gd name="T65" fmla="*/ 4956 h 8673857"/>
                  <a:gd name="T66" fmla="*/ 2840 w 8965002"/>
                  <a:gd name="T67" fmla="*/ 703 h 8673857"/>
                  <a:gd name="T68" fmla="*/ 3676 w 8965002"/>
                  <a:gd name="T69" fmla="*/ 239 h 8673857"/>
                  <a:gd name="T70" fmla="*/ 6389 w 8965002"/>
                  <a:gd name="T71" fmla="*/ 0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
          <p:nvSpPr>
            <p:cNvPr id="29727" name="文本框 39">
              <a:extLst>
                <a:ext uri="{FF2B5EF4-FFF2-40B4-BE49-F238E27FC236}">
                  <a16:creationId xmlns:a16="http://schemas.microsoft.com/office/drawing/2014/main" id="{DFBEB4CC-1863-4CBD-A6B4-08CACBE3AE3C}"/>
                </a:ext>
              </a:extLst>
            </p:cNvPr>
            <p:cNvSpPr txBox="1">
              <a:spLocks noChangeArrowheads="1"/>
            </p:cNvSpPr>
            <p:nvPr/>
          </p:nvSpPr>
          <p:spPr bwMode="auto">
            <a:xfrm>
              <a:off x="1267976" y="3492524"/>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第一部分</a:t>
              </a:r>
            </a:p>
          </p:txBody>
        </p:sp>
      </p:grpSp>
      <p:grpSp>
        <p:nvGrpSpPr>
          <p:cNvPr id="29704" name="组合 50">
            <a:extLst>
              <a:ext uri="{FF2B5EF4-FFF2-40B4-BE49-F238E27FC236}">
                <a16:creationId xmlns:a16="http://schemas.microsoft.com/office/drawing/2014/main" id="{7C0B2236-AD04-4AFA-AAD4-6EF6043912F3}"/>
              </a:ext>
            </a:extLst>
          </p:cNvPr>
          <p:cNvGrpSpPr>
            <a:grpSpLocks/>
          </p:cNvGrpSpPr>
          <p:nvPr/>
        </p:nvGrpSpPr>
        <p:grpSpPr bwMode="auto">
          <a:xfrm>
            <a:off x="4110038" y="1947863"/>
            <a:ext cx="1414462" cy="1854200"/>
            <a:chOff x="3274697" y="2101178"/>
            <a:chExt cx="1415772" cy="1853011"/>
          </a:xfrm>
        </p:grpSpPr>
        <p:grpSp>
          <p:nvGrpSpPr>
            <p:cNvPr id="29721" name="组合 35">
              <a:extLst>
                <a:ext uri="{FF2B5EF4-FFF2-40B4-BE49-F238E27FC236}">
                  <a16:creationId xmlns:a16="http://schemas.microsoft.com/office/drawing/2014/main" id="{FE3226A2-22E6-426C-96D2-0922100FE368}"/>
                </a:ext>
              </a:extLst>
            </p:cNvPr>
            <p:cNvGrpSpPr>
              <a:grpSpLocks/>
            </p:cNvGrpSpPr>
            <p:nvPr/>
          </p:nvGrpSpPr>
          <p:grpSpPr bwMode="auto">
            <a:xfrm>
              <a:off x="3343606" y="2101178"/>
              <a:ext cx="1277954" cy="1277954"/>
              <a:chOff x="3209823" y="2234042"/>
              <a:chExt cx="1607262" cy="1607262"/>
            </a:xfrm>
          </p:grpSpPr>
          <p:sp>
            <p:nvSpPr>
              <p:cNvPr id="26" name="椭圆 25">
                <a:extLst>
                  <a:ext uri="{FF2B5EF4-FFF2-40B4-BE49-F238E27FC236}">
                    <a16:creationId xmlns:a16="http://schemas.microsoft.com/office/drawing/2014/main" id="{E9CB21DD-E1FE-4E30-990B-B8419EA26A36}"/>
                  </a:ext>
                </a:extLst>
              </p:cNvPr>
              <p:cNvSpPr/>
              <p:nvPr/>
            </p:nvSpPr>
            <p:spPr>
              <a:xfrm>
                <a:off x="3209089" y="2234042"/>
                <a:ext cx="1608730" cy="1608206"/>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1" name="椭圆 30">
                <a:extLst>
                  <a:ext uri="{FF2B5EF4-FFF2-40B4-BE49-F238E27FC236}">
                    <a16:creationId xmlns:a16="http://schemas.microsoft.com/office/drawing/2014/main" id="{5044BDEE-1CF8-44D2-A529-6C4EB3BCE26D}"/>
                  </a:ext>
                </a:extLst>
              </p:cNvPr>
              <p:cNvSpPr/>
              <p:nvPr/>
            </p:nvSpPr>
            <p:spPr>
              <a:xfrm>
                <a:off x="3319003" y="2343782"/>
                <a:ext cx="1388902" cy="1388724"/>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4" name="KSO_Shape">
                <a:extLst>
                  <a:ext uri="{FF2B5EF4-FFF2-40B4-BE49-F238E27FC236}">
                    <a16:creationId xmlns:a16="http://schemas.microsoft.com/office/drawing/2014/main" id="{F0EB90B0-EC25-4D6E-867D-67A518222DC8}"/>
                  </a:ext>
                </a:extLst>
              </p:cNvPr>
              <p:cNvSpPr/>
              <p:nvPr/>
            </p:nvSpPr>
            <p:spPr bwMode="auto">
              <a:xfrm>
                <a:off x="3550820" y="2597185"/>
                <a:ext cx="925268" cy="881919"/>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29722" name="文本框 40">
              <a:extLst>
                <a:ext uri="{FF2B5EF4-FFF2-40B4-BE49-F238E27FC236}">
                  <a16:creationId xmlns:a16="http://schemas.microsoft.com/office/drawing/2014/main" id="{41EC028C-124B-4A78-B8FA-E29D6F9C8568}"/>
                </a:ext>
              </a:extLst>
            </p:cNvPr>
            <p:cNvSpPr txBox="1">
              <a:spLocks noChangeArrowheads="1"/>
            </p:cNvSpPr>
            <p:nvPr/>
          </p:nvSpPr>
          <p:spPr bwMode="auto">
            <a:xfrm>
              <a:off x="3274697" y="3492524"/>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第二部分</a:t>
              </a:r>
            </a:p>
          </p:txBody>
        </p:sp>
      </p:grpSp>
      <p:grpSp>
        <p:nvGrpSpPr>
          <p:cNvPr id="29705" name="组合 51">
            <a:extLst>
              <a:ext uri="{FF2B5EF4-FFF2-40B4-BE49-F238E27FC236}">
                <a16:creationId xmlns:a16="http://schemas.microsoft.com/office/drawing/2014/main" id="{387E950B-1B51-4472-8EE1-C00D3A10B0AF}"/>
              </a:ext>
            </a:extLst>
          </p:cNvPr>
          <p:cNvGrpSpPr>
            <a:grpSpLocks/>
          </p:cNvGrpSpPr>
          <p:nvPr/>
        </p:nvGrpSpPr>
        <p:grpSpPr bwMode="auto">
          <a:xfrm>
            <a:off x="6589713" y="1947863"/>
            <a:ext cx="1416050" cy="1854200"/>
            <a:chOff x="5353035" y="2101178"/>
            <a:chExt cx="1415772" cy="1853011"/>
          </a:xfrm>
        </p:grpSpPr>
        <p:grpSp>
          <p:nvGrpSpPr>
            <p:cNvPr id="29716" name="组合 36">
              <a:extLst>
                <a:ext uri="{FF2B5EF4-FFF2-40B4-BE49-F238E27FC236}">
                  <a16:creationId xmlns:a16="http://schemas.microsoft.com/office/drawing/2014/main" id="{DD2FD971-2C96-4B64-B92E-F203BDED7F9C}"/>
                </a:ext>
              </a:extLst>
            </p:cNvPr>
            <p:cNvGrpSpPr>
              <a:grpSpLocks/>
            </p:cNvGrpSpPr>
            <p:nvPr/>
          </p:nvGrpSpPr>
          <p:grpSpPr bwMode="auto">
            <a:xfrm>
              <a:off x="5421944" y="2101178"/>
              <a:ext cx="1277954" cy="1277954"/>
              <a:chOff x="5288161" y="2234042"/>
              <a:chExt cx="1607262" cy="1607262"/>
            </a:xfrm>
          </p:grpSpPr>
          <p:sp>
            <p:nvSpPr>
              <p:cNvPr id="27" name="椭圆 26">
                <a:extLst>
                  <a:ext uri="{FF2B5EF4-FFF2-40B4-BE49-F238E27FC236}">
                    <a16:creationId xmlns:a16="http://schemas.microsoft.com/office/drawing/2014/main" id="{6EA2ED45-EAF2-4041-8E98-42757C43612F}"/>
                  </a:ext>
                </a:extLst>
              </p:cNvPr>
              <p:cNvSpPr/>
              <p:nvPr/>
            </p:nvSpPr>
            <p:spPr>
              <a:xfrm>
                <a:off x="5287330" y="2234042"/>
                <a:ext cx="1608922" cy="1608206"/>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椭圆 31">
                <a:extLst>
                  <a:ext uri="{FF2B5EF4-FFF2-40B4-BE49-F238E27FC236}">
                    <a16:creationId xmlns:a16="http://schemas.microsoft.com/office/drawing/2014/main" id="{4069A5F7-9583-42C7-AD4F-95984F4BA8F2}"/>
                  </a:ext>
                </a:extLst>
              </p:cNvPr>
              <p:cNvSpPr/>
              <p:nvPr/>
            </p:nvSpPr>
            <p:spPr>
              <a:xfrm>
                <a:off x="5397120" y="2335801"/>
                <a:ext cx="1389342" cy="1388724"/>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9720" name="KSO_Shape">
                <a:extLst>
                  <a:ext uri="{FF2B5EF4-FFF2-40B4-BE49-F238E27FC236}">
                    <a16:creationId xmlns:a16="http://schemas.microsoft.com/office/drawing/2014/main" id="{6C190942-6511-4C84-BAAB-AB38D3D707ED}"/>
                  </a:ext>
                </a:extLst>
              </p:cNvPr>
              <p:cNvSpPr>
                <a:spLocks noChangeArrowheads="1"/>
              </p:cNvSpPr>
              <p:nvPr/>
            </p:nvSpPr>
            <p:spPr bwMode="auto">
              <a:xfrm>
                <a:off x="5547153" y="2697761"/>
                <a:ext cx="1089278" cy="662788"/>
              </a:xfrm>
              <a:custGeom>
                <a:avLst/>
                <a:gdLst>
                  <a:gd name="T0" fmla="*/ 2147483646 w 3931"/>
                  <a:gd name="T1" fmla="*/ 2147483646 h 2392"/>
                  <a:gd name="T2" fmla="*/ 2147483646 w 3931"/>
                  <a:gd name="T3" fmla="*/ 2147483646 h 2392"/>
                  <a:gd name="T4" fmla="*/ 2147483646 w 3931"/>
                  <a:gd name="T5" fmla="*/ 2147483646 h 2392"/>
                  <a:gd name="T6" fmla="*/ 2147483646 w 3931"/>
                  <a:gd name="T7" fmla="*/ 2147483646 h 2392"/>
                  <a:gd name="T8" fmla="*/ 2147483646 w 3931"/>
                  <a:gd name="T9" fmla="*/ 2147483646 h 2392"/>
                  <a:gd name="T10" fmla="*/ 2147483646 w 3931"/>
                  <a:gd name="T11" fmla="*/ 2147483646 h 2392"/>
                  <a:gd name="T12" fmla="*/ 2147483646 w 3931"/>
                  <a:gd name="T13" fmla="*/ 2147483646 h 2392"/>
                  <a:gd name="T14" fmla="*/ 2147483646 w 3931"/>
                  <a:gd name="T15" fmla="*/ 2147483646 h 2392"/>
                  <a:gd name="T16" fmla="*/ 2147483646 w 3931"/>
                  <a:gd name="T17" fmla="*/ 2147483646 h 2392"/>
                  <a:gd name="T18" fmla="*/ 2147483646 w 3931"/>
                  <a:gd name="T19" fmla="*/ 2147483646 h 2392"/>
                  <a:gd name="T20" fmla="*/ 2147483646 w 3931"/>
                  <a:gd name="T21" fmla="*/ 2147483646 h 2392"/>
                  <a:gd name="T22" fmla="*/ 2147483646 w 3931"/>
                  <a:gd name="T23" fmla="*/ 2147483646 h 2392"/>
                  <a:gd name="T24" fmla="*/ 2147483646 w 3931"/>
                  <a:gd name="T25" fmla="*/ 2147483646 h 2392"/>
                  <a:gd name="T26" fmla="*/ 0 w 3931"/>
                  <a:gd name="T27" fmla="*/ 2147483646 h 2392"/>
                  <a:gd name="T28" fmla="*/ 2147483646 w 3931"/>
                  <a:gd name="T29" fmla="*/ 0 h 2392"/>
                  <a:gd name="T30" fmla="*/ 2147483646 w 3931"/>
                  <a:gd name="T31" fmla="*/ 2147483646 h 2392"/>
                  <a:gd name="T32" fmla="*/ 2147483646 w 3931"/>
                  <a:gd name="T33" fmla="*/ 2147483646 h 2392"/>
                  <a:gd name="T34" fmla="*/ 2147483646 w 3931"/>
                  <a:gd name="T35" fmla="*/ 2147483646 h 2392"/>
                  <a:gd name="T36" fmla="*/ 2147483646 w 3931"/>
                  <a:gd name="T37" fmla="*/ 2147483646 h 2392"/>
                  <a:gd name="T38" fmla="*/ 2147483646 w 3931"/>
                  <a:gd name="T39" fmla="*/ 2147483646 h 2392"/>
                  <a:gd name="T40" fmla="*/ 2147483646 w 3931"/>
                  <a:gd name="T41" fmla="*/ 2147483646 h 2392"/>
                  <a:gd name="T42" fmla="*/ 2147483646 w 3931"/>
                  <a:gd name="T43" fmla="*/ 2147483646 h 2392"/>
                  <a:gd name="T44" fmla="*/ 2147483646 w 3931"/>
                  <a:gd name="T45" fmla="*/ 2147483646 h 2392"/>
                  <a:gd name="T46" fmla="*/ 2147483646 w 3931"/>
                  <a:gd name="T47" fmla="*/ 2147483646 h 2392"/>
                  <a:gd name="T48" fmla="*/ 2147483646 w 3931"/>
                  <a:gd name="T49" fmla="*/ 2147483646 h 2392"/>
                  <a:gd name="T50" fmla="*/ 2147483646 w 3931"/>
                  <a:gd name="T51" fmla="*/ 2147483646 h 2392"/>
                  <a:gd name="T52" fmla="*/ 2147483646 w 3931"/>
                  <a:gd name="T53" fmla="*/ 2147483646 h 2392"/>
                  <a:gd name="T54" fmla="*/ 2147483646 w 3931"/>
                  <a:gd name="T55" fmla="*/ 2147483646 h 2392"/>
                  <a:gd name="T56" fmla="*/ 2147483646 w 3931"/>
                  <a:gd name="T57" fmla="*/ 2147483646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
          <p:nvSpPr>
            <p:cNvPr id="29717" name="文本框 41">
              <a:extLst>
                <a:ext uri="{FF2B5EF4-FFF2-40B4-BE49-F238E27FC236}">
                  <a16:creationId xmlns:a16="http://schemas.microsoft.com/office/drawing/2014/main" id="{C17B9042-7173-4D35-BB1C-DAA1E83AB612}"/>
                </a:ext>
              </a:extLst>
            </p:cNvPr>
            <p:cNvSpPr txBox="1">
              <a:spLocks noChangeArrowheads="1"/>
            </p:cNvSpPr>
            <p:nvPr/>
          </p:nvSpPr>
          <p:spPr bwMode="auto">
            <a:xfrm>
              <a:off x="5353035" y="3492524"/>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第三部分</a:t>
              </a:r>
            </a:p>
          </p:txBody>
        </p:sp>
      </p:grpSp>
      <p:grpSp>
        <p:nvGrpSpPr>
          <p:cNvPr id="29706" name="组合 52">
            <a:extLst>
              <a:ext uri="{FF2B5EF4-FFF2-40B4-BE49-F238E27FC236}">
                <a16:creationId xmlns:a16="http://schemas.microsoft.com/office/drawing/2014/main" id="{B25A7A36-BFA4-41EC-84E2-175E2564ADDD}"/>
              </a:ext>
            </a:extLst>
          </p:cNvPr>
          <p:cNvGrpSpPr>
            <a:grpSpLocks/>
          </p:cNvGrpSpPr>
          <p:nvPr/>
        </p:nvGrpSpPr>
        <p:grpSpPr bwMode="auto">
          <a:xfrm>
            <a:off x="9070975" y="1947863"/>
            <a:ext cx="1416050" cy="1854200"/>
            <a:chOff x="7431373" y="2101178"/>
            <a:chExt cx="1415772" cy="1853011"/>
          </a:xfrm>
        </p:grpSpPr>
        <p:grpSp>
          <p:nvGrpSpPr>
            <p:cNvPr id="29711" name="组合 37">
              <a:extLst>
                <a:ext uri="{FF2B5EF4-FFF2-40B4-BE49-F238E27FC236}">
                  <a16:creationId xmlns:a16="http://schemas.microsoft.com/office/drawing/2014/main" id="{DB3729FA-0D34-479D-B6CF-4D5EB0360E93}"/>
                </a:ext>
              </a:extLst>
            </p:cNvPr>
            <p:cNvGrpSpPr>
              <a:grpSpLocks/>
            </p:cNvGrpSpPr>
            <p:nvPr/>
          </p:nvGrpSpPr>
          <p:grpSpPr bwMode="auto">
            <a:xfrm>
              <a:off x="7500282" y="2101178"/>
              <a:ext cx="1277954" cy="1277954"/>
              <a:chOff x="7366499" y="2234042"/>
              <a:chExt cx="1607262" cy="1607262"/>
            </a:xfrm>
          </p:grpSpPr>
          <p:sp>
            <p:nvSpPr>
              <p:cNvPr id="28" name="椭圆 27">
                <a:extLst>
                  <a:ext uri="{FF2B5EF4-FFF2-40B4-BE49-F238E27FC236}">
                    <a16:creationId xmlns:a16="http://schemas.microsoft.com/office/drawing/2014/main" id="{16AD8FE3-344A-426C-96A4-7E93A1D5C038}"/>
                  </a:ext>
                </a:extLst>
              </p:cNvPr>
              <p:cNvSpPr/>
              <p:nvPr/>
            </p:nvSpPr>
            <p:spPr>
              <a:xfrm>
                <a:off x="7365669" y="2234042"/>
                <a:ext cx="1608922" cy="1608206"/>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3" name="椭圆 32">
                <a:extLst>
                  <a:ext uri="{FF2B5EF4-FFF2-40B4-BE49-F238E27FC236}">
                    <a16:creationId xmlns:a16="http://schemas.microsoft.com/office/drawing/2014/main" id="{56F33201-A30A-4C43-A99F-5B076FD55E81}"/>
                  </a:ext>
                </a:extLst>
              </p:cNvPr>
              <p:cNvSpPr/>
              <p:nvPr/>
            </p:nvSpPr>
            <p:spPr>
              <a:xfrm>
                <a:off x="7475458" y="2343782"/>
                <a:ext cx="1389342" cy="1388724"/>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9715" name="KSO_Shape">
                <a:extLst>
                  <a:ext uri="{FF2B5EF4-FFF2-40B4-BE49-F238E27FC236}">
                    <a16:creationId xmlns:a16="http://schemas.microsoft.com/office/drawing/2014/main" id="{BA60F3E0-7382-4B83-AB62-615CF0B43BFA}"/>
                  </a:ext>
                </a:extLst>
              </p:cNvPr>
              <p:cNvSpPr>
                <a:spLocks noChangeArrowheads="1"/>
              </p:cNvSpPr>
              <p:nvPr/>
            </p:nvSpPr>
            <p:spPr bwMode="auto">
              <a:xfrm>
                <a:off x="7767760" y="2635303"/>
                <a:ext cx="804740" cy="804740"/>
              </a:xfrm>
              <a:custGeom>
                <a:avLst/>
                <a:gdLst>
                  <a:gd name="T0" fmla="*/ 2147483646 w 3927"/>
                  <a:gd name="T1" fmla="*/ 2147483646 h 3928"/>
                  <a:gd name="T2" fmla="*/ 2147483646 w 3927"/>
                  <a:gd name="T3" fmla="*/ 2147483646 h 3928"/>
                  <a:gd name="T4" fmla="*/ 2147483646 w 3927"/>
                  <a:gd name="T5" fmla="*/ 2147483646 h 3928"/>
                  <a:gd name="T6" fmla="*/ 2147483646 w 3927"/>
                  <a:gd name="T7" fmla="*/ 601932408 h 3928"/>
                  <a:gd name="T8" fmla="*/ 2147483646 w 3927"/>
                  <a:gd name="T9" fmla="*/ 541743265 h 3928"/>
                  <a:gd name="T10" fmla="*/ 2147483646 w 3927"/>
                  <a:gd name="T11" fmla="*/ 2147483646 h 3928"/>
                  <a:gd name="T12" fmla="*/ 2147483646 w 3927"/>
                  <a:gd name="T13" fmla="*/ 2147483646 h 3928"/>
                  <a:gd name="T14" fmla="*/ 2147483646 w 3927"/>
                  <a:gd name="T15" fmla="*/ 2147483646 h 3928"/>
                  <a:gd name="T16" fmla="*/ 2147483646 w 3927"/>
                  <a:gd name="T17" fmla="*/ 2147483646 h 3928"/>
                  <a:gd name="T18" fmla="*/ 2147483646 w 3927"/>
                  <a:gd name="T19" fmla="*/ 2147483646 h 3928"/>
                  <a:gd name="T20" fmla="*/ 2147483646 w 3927"/>
                  <a:gd name="T21" fmla="*/ 2147483646 h 3928"/>
                  <a:gd name="T22" fmla="*/ 2147483646 w 3927"/>
                  <a:gd name="T23" fmla="*/ 2147483646 h 3928"/>
                  <a:gd name="T24" fmla="*/ 2147483646 w 3927"/>
                  <a:gd name="T25" fmla="*/ 2147483646 h 3928"/>
                  <a:gd name="T26" fmla="*/ 2147483646 w 3927"/>
                  <a:gd name="T27" fmla="*/ 2147483646 h 3928"/>
                  <a:gd name="T28" fmla="*/ 2147483646 w 3927"/>
                  <a:gd name="T29" fmla="*/ 2147483646 h 3928"/>
                  <a:gd name="T30" fmla="*/ 2147483646 w 3927"/>
                  <a:gd name="T31" fmla="*/ 2147483646 h 3928"/>
                  <a:gd name="T32" fmla="*/ 2147483646 w 3927"/>
                  <a:gd name="T33" fmla="*/ 2147483646 h 3928"/>
                  <a:gd name="T34" fmla="*/ 2147483646 w 3927"/>
                  <a:gd name="T35" fmla="*/ 2147483646 h 3928"/>
                  <a:gd name="T36" fmla="*/ 2147483646 w 3927"/>
                  <a:gd name="T37" fmla="*/ 2147483646 h 3928"/>
                  <a:gd name="T38" fmla="*/ 2147483646 w 3927"/>
                  <a:gd name="T39" fmla="*/ 2147483646 h 3928"/>
                  <a:gd name="T40" fmla="*/ 2147483646 w 3927"/>
                  <a:gd name="T41" fmla="*/ 2147483646 h 3928"/>
                  <a:gd name="T42" fmla="*/ 2147483646 w 3927"/>
                  <a:gd name="T43" fmla="*/ 2147483646 h 3928"/>
                  <a:gd name="T44" fmla="*/ 2147483646 w 3927"/>
                  <a:gd name="T45" fmla="*/ 2147483646 h 3928"/>
                  <a:gd name="T46" fmla="*/ 2147483646 w 3927"/>
                  <a:gd name="T47" fmla="*/ 2147483646 h 3928"/>
                  <a:gd name="T48" fmla="*/ 2147483646 w 3927"/>
                  <a:gd name="T49" fmla="*/ 2147483646 h 3928"/>
                  <a:gd name="T50" fmla="*/ 2147483646 w 3927"/>
                  <a:gd name="T51" fmla="*/ 2147483646 h 3928"/>
                  <a:gd name="T52" fmla="*/ 2147483646 w 3927"/>
                  <a:gd name="T53" fmla="*/ 2147483646 h 3928"/>
                  <a:gd name="T54" fmla="*/ 0 w 3927"/>
                  <a:gd name="T55" fmla="*/ 2147483646 h 3928"/>
                  <a:gd name="T56" fmla="*/ 0 w 3927"/>
                  <a:gd name="T57" fmla="*/ 2147483646 h 3928"/>
                  <a:gd name="T58" fmla="*/ 2147483646 w 3927"/>
                  <a:gd name="T59" fmla="*/ 885710611 h 3928"/>
                  <a:gd name="T60" fmla="*/ 2147483646 w 3927"/>
                  <a:gd name="T61" fmla="*/ 885710611 h 3928"/>
                  <a:gd name="T62" fmla="*/ 2147483646 w 3927"/>
                  <a:gd name="T63" fmla="*/ 2147483646 h 3928"/>
                  <a:gd name="T64" fmla="*/ 2147483646 w 3927"/>
                  <a:gd name="T65" fmla="*/ 2147483646 h 39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27" h="3928">
                    <a:moveTo>
                      <a:pt x="3857" y="672"/>
                    </a:moveTo>
                    <a:cubicBezTo>
                      <a:pt x="3675" y="852"/>
                      <a:pt x="3675" y="852"/>
                      <a:pt x="3675" y="852"/>
                    </a:cubicBezTo>
                    <a:cubicBezTo>
                      <a:pt x="3070" y="251"/>
                      <a:pt x="3070" y="251"/>
                      <a:pt x="3070" y="251"/>
                    </a:cubicBezTo>
                    <a:cubicBezTo>
                      <a:pt x="3252" y="70"/>
                      <a:pt x="3252" y="70"/>
                      <a:pt x="3252" y="70"/>
                    </a:cubicBezTo>
                    <a:cubicBezTo>
                      <a:pt x="3319" y="4"/>
                      <a:pt x="3424" y="0"/>
                      <a:pt x="3486" y="63"/>
                    </a:cubicBezTo>
                    <a:cubicBezTo>
                      <a:pt x="3864" y="438"/>
                      <a:pt x="3864" y="438"/>
                      <a:pt x="3864" y="438"/>
                    </a:cubicBezTo>
                    <a:cubicBezTo>
                      <a:pt x="3927" y="501"/>
                      <a:pt x="3924" y="605"/>
                      <a:pt x="3857" y="672"/>
                    </a:cubicBezTo>
                    <a:close/>
                    <a:moveTo>
                      <a:pt x="2252" y="2267"/>
                    </a:moveTo>
                    <a:cubicBezTo>
                      <a:pt x="1647" y="1665"/>
                      <a:pt x="1647" y="1665"/>
                      <a:pt x="1647" y="1665"/>
                    </a:cubicBezTo>
                    <a:cubicBezTo>
                      <a:pt x="2978" y="342"/>
                      <a:pt x="2978" y="342"/>
                      <a:pt x="2978" y="342"/>
                    </a:cubicBezTo>
                    <a:cubicBezTo>
                      <a:pt x="3583" y="944"/>
                      <a:pt x="3583" y="944"/>
                      <a:pt x="3583" y="944"/>
                    </a:cubicBezTo>
                    <a:lnTo>
                      <a:pt x="2252" y="2267"/>
                    </a:lnTo>
                    <a:close/>
                    <a:moveTo>
                      <a:pt x="2168" y="2350"/>
                    </a:moveTo>
                    <a:cubicBezTo>
                      <a:pt x="1321" y="2591"/>
                      <a:pt x="1321" y="2591"/>
                      <a:pt x="1321" y="2591"/>
                    </a:cubicBezTo>
                    <a:cubicBezTo>
                      <a:pt x="1563" y="1749"/>
                      <a:pt x="1563" y="1749"/>
                      <a:pt x="1563" y="1749"/>
                    </a:cubicBezTo>
                    <a:lnTo>
                      <a:pt x="2168" y="2350"/>
                    </a:lnTo>
                    <a:close/>
                    <a:moveTo>
                      <a:pt x="770" y="495"/>
                    </a:moveTo>
                    <a:cubicBezTo>
                      <a:pt x="561" y="495"/>
                      <a:pt x="392" y="665"/>
                      <a:pt x="392" y="874"/>
                    </a:cubicBezTo>
                    <a:cubicBezTo>
                      <a:pt x="392" y="3158"/>
                      <a:pt x="392" y="3158"/>
                      <a:pt x="392" y="3158"/>
                    </a:cubicBezTo>
                    <a:cubicBezTo>
                      <a:pt x="392" y="3367"/>
                      <a:pt x="561" y="3536"/>
                      <a:pt x="770" y="3536"/>
                    </a:cubicBezTo>
                    <a:cubicBezTo>
                      <a:pt x="3055" y="3536"/>
                      <a:pt x="3055" y="3536"/>
                      <a:pt x="3055" y="3536"/>
                    </a:cubicBezTo>
                    <a:cubicBezTo>
                      <a:pt x="3264" y="3536"/>
                      <a:pt x="3433" y="3367"/>
                      <a:pt x="3433" y="3158"/>
                    </a:cubicBezTo>
                    <a:cubicBezTo>
                      <a:pt x="3433" y="1657"/>
                      <a:pt x="3433" y="1657"/>
                      <a:pt x="3433" y="1657"/>
                    </a:cubicBezTo>
                    <a:cubicBezTo>
                      <a:pt x="3824" y="1278"/>
                      <a:pt x="3824" y="1278"/>
                      <a:pt x="3824" y="1278"/>
                    </a:cubicBezTo>
                    <a:cubicBezTo>
                      <a:pt x="3824" y="3297"/>
                      <a:pt x="3824" y="3297"/>
                      <a:pt x="3824" y="3297"/>
                    </a:cubicBezTo>
                    <a:cubicBezTo>
                      <a:pt x="3824" y="3645"/>
                      <a:pt x="3529" y="3928"/>
                      <a:pt x="3181" y="3928"/>
                    </a:cubicBezTo>
                    <a:cubicBezTo>
                      <a:pt x="631" y="3928"/>
                      <a:pt x="631" y="3928"/>
                      <a:pt x="631" y="3928"/>
                    </a:cubicBezTo>
                    <a:cubicBezTo>
                      <a:pt x="283" y="3928"/>
                      <a:pt x="0" y="3645"/>
                      <a:pt x="0" y="3297"/>
                    </a:cubicBezTo>
                    <a:cubicBezTo>
                      <a:pt x="0" y="773"/>
                      <a:pt x="0" y="773"/>
                      <a:pt x="0" y="773"/>
                    </a:cubicBezTo>
                    <a:cubicBezTo>
                      <a:pt x="0" y="425"/>
                      <a:pt x="283" y="103"/>
                      <a:pt x="631" y="103"/>
                    </a:cubicBezTo>
                    <a:cubicBezTo>
                      <a:pt x="2650" y="103"/>
                      <a:pt x="2650" y="103"/>
                      <a:pt x="2650" y="103"/>
                    </a:cubicBezTo>
                    <a:cubicBezTo>
                      <a:pt x="2271" y="495"/>
                      <a:pt x="2271" y="495"/>
                      <a:pt x="2271" y="495"/>
                    </a:cubicBezTo>
                    <a:lnTo>
                      <a:pt x="770" y="495"/>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
          <p:nvSpPr>
            <p:cNvPr id="29712" name="文本框 42">
              <a:extLst>
                <a:ext uri="{FF2B5EF4-FFF2-40B4-BE49-F238E27FC236}">
                  <a16:creationId xmlns:a16="http://schemas.microsoft.com/office/drawing/2014/main" id="{D52A5030-D8E5-45D9-8978-9150A25D07E4}"/>
                </a:ext>
              </a:extLst>
            </p:cNvPr>
            <p:cNvSpPr txBox="1">
              <a:spLocks noChangeArrowheads="1"/>
            </p:cNvSpPr>
            <p:nvPr/>
          </p:nvSpPr>
          <p:spPr bwMode="auto">
            <a:xfrm>
              <a:off x="7431373" y="3492524"/>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第四部分</a:t>
              </a:r>
            </a:p>
          </p:txBody>
        </p:sp>
      </p:grpSp>
      <p:sp>
        <p:nvSpPr>
          <p:cNvPr id="29707" name="文本框 44">
            <a:extLst>
              <a:ext uri="{FF2B5EF4-FFF2-40B4-BE49-F238E27FC236}">
                <a16:creationId xmlns:a16="http://schemas.microsoft.com/office/drawing/2014/main" id="{1D09FE74-10F7-476A-BD33-48D9D99FF62C}"/>
              </a:ext>
            </a:extLst>
          </p:cNvPr>
          <p:cNvSpPr txBox="1">
            <a:spLocks noChangeArrowheads="1"/>
          </p:cNvSpPr>
          <p:nvPr/>
        </p:nvSpPr>
        <p:spPr bwMode="auto">
          <a:xfrm>
            <a:off x="1262063" y="3776663"/>
            <a:ext cx="20764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400" b="1">
                <a:solidFill>
                  <a:srgbClr val="404040"/>
                </a:solidFill>
              </a:rPr>
              <a:t>添加论文内容第一部分标题</a:t>
            </a:r>
          </a:p>
        </p:txBody>
      </p:sp>
      <p:sp>
        <p:nvSpPr>
          <p:cNvPr id="29708" name="文本框 45">
            <a:extLst>
              <a:ext uri="{FF2B5EF4-FFF2-40B4-BE49-F238E27FC236}">
                <a16:creationId xmlns:a16="http://schemas.microsoft.com/office/drawing/2014/main" id="{E00F96A5-3532-4AEC-9FAC-4B09C750AA53}"/>
              </a:ext>
            </a:extLst>
          </p:cNvPr>
          <p:cNvSpPr txBox="1">
            <a:spLocks noChangeArrowheads="1"/>
          </p:cNvSpPr>
          <p:nvPr/>
        </p:nvSpPr>
        <p:spPr bwMode="auto">
          <a:xfrm>
            <a:off x="3776663" y="3776663"/>
            <a:ext cx="21574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400" b="1">
                <a:solidFill>
                  <a:srgbClr val="404040"/>
                </a:solidFill>
              </a:rPr>
              <a:t>添加论文内容第二部分标题</a:t>
            </a:r>
          </a:p>
        </p:txBody>
      </p:sp>
      <p:sp>
        <p:nvSpPr>
          <p:cNvPr id="29709" name="文本框 46">
            <a:extLst>
              <a:ext uri="{FF2B5EF4-FFF2-40B4-BE49-F238E27FC236}">
                <a16:creationId xmlns:a16="http://schemas.microsoft.com/office/drawing/2014/main" id="{C7B94749-7FE6-4C79-B668-A132A7518CA7}"/>
              </a:ext>
            </a:extLst>
          </p:cNvPr>
          <p:cNvSpPr txBox="1">
            <a:spLocks noChangeArrowheads="1"/>
          </p:cNvSpPr>
          <p:nvPr/>
        </p:nvSpPr>
        <p:spPr bwMode="auto">
          <a:xfrm>
            <a:off x="6221413" y="3776663"/>
            <a:ext cx="21542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400" b="1">
                <a:solidFill>
                  <a:srgbClr val="404040"/>
                </a:solidFill>
              </a:rPr>
              <a:t>添加论文内容第三部分标题</a:t>
            </a:r>
          </a:p>
        </p:txBody>
      </p:sp>
      <p:sp>
        <p:nvSpPr>
          <p:cNvPr id="29710" name="文本框 47">
            <a:extLst>
              <a:ext uri="{FF2B5EF4-FFF2-40B4-BE49-F238E27FC236}">
                <a16:creationId xmlns:a16="http://schemas.microsoft.com/office/drawing/2014/main" id="{9F037876-ACAB-4775-A6E3-905668803807}"/>
              </a:ext>
            </a:extLst>
          </p:cNvPr>
          <p:cNvSpPr txBox="1">
            <a:spLocks noChangeArrowheads="1"/>
          </p:cNvSpPr>
          <p:nvPr/>
        </p:nvSpPr>
        <p:spPr bwMode="auto">
          <a:xfrm>
            <a:off x="8632825" y="3776663"/>
            <a:ext cx="22923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400" b="1">
                <a:solidFill>
                  <a:srgbClr val="404040"/>
                </a:solidFill>
              </a:rPr>
              <a:t>添加论文内容第四部分标题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10">
            <a:extLst>
              <a:ext uri="{FF2B5EF4-FFF2-40B4-BE49-F238E27FC236}">
                <a16:creationId xmlns:a16="http://schemas.microsoft.com/office/drawing/2014/main" id="{06B35210-298F-440E-A61C-3D0D6F2C389D}"/>
              </a:ext>
            </a:extLst>
          </p:cNvPr>
          <p:cNvSpPr/>
          <p:nvPr/>
        </p:nvSpPr>
        <p:spPr>
          <a:xfrm rot="5400000">
            <a:off x="2009775" y="-1552575"/>
            <a:ext cx="914400" cy="493395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 name="椭圆 1">
            <a:extLst>
              <a:ext uri="{FF2B5EF4-FFF2-40B4-BE49-F238E27FC236}">
                <a16:creationId xmlns:a16="http://schemas.microsoft.com/office/drawing/2014/main" id="{4398A0BE-2A56-4680-9B31-749096BE818D}"/>
              </a:ext>
            </a:extLst>
          </p:cNvPr>
          <p:cNvSpPr/>
          <p:nvPr/>
        </p:nvSpPr>
        <p:spPr>
          <a:xfrm>
            <a:off x="323850" y="247650"/>
            <a:ext cx="1333500" cy="1333500"/>
          </a:xfrm>
          <a:prstGeom prst="ellipse">
            <a:avLst/>
          </a:prstGeom>
          <a:solidFill>
            <a:schemeClr val="bg1"/>
          </a:solidFill>
          <a:ln w="381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3" name="组合 2">
            <a:extLst>
              <a:ext uri="{FF2B5EF4-FFF2-40B4-BE49-F238E27FC236}">
                <a16:creationId xmlns:a16="http://schemas.microsoft.com/office/drawing/2014/main" id="{115B0A02-005F-4932-B33D-B6285EB9829F}"/>
              </a:ext>
            </a:extLst>
          </p:cNvPr>
          <p:cNvGrpSpPr/>
          <p:nvPr/>
        </p:nvGrpSpPr>
        <p:grpSpPr>
          <a:xfrm>
            <a:off x="475624" y="571426"/>
            <a:ext cx="1029952" cy="685949"/>
            <a:chOff x="5302250" y="2903538"/>
            <a:chExt cx="1587500" cy="1057276"/>
          </a:xfrm>
          <a:solidFill>
            <a:srgbClr val="4B649F"/>
          </a:solidFill>
        </p:grpSpPr>
        <p:sp>
          <p:nvSpPr>
            <p:cNvPr id="4" name="Freeform 84">
              <a:extLst>
                <a:ext uri="{FF2B5EF4-FFF2-40B4-BE49-F238E27FC236}">
                  <a16:creationId xmlns:a16="http://schemas.microsoft.com/office/drawing/2014/main" id="{2AF995EC-2EBB-4698-9F2F-AA0D79E32AAF}"/>
                </a:ext>
              </a:extLst>
            </p:cNvPr>
            <p:cNvSpPr/>
            <p:nvPr/>
          </p:nvSpPr>
          <p:spPr bwMode="auto">
            <a:xfrm>
              <a:off x="5362575" y="3040063"/>
              <a:ext cx="706438" cy="61436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 name="Freeform 85">
              <a:extLst>
                <a:ext uri="{FF2B5EF4-FFF2-40B4-BE49-F238E27FC236}">
                  <a16:creationId xmlns:a16="http://schemas.microsoft.com/office/drawing/2014/main" id="{076DE616-E306-455C-8CEE-728EA072516B}"/>
                </a:ext>
              </a:extLst>
            </p:cNvPr>
            <p:cNvSpPr/>
            <p:nvPr/>
          </p:nvSpPr>
          <p:spPr bwMode="auto">
            <a:xfrm>
              <a:off x="6115050" y="2903538"/>
              <a:ext cx="400050" cy="747713"/>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 name="Freeform 86">
              <a:extLst>
                <a:ext uri="{FF2B5EF4-FFF2-40B4-BE49-F238E27FC236}">
                  <a16:creationId xmlns:a16="http://schemas.microsoft.com/office/drawing/2014/main" id="{48DDBF71-D31A-478B-9713-DF7F4D6DAC3C}"/>
                </a:ext>
              </a:extLst>
            </p:cNvPr>
            <p:cNvSpPr/>
            <p:nvPr/>
          </p:nvSpPr>
          <p:spPr bwMode="auto">
            <a:xfrm>
              <a:off x="6194425" y="3529013"/>
              <a:ext cx="642938" cy="160338"/>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7" name="Freeform 87">
              <a:extLst>
                <a:ext uri="{FF2B5EF4-FFF2-40B4-BE49-F238E27FC236}">
                  <a16:creationId xmlns:a16="http://schemas.microsoft.com/office/drawing/2014/main" id="{1494AB6C-7FC7-48EF-BE11-E120D23BE42F}"/>
                </a:ext>
              </a:extLst>
            </p:cNvPr>
            <p:cNvSpPr/>
            <p:nvPr/>
          </p:nvSpPr>
          <p:spPr bwMode="auto">
            <a:xfrm>
              <a:off x="5335588" y="3771901"/>
              <a:ext cx="1520825" cy="155575"/>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8" name="Freeform 88">
              <a:extLst>
                <a:ext uri="{FF2B5EF4-FFF2-40B4-BE49-F238E27FC236}">
                  <a16:creationId xmlns:a16="http://schemas.microsoft.com/office/drawing/2014/main" id="{668BC2D4-4D7D-4933-8FD9-F9C4D3738CD1}"/>
                </a:ext>
              </a:extLst>
            </p:cNvPr>
            <p:cNvSpPr>
              <a:spLocks noEditPoints="1"/>
            </p:cNvSpPr>
            <p:nvPr/>
          </p:nvSpPr>
          <p:spPr bwMode="auto">
            <a:xfrm>
              <a:off x="5302250" y="3733801"/>
              <a:ext cx="1587500" cy="227013"/>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9" name="Freeform 89">
              <a:extLst>
                <a:ext uri="{FF2B5EF4-FFF2-40B4-BE49-F238E27FC236}">
                  <a16:creationId xmlns:a16="http://schemas.microsoft.com/office/drawing/2014/main" id="{949FF9BE-0CD6-4733-A692-2B84810BC675}"/>
                </a:ext>
              </a:extLst>
            </p:cNvPr>
            <p:cNvSpPr/>
            <p:nvPr/>
          </p:nvSpPr>
          <p:spPr bwMode="auto">
            <a:xfrm>
              <a:off x="5354638" y="3525838"/>
              <a:ext cx="669925" cy="163513"/>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0" name="Freeform 90">
              <a:extLst>
                <a:ext uri="{FF2B5EF4-FFF2-40B4-BE49-F238E27FC236}">
                  <a16:creationId xmlns:a16="http://schemas.microsoft.com/office/drawing/2014/main" id="{F7AF18F7-1168-4CE1-8030-4D5C82EBD821}"/>
                </a:ext>
              </a:extLst>
            </p:cNvPr>
            <p:cNvSpPr/>
            <p:nvPr/>
          </p:nvSpPr>
          <p:spPr bwMode="auto">
            <a:xfrm>
              <a:off x="6175375" y="3063876"/>
              <a:ext cx="654050" cy="57150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grpSp>
      <p:sp>
        <p:nvSpPr>
          <p:cNvPr id="30725" name="文本框 11">
            <a:extLst>
              <a:ext uri="{FF2B5EF4-FFF2-40B4-BE49-F238E27FC236}">
                <a16:creationId xmlns:a16="http://schemas.microsoft.com/office/drawing/2014/main" id="{C1828EC8-AFD9-47A0-8B66-F18702E8B11E}"/>
              </a:ext>
            </a:extLst>
          </p:cNvPr>
          <p:cNvSpPr txBox="1">
            <a:spLocks noChangeArrowheads="1"/>
          </p:cNvSpPr>
          <p:nvPr/>
        </p:nvSpPr>
        <p:spPr bwMode="auto">
          <a:xfrm>
            <a:off x="1738313" y="588963"/>
            <a:ext cx="29543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3600">
                <a:solidFill>
                  <a:schemeClr val="bg1"/>
                </a:solidFill>
              </a:rPr>
              <a:t>论文主要内容</a:t>
            </a:r>
          </a:p>
        </p:txBody>
      </p:sp>
      <p:pic>
        <p:nvPicPr>
          <p:cNvPr id="30726" name="图片 12">
            <a:extLst>
              <a:ext uri="{FF2B5EF4-FFF2-40B4-BE49-F238E27FC236}">
                <a16:creationId xmlns:a16="http://schemas.microsoft.com/office/drawing/2014/main" id="{4A98054F-3756-43C4-8840-9670E3BAFF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27" name="组合 38">
            <a:extLst>
              <a:ext uri="{FF2B5EF4-FFF2-40B4-BE49-F238E27FC236}">
                <a16:creationId xmlns:a16="http://schemas.microsoft.com/office/drawing/2014/main" id="{004886E4-6120-4AB9-B8AD-1A1FB63CCD0C}"/>
              </a:ext>
            </a:extLst>
          </p:cNvPr>
          <p:cNvGrpSpPr>
            <a:grpSpLocks/>
          </p:cNvGrpSpPr>
          <p:nvPr/>
        </p:nvGrpSpPr>
        <p:grpSpPr bwMode="auto">
          <a:xfrm>
            <a:off x="9578975" y="2025650"/>
            <a:ext cx="1277938" cy="1277938"/>
            <a:chOff x="9444839" y="2234042"/>
            <a:chExt cx="1607262" cy="1607262"/>
          </a:xfrm>
        </p:grpSpPr>
        <p:sp>
          <p:nvSpPr>
            <p:cNvPr id="29" name="椭圆 28">
              <a:extLst>
                <a:ext uri="{FF2B5EF4-FFF2-40B4-BE49-F238E27FC236}">
                  <a16:creationId xmlns:a16="http://schemas.microsoft.com/office/drawing/2014/main" id="{81063CB4-1EBF-4CED-9B85-E76CE99A92E0}"/>
                </a:ext>
              </a:extLst>
            </p:cNvPr>
            <p:cNvSpPr/>
            <p:nvPr/>
          </p:nvSpPr>
          <p:spPr>
            <a:xfrm>
              <a:off x="9444839"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4" name="椭圆 33">
              <a:extLst>
                <a:ext uri="{FF2B5EF4-FFF2-40B4-BE49-F238E27FC236}">
                  <a16:creationId xmlns:a16="http://schemas.microsoft.com/office/drawing/2014/main" id="{1199CBBC-EF74-4BC3-84B3-20E928A717A8}"/>
                </a:ext>
              </a:extLst>
            </p:cNvPr>
            <p:cNvSpPr/>
            <p:nvPr/>
          </p:nvSpPr>
          <p:spPr>
            <a:xfrm>
              <a:off x="9554653" y="2343856"/>
              <a:ext cx="1387635" cy="138763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0" name="KSO_Shape">
              <a:extLst>
                <a:ext uri="{FF2B5EF4-FFF2-40B4-BE49-F238E27FC236}">
                  <a16:creationId xmlns:a16="http://schemas.microsoft.com/office/drawing/2014/main" id="{5B045698-CC22-4FB3-A5E9-F8C69E047C12}"/>
                </a:ext>
              </a:extLst>
            </p:cNvPr>
            <p:cNvSpPr/>
            <p:nvPr/>
          </p:nvSpPr>
          <p:spPr bwMode="auto">
            <a:xfrm>
              <a:off x="9828186" y="2675291"/>
              <a:ext cx="840568" cy="724764"/>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rgbClr val="4B649F"/>
            </a:solidFill>
            <a:ln>
              <a:noFill/>
            </a:ln>
          </p:spPr>
          <p:txBody>
            <a:bodyPr bIns="72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grpSp>
        <p:nvGrpSpPr>
          <p:cNvPr id="30728" name="组合 36">
            <a:extLst>
              <a:ext uri="{FF2B5EF4-FFF2-40B4-BE49-F238E27FC236}">
                <a16:creationId xmlns:a16="http://schemas.microsoft.com/office/drawing/2014/main" id="{40C15FEA-B41C-43D4-8697-6383C83CC5C9}"/>
              </a:ext>
            </a:extLst>
          </p:cNvPr>
          <p:cNvGrpSpPr>
            <a:grpSpLocks/>
          </p:cNvGrpSpPr>
          <p:nvPr/>
        </p:nvGrpSpPr>
        <p:grpSpPr bwMode="auto">
          <a:xfrm>
            <a:off x="5421313" y="2025650"/>
            <a:ext cx="1277937" cy="1277938"/>
            <a:chOff x="5288161" y="2234042"/>
            <a:chExt cx="1607262" cy="1607262"/>
          </a:xfrm>
        </p:grpSpPr>
        <p:sp>
          <p:nvSpPr>
            <p:cNvPr id="27" name="椭圆 26">
              <a:extLst>
                <a:ext uri="{FF2B5EF4-FFF2-40B4-BE49-F238E27FC236}">
                  <a16:creationId xmlns:a16="http://schemas.microsoft.com/office/drawing/2014/main" id="{A5122413-953C-43E0-B653-BFAD952233F3}"/>
                </a:ext>
              </a:extLst>
            </p:cNvPr>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椭圆 31">
              <a:extLst>
                <a:ext uri="{FF2B5EF4-FFF2-40B4-BE49-F238E27FC236}">
                  <a16:creationId xmlns:a16="http://schemas.microsoft.com/office/drawing/2014/main" id="{5AAB051B-B740-45BE-827E-D42B29A67277}"/>
                </a:ext>
              </a:extLst>
            </p:cNvPr>
            <p:cNvSpPr/>
            <p:nvPr/>
          </p:nvSpPr>
          <p:spPr>
            <a:xfrm>
              <a:off x="5397973" y="2335869"/>
              <a:ext cx="1387637" cy="138763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753" name="KSO_Shape">
              <a:extLst>
                <a:ext uri="{FF2B5EF4-FFF2-40B4-BE49-F238E27FC236}">
                  <a16:creationId xmlns:a16="http://schemas.microsoft.com/office/drawing/2014/main" id="{A0745DCF-7988-4907-8E02-DD72B040A6B2}"/>
                </a:ext>
              </a:extLst>
            </p:cNvPr>
            <p:cNvSpPr>
              <a:spLocks noChangeArrowheads="1"/>
            </p:cNvSpPr>
            <p:nvPr/>
          </p:nvSpPr>
          <p:spPr bwMode="auto">
            <a:xfrm>
              <a:off x="5547153" y="2697761"/>
              <a:ext cx="1089278" cy="662788"/>
            </a:xfrm>
            <a:custGeom>
              <a:avLst/>
              <a:gdLst>
                <a:gd name="T0" fmla="*/ 2147483646 w 3931"/>
                <a:gd name="T1" fmla="*/ 2147483646 h 2392"/>
                <a:gd name="T2" fmla="*/ 2147483646 w 3931"/>
                <a:gd name="T3" fmla="*/ 2147483646 h 2392"/>
                <a:gd name="T4" fmla="*/ 2147483646 w 3931"/>
                <a:gd name="T5" fmla="*/ 2147483646 h 2392"/>
                <a:gd name="T6" fmla="*/ 2147483646 w 3931"/>
                <a:gd name="T7" fmla="*/ 2147483646 h 2392"/>
                <a:gd name="T8" fmla="*/ 2147483646 w 3931"/>
                <a:gd name="T9" fmla="*/ 2147483646 h 2392"/>
                <a:gd name="T10" fmla="*/ 2147483646 w 3931"/>
                <a:gd name="T11" fmla="*/ 2147483646 h 2392"/>
                <a:gd name="T12" fmla="*/ 2147483646 w 3931"/>
                <a:gd name="T13" fmla="*/ 2147483646 h 2392"/>
                <a:gd name="T14" fmla="*/ 2147483646 w 3931"/>
                <a:gd name="T15" fmla="*/ 2147483646 h 2392"/>
                <a:gd name="T16" fmla="*/ 2147483646 w 3931"/>
                <a:gd name="T17" fmla="*/ 2147483646 h 2392"/>
                <a:gd name="T18" fmla="*/ 2147483646 w 3931"/>
                <a:gd name="T19" fmla="*/ 2147483646 h 2392"/>
                <a:gd name="T20" fmla="*/ 2147483646 w 3931"/>
                <a:gd name="T21" fmla="*/ 2147483646 h 2392"/>
                <a:gd name="T22" fmla="*/ 2147483646 w 3931"/>
                <a:gd name="T23" fmla="*/ 2147483646 h 2392"/>
                <a:gd name="T24" fmla="*/ 2147483646 w 3931"/>
                <a:gd name="T25" fmla="*/ 2147483646 h 2392"/>
                <a:gd name="T26" fmla="*/ 0 w 3931"/>
                <a:gd name="T27" fmla="*/ 2147483646 h 2392"/>
                <a:gd name="T28" fmla="*/ 2147483646 w 3931"/>
                <a:gd name="T29" fmla="*/ 0 h 2392"/>
                <a:gd name="T30" fmla="*/ 2147483646 w 3931"/>
                <a:gd name="T31" fmla="*/ 2147483646 h 2392"/>
                <a:gd name="T32" fmla="*/ 2147483646 w 3931"/>
                <a:gd name="T33" fmla="*/ 2147483646 h 2392"/>
                <a:gd name="T34" fmla="*/ 2147483646 w 3931"/>
                <a:gd name="T35" fmla="*/ 2147483646 h 2392"/>
                <a:gd name="T36" fmla="*/ 2147483646 w 3931"/>
                <a:gd name="T37" fmla="*/ 2147483646 h 2392"/>
                <a:gd name="T38" fmla="*/ 2147483646 w 3931"/>
                <a:gd name="T39" fmla="*/ 2147483646 h 2392"/>
                <a:gd name="T40" fmla="*/ 2147483646 w 3931"/>
                <a:gd name="T41" fmla="*/ 2147483646 h 2392"/>
                <a:gd name="T42" fmla="*/ 2147483646 w 3931"/>
                <a:gd name="T43" fmla="*/ 2147483646 h 2392"/>
                <a:gd name="T44" fmla="*/ 2147483646 w 3931"/>
                <a:gd name="T45" fmla="*/ 2147483646 h 2392"/>
                <a:gd name="T46" fmla="*/ 2147483646 w 3931"/>
                <a:gd name="T47" fmla="*/ 2147483646 h 2392"/>
                <a:gd name="T48" fmla="*/ 2147483646 w 3931"/>
                <a:gd name="T49" fmla="*/ 2147483646 h 2392"/>
                <a:gd name="T50" fmla="*/ 2147483646 w 3931"/>
                <a:gd name="T51" fmla="*/ 2147483646 h 2392"/>
                <a:gd name="T52" fmla="*/ 2147483646 w 3931"/>
                <a:gd name="T53" fmla="*/ 2147483646 h 2392"/>
                <a:gd name="T54" fmla="*/ 2147483646 w 3931"/>
                <a:gd name="T55" fmla="*/ 2147483646 h 2392"/>
                <a:gd name="T56" fmla="*/ 2147483646 w 3931"/>
                <a:gd name="T57" fmla="*/ 2147483646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grpSp>
        <p:nvGrpSpPr>
          <p:cNvPr id="30729" name="组合 37">
            <a:extLst>
              <a:ext uri="{FF2B5EF4-FFF2-40B4-BE49-F238E27FC236}">
                <a16:creationId xmlns:a16="http://schemas.microsoft.com/office/drawing/2014/main" id="{C153706D-6523-4E00-9D68-19B4CBA85F0C}"/>
              </a:ext>
            </a:extLst>
          </p:cNvPr>
          <p:cNvGrpSpPr>
            <a:grpSpLocks/>
          </p:cNvGrpSpPr>
          <p:nvPr/>
        </p:nvGrpSpPr>
        <p:grpSpPr bwMode="auto">
          <a:xfrm>
            <a:off x="7500938" y="2025650"/>
            <a:ext cx="1277937" cy="1277938"/>
            <a:chOff x="7366499" y="2234042"/>
            <a:chExt cx="1607262" cy="1607262"/>
          </a:xfrm>
        </p:grpSpPr>
        <p:sp>
          <p:nvSpPr>
            <p:cNvPr id="28" name="椭圆 27">
              <a:extLst>
                <a:ext uri="{FF2B5EF4-FFF2-40B4-BE49-F238E27FC236}">
                  <a16:creationId xmlns:a16="http://schemas.microsoft.com/office/drawing/2014/main" id="{D62FCD9F-B0CD-4221-9C1A-374CDD8951A5}"/>
                </a:ext>
              </a:extLst>
            </p:cNvPr>
            <p:cNvSpPr/>
            <p:nvPr/>
          </p:nvSpPr>
          <p:spPr>
            <a:xfrm>
              <a:off x="7366499"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3" name="椭圆 32">
              <a:extLst>
                <a:ext uri="{FF2B5EF4-FFF2-40B4-BE49-F238E27FC236}">
                  <a16:creationId xmlns:a16="http://schemas.microsoft.com/office/drawing/2014/main" id="{791CFD42-D27C-4414-9843-2EC6A5ECAE31}"/>
                </a:ext>
              </a:extLst>
            </p:cNvPr>
            <p:cNvSpPr/>
            <p:nvPr/>
          </p:nvSpPr>
          <p:spPr>
            <a:xfrm>
              <a:off x="7476311" y="2343856"/>
              <a:ext cx="1387637" cy="138763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750" name="KSO_Shape">
              <a:extLst>
                <a:ext uri="{FF2B5EF4-FFF2-40B4-BE49-F238E27FC236}">
                  <a16:creationId xmlns:a16="http://schemas.microsoft.com/office/drawing/2014/main" id="{A3F27F41-F31D-469A-BC99-75423EF88565}"/>
                </a:ext>
              </a:extLst>
            </p:cNvPr>
            <p:cNvSpPr>
              <a:spLocks noChangeArrowheads="1"/>
            </p:cNvSpPr>
            <p:nvPr/>
          </p:nvSpPr>
          <p:spPr bwMode="auto">
            <a:xfrm>
              <a:off x="7767760" y="2635303"/>
              <a:ext cx="804740" cy="804740"/>
            </a:xfrm>
            <a:custGeom>
              <a:avLst/>
              <a:gdLst>
                <a:gd name="T0" fmla="*/ 2147483646 w 3927"/>
                <a:gd name="T1" fmla="*/ 2147483646 h 3928"/>
                <a:gd name="T2" fmla="*/ 2147483646 w 3927"/>
                <a:gd name="T3" fmla="*/ 2147483646 h 3928"/>
                <a:gd name="T4" fmla="*/ 2147483646 w 3927"/>
                <a:gd name="T5" fmla="*/ 2147483646 h 3928"/>
                <a:gd name="T6" fmla="*/ 2147483646 w 3927"/>
                <a:gd name="T7" fmla="*/ 601932408 h 3928"/>
                <a:gd name="T8" fmla="*/ 2147483646 w 3927"/>
                <a:gd name="T9" fmla="*/ 541743265 h 3928"/>
                <a:gd name="T10" fmla="*/ 2147483646 w 3927"/>
                <a:gd name="T11" fmla="*/ 2147483646 h 3928"/>
                <a:gd name="T12" fmla="*/ 2147483646 w 3927"/>
                <a:gd name="T13" fmla="*/ 2147483646 h 3928"/>
                <a:gd name="T14" fmla="*/ 2147483646 w 3927"/>
                <a:gd name="T15" fmla="*/ 2147483646 h 3928"/>
                <a:gd name="T16" fmla="*/ 2147483646 w 3927"/>
                <a:gd name="T17" fmla="*/ 2147483646 h 3928"/>
                <a:gd name="T18" fmla="*/ 2147483646 w 3927"/>
                <a:gd name="T19" fmla="*/ 2147483646 h 3928"/>
                <a:gd name="T20" fmla="*/ 2147483646 w 3927"/>
                <a:gd name="T21" fmla="*/ 2147483646 h 3928"/>
                <a:gd name="T22" fmla="*/ 2147483646 w 3927"/>
                <a:gd name="T23" fmla="*/ 2147483646 h 3928"/>
                <a:gd name="T24" fmla="*/ 2147483646 w 3927"/>
                <a:gd name="T25" fmla="*/ 2147483646 h 3928"/>
                <a:gd name="T26" fmla="*/ 2147483646 w 3927"/>
                <a:gd name="T27" fmla="*/ 2147483646 h 3928"/>
                <a:gd name="T28" fmla="*/ 2147483646 w 3927"/>
                <a:gd name="T29" fmla="*/ 2147483646 h 3928"/>
                <a:gd name="T30" fmla="*/ 2147483646 w 3927"/>
                <a:gd name="T31" fmla="*/ 2147483646 h 3928"/>
                <a:gd name="T32" fmla="*/ 2147483646 w 3927"/>
                <a:gd name="T33" fmla="*/ 2147483646 h 3928"/>
                <a:gd name="T34" fmla="*/ 2147483646 w 3927"/>
                <a:gd name="T35" fmla="*/ 2147483646 h 3928"/>
                <a:gd name="T36" fmla="*/ 2147483646 w 3927"/>
                <a:gd name="T37" fmla="*/ 2147483646 h 3928"/>
                <a:gd name="T38" fmla="*/ 2147483646 w 3927"/>
                <a:gd name="T39" fmla="*/ 2147483646 h 3928"/>
                <a:gd name="T40" fmla="*/ 2147483646 w 3927"/>
                <a:gd name="T41" fmla="*/ 2147483646 h 3928"/>
                <a:gd name="T42" fmla="*/ 2147483646 w 3927"/>
                <a:gd name="T43" fmla="*/ 2147483646 h 3928"/>
                <a:gd name="T44" fmla="*/ 2147483646 w 3927"/>
                <a:gd name="T45" fmla="*/ 2147483646 h 3928"/>
                <a:gd name="T46" fmla="*/ 2147483646 w 3927"/>
                <a:gd name="T47" fmla="*/ 2147483646 h 3928"/>
                <a:gd name="T48" fmla="*/ 2147483646 w 3927"/>
                <a:gd name="T49" fmla="*/ 2147483646 h 3928"/>
                <a:gd name="T50" fmla="*/ 2147483646 w 3927"/>
                <a:gd name="T51" fmla="*/ 2147483646 h 3928"/>
                <a:gd name="T52" fmla="*/ 2147483646 w 3927"/>
                <a:gd name="T53" fmla="*/ 2147483646 h 3928"/>
                <a:gd name="T54" fmla="*/ 0 w 3927"/>
                <a:gd name="T55" fmla="*/ 2147483646 h 3928"/>
                <a:gd name="T56" fmla="*/ 0 w 3927"/>
                <a:gd name="T57" fmla="*/ 2147483646 h 3928"/>
                <a:gd name="T58" fmla="*/ 2147483646 w 3927"/>
                <a:gd name="T59" fmla="*/ 885710611 h 3928"/>
                <a:gd name="T60" fmla="*/ 2147483646 w 3927"/>
                <a:gd name="T61" fmla="*/ 885710611 h 3928"/>
                <a:gd name="T62" fmla="*/ 2147483646 w 3927"/>
                <a:gd name="T63" fmla="*/ 2147483646 h 3928"/>
                <a:gd name="T64" fmla="*/ 2147483646 w 3927"/>
                <a:gd name="T65" fmla="*/ 2147483646 h 39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27" h="3928">
                  <a:moveTo>
                    <a:pt x="3857" y="672"/>
                  </a:moveTo>
                  <a:cubicBezTo>
                    <a:pt x="3675" y="852"/>
                    <a:pt x="3675" y="852"/>
                    <a:pt x="3675" y="852"/>
                  </a:cubicBezTo>
                  <a:cubicBezTo>
                    <a:pt x="3070" y="251"/>
                    <a:pt x="3070" y="251"/>
                    <a:pt x="3070" y="251"/>
                  </a:cubicBezTo>
                  <a:cubicBezTo>
                    <a:pt x="3252" y="70"/>
                    <a:pt x="3252" y="70"/>
                    <a:pt x="3252" y="70"/>
                  </a:cubicBezTo>
                  <a:cubicBezTo>
                    <a:pt x="3319" y="4"/>
                    <a:pt x="3424" y="0"/>
                    <a:pt x="3486" y="63"/>
                  </a:cubicBezTo>
                  <a:cubicBezTo>
                    <a:pt x="3864" y="438"/>
                    <a:pt x="3864" y="438"/>
                    <a:pt x="3864" y="438"/>
                  </a:cubicBezTo>
                  <a:cubicBezTo>
                    <a:pt x="3927" y="501"/>
                    <a:pt x="3924" y="605"/>
                    <a:pt x="3857" y="672"/>
                  </a:cubicBezTo>
                  <a:close/>
                  <a:moveTo>
                    <a:pt x="2252" y="2267"/>
                  </a:moveTo>
                  <a:cubicBezTo>
                    <a:pt x="1647" y="1665"/>
                    <a:pt x="1647" y="1665"/>
                    <a:pt x="1647" y="1665"/>
                  </a:cubicBezTo>
                  <a:cubicBezTo>
                    <a:pt x="2978" y="342"/>
                    <a:pt x="2978" y="342"/>
                    <a:pt x="2978" y="342"/>
                  </a:cubicBezTo>
                  <a:cubicBezTo>
                    <a:pt x="3583" y="944"/>
                    <a:pt x="3583" y="944"/>
                    <a:pt x="3583" y="944"/>
                  </a:cubicBezTo>
                  <a:lnTo>
                    <a:pt x="2252" y="2267"/>
                  </a:lnTo>
                  <a:close/>
                  <a:moveTo>
                    <a:pt x="2168" y="2350"/>
                  </a:moveTo>
                  <a:cubicBezTo>
                    <a:pt x="1321" y="2591"/>
                    <a:pt x="1321" y="2591"/>
                    <a:pt x="1321" y="2591"/>
                  </a:cubicBezTo>
                  <a:cubicBezTo>
                    <a:pt x="1563" y="1749"/>
                    <a:pt x="1563" y="1749"/>
                    <a:pt x="1563" y="1749"/>
                  </a:cubicBezTo>
                  <a:lnTo>
                    <a:pt x="2168" y="2350"/>
                  </a:lnTo>
                  <a:close/>
                  <a:moveTo>
                    <a:pt x="770" y="495"/>
                  </a:moveTo>
                  <a:cubicBezTo>
                    <a:pt x="561" y="495"/>
                    <a:pt x="392" y="665"/>
                    <a:pt x="392" y="874"/>
                  </a:cubicBezTo>
                  <a:cubicBezTo>
                    <a:pt x="392" y="3158"/>
                    <a:pt x="392" y="3158"/>
                    <a:pt x="392" y="3158"/>
                  </a:cubicBezTo>
                  <a:cubicBezTo>
                    <a:pt x="392" y="3367"/>
                    <a:pt x="561" y="3536"/>
                    <a:pt x="770" y="3536"/>
                  </a:cubicBezTo>
                  <a:cubicBezTo>
                    <a:pt x="3055" y="3536"/>
                    <a:pt x="3055" y="3536"/>
                    <a:pt x="3055" y="3536"/>
                  </a:cubicBezTo>
                  <a:cubicBezTo>
                    <a:pt x="3264" y="3536"/>
                    <a:pt x="3433" y="3367"/>
                    <a:pt x="3433" y="3158"/>
                  </a:cubicBezTo>
                  <a:cubicBezTo>
                    <a:pt x="3433" y="1657"/>
                    <a:pt x="3433" y="1657"/>
                    <a:pt x="3433" y="1657"/>
                  </a:cubicBezTo>
                  <a:cubicBezTo>
                    <a:pt x="3824" y="1278"/>
                    <a:pt x="3824" y="1278"/>
                    <a:pt x="3824" y="1278"/>
                  </a:cubicBezTo>
                  <a:cubicBezTo>
                    <a:pt x="3824" y="3297"/>
                    <a:pt x="3824" y="3297"/>
                    <a:pt x="3824" y="3297"/>
                  </a:cubicBezTo>
                  <a:cubicBezTo>
                    <a:pt x="3824" y="3645"/>
                    <a:pt x="3529" y="3928"/>
                    <a:pt x="3181" y="3928"/>
                  </a:cubicBezTo>
                  <a:cubicBezTo>
                    <a:pt x="631" y="3928"/>
                    <a:pt x="631" y="3928"/>
                    <a:pt x="631" y="3928"/>
                  </a:cubicBezTo>
                  <a:cubicBezTo>
                    <a:pt x="283" y="3928"/>
                    <a:pt x="0" y="3645"/>
                    <a:pt x="0" y="3297"/>
                  </a:cubicBezTo>
                  <a:cubicBezTo>
                    <a:pt x="0" y="773"/>
                    <a:pt x="0" y="773"/>
                    <a:pt x="0" y="773"/>
                  </a:cubicBezTo>
                  <a:cubicBezTo>
                    <a:pt x="0" y="425"/>
                    <a:pt x="283" y="103"/>
                    <a:pt x="631" y="103"/>
                  </a:cubicBezTo>
                  <a:cubicBezTo>
                    <a:pt x="2650" y="103"/>
                    <a:pt x="2650" y="103"/>
                    <a:pt x="2650" y="103"/>
                  </a:cubicBezTo>
                  <a:cubicBezTo>
                    <a:pt x="2271" y="495"/>
                    <a:pt x="2271" y="495"/>
                    <a:pt x="2271" y="495"/>
                  </a:cubicBezTo>
                  <a:lnTo>
                    <a:pt x="770" y="495"/>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grpSp>
        <p:nvGrpSpPr>
          <p:cNvPr id="30730" name="组合 34">
            <a:extLst>
              <a:ext uri="{FF2B5EF4-FFF2-40B4-BE49-F238E27FC236}">
                <a16:creationId xmlns:a16="http://schemas.microsoft.com/office/drawing/2014/main" id="{492B1B0C-54A0-48B6-8244-14E6AA1C2A67}"/>
              </a:ext>
            </a:extLst>
          </p:cNvPr>
          <p:cNvGrpSpPr>
            <a:grpSpLocks/>
          </p:cNvGrpSpPr>
          <p:nvPr/>
        </p:nvGrpSpPr>
        <p:grpSpPr bwMode="auto">
          <a:xfrm>
            <a:off x="1265238" y="2025650"/>
            <a:ext cx="1277937" cy="1277938"/>
            <a:chOff x="1131485" y="2234042"/>
            <a:chExt cx="1607262" cy="1607262"/>
          </a:xfrm>
        </p:grpSpPr>
        <p:sp>
          <p:nvSpPr>
            <p:cNvPr id="25" name="椭圆 24">
              <a:extLst>
                <a:ext uri="{FF2B5EF4-FFF2-40B4-BE49-F238E27FC236}">
                  <a16:creationId xmlns:a16="http://schemas.microsoft.com/office/drawing/2014/main" id="{BED3D30D-E044-4623-BCEF-B2D7E4420565}"/>
                </a:ext>
              </a:extLst>
            </p:cNvPr>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 name="椭圆 29">
              <a:extLst>
                <a:ext uri="{FF2B5EF4-FFF2-40B4-BE49-F238E27FC236}">
                  <a16:creationId xmlns:a16="http://schemas.microsoft.com/office/drawing/2014/main" id="{4BD57174-8158-4628-89E0-C6FBB915BAA9}"/>
                </a:ext>
              </a:extLst>
            </p:cNvPr>
            <p:cNvSpPr/>
            <p:nvPr/>
          </p:nvSpPr>
          <p:spPr>
            <a:xfrm>
              <a:off x="1241297" y="2343856"/>
              <a:ext cx="1387637" cy="138763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747" name="KSO_Shape">
              <a:extLst>
                <a:ext uri="{FF2B5EF4-FFF2-40B4-BE49-F238E27FC236}">
                  <a16:creationId xmlns:a16="http://schemas.microsoft.com/office/drawing/2014/main" id="{DC03C7F7-43BF-4D0E-8011-41FBD8B71D43}"/>
                </a:ext>
              </a:extLst>
            </p:cNvPr>
            <p:cNvSpPr>
              <a:spLocks noChangeArrowheads="1"/>
            </p:cNvSpPr>
            <p:nvPr/>
          </p:nvSpPr>
          <p:spPr bwMode="auto">
            <a:xfrm>
              <a:off x="1480150" y="2597150"/>
              <a:ext cx="909932" cy="881046"/>
            </a:xfrm>
            <a:custGeom>
              <a:avLst/>
              <a:gdLst>
                <a:gd name="T0" fmla="*/ 8644 w 8965002"/>
                <a:gd name="T1" fmla="*/ 3777 h 8673857"/>
                <a:gd name="T2" fmla="*/ 8892 w 8965002"/>
                <a:gd name="T3" fmla="*/ 3777 h 8673857"/>
                <a:gd name="T4" fmla="*/ 9300 w 8965002"/>
                <a:gd name="T5" fmla="*/ 4552 h 8673857"/>
                <a:gd name="T6" fmla="*/ 7282 w 8965002"/>
                <a:gd name="T7" fmla="*/ 7598 h 8673857"/>
                <a:gd name="T8" fmla="*/ 6806 w 8965002"/>
                <a:gd name="T9" fmla="*/ 7834 h 8673857"/>
                <a:gd name="T10" fmla="*/ 5621 w 8965002"/>
                <a:gd name="T11" fmla="*/ 7834 h 8673857"/>
                <a:gd name="T12" fmla="*/ 5621 w 8965002"/>
                <a:gd name="T13" fmla="*/ 8794 h 8673857"/>
                <a:gd name="T14" fmla="*/ 5463 w 8965002"/>
                <a:gd name="T15" fmla="*/ 9054 h 8673857"/>
                <a:gd name="T16" fmla="*/ 5318 w 8965002"/>
                <a:gd name="T17" fmla="*/ 9089 h 8673857"/>
                <a:gd name="T18" fmla="*/ 5134 w 8965002"/>
                <a:gd name="T19" fmla="*/ 9034 h 8673857"/>
                <a:gd name="T20" fmla="*/ 4211 w 8965002"/>
                <a:gd name="T21" fmla="*/ 8408 h 8673857"/>
                <a:gd name="T22" fmla="*/ 3308 w 8965002"/>
                <a:gd name="T23" fmla="*/ 9034 h 8673857"/>
                <a:gd name="T24" fmla="*/ 2978 w 8965002"/>
                <a:gd name="T25" fmla="*/ 9054 h 8673857"/>
                <a:gd name="T26" fmla="*/ 2809 w 8965002"/>
                <a:gd name="T27" fmla="*/ 8794 h 8673857"/>
                <a:gd name="T28" fmla="*/ 2809 w 8965002"/>
                <a:gd name="T29" fmla="*/ 6394 h 8673857"/>
                <a:gd name="T30" fmla="*/ 3316 w 8965002"/>
                <a:gd name="T31" fmla="*/ 5378 h 8673857"/>
                <a:gd name="T32" fmla="*/ 3477 w 8965002"/>
                <a:gd name="T33" fmla="*/ 5335 h 8673857"/>
                <a:gd name="T34" fmla="*/ 5950 w 8965002"/>
                <a:gd name="T35" fmla="*/ 5335 h 8673857"/>
                <a:gd name="T36" fmla="*/ 5613 w 8965002"/>
                <a:gd name="T37" fmla="*/ 6582 h 8673857"/>
                <a:gd name="T38" fmla="*/ 6512 w 8965002"/>
                <a:gd name="T39" fmla="*/ 6582 h 8673857"/>
                <a:gd name="T40" fmla="*/ 8644 w 8965002"/>
                <a:gd name="T41" fmla="*/ 3777 h 8673857"/>
                <a:gd name="T42" fmla="*/ 6389 w 8965002"/>
                <a:gd name="T43" fmla="*/ 0 h 8673857"/>
                <a:gd name="T44" fmla="*/ 8573 w 8965002"/>
                <a:gd name="T45" fmla="*/ 144 h 8673857"/>
                <a:gd name="T46" fmla="*/ 8969 w 8965002"/>
                <a:gd name="T47" fmla="*/ 927 h 8673857"/>
                <a:gd name="T48" fmla="*/ 6492 w 8965002"/>
                <a:gd name="T49" fmla="*/ 4165 h 8673857"/>
                <a:gd name="T50" fmla="*/ 6044 w 8965002"/>
                <a:gd name="T51" fmla="*/ 4378 h 8673857"/>
                <a:gd name="T52" fmla="*/ 2310 w 8965002"/>
                <a:gd name="T53" fmla="*/ 4378 h 8673857"/>
                <a:gd name="T54" fmla="*/ 1203 w 8965002"/>
                <a:gd name="T55" fmla="*/ 5739 h 8673857"/>
                <a:gd name="T56" fmla="*/ 1882 w 8965002"/>
                <a:gd name="T57" fmla="*/ 6522 h 8673857"/>
                <a:gd name="T58" fmla="*/ 2180 w 8965002"/>
                <a:gd name="T59" fmla="*/ 6581 h 8673857"/>
                <a:gd name="T60" fmla="*/ 2180 w 8965002"/>
                <a:gd name="T61" fmla="*/ 7833 h 8673857"/>
                <a:gd name="T62" fmla="*/ 56 w 8965002"/>
                <a:gd name="T63" fmla="*/ 5995 h 8673857"/>
                <a:gd name="T64" fmla="*/ 68 w 8965002"/>
                <a:gd name="T65" fmla="*/ 4956 h 8673857"/>
                <a:gd name="T66" fmla="*/ 2840 w 8965002"/>
                <a:gd name="T67" fmla="*/ 703 h 8673857"/>
                <a:gd name="T68" fmla="*/ 3676 w 8965002"/>
                <a:gd name="T69" fmla="*/ 239 h 8673857"/>
                <a:gd name="T70" fmla="*/ 6389 w 8965002"/>
                <a:gd name="T71" fmla="*/ 0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grpSp>
        <p:nvGrpSpPr>
          <p:cNvPr id="30731" name="组合 35">
            <a:extLst>
              <a:ext uri="{FF2B5EF4-FFF2-40B4-BE49-F238E27FC236}">
                <a16:creationId xmlns:a16="http://schemas.microsoft.com/office/drawing/2014/main" id="{957A3629-A2F7-4C41-92D4-114DBD859339}"/>
              </a:ext>
            </a:extLst>
          </p:cNvPr>
          <p:cNvGrpSpPr>
            <a:grpSpLocks/>
          </p:cNvGrpSpPr>
          <p:nvPr/>
        </p:nvGrpSpPr>
        <p:grpSpPr bwMode="auto">
          <a:xfrm>
            <a:off x="3343275" y="2025650"/>
            <a:ext cx="1277938" cy="1277938"/>
            <a:chOff x="3209823" y="2234042"/>
            <a:chExt cx="1607262" cy="1607262"/>
          </a:xfrm>
        </p:grpSpPr>
        <p:sp>
          <p:nvSpPr>
            <p:cNvPr id="26" name="椭圆 25">
              <a:extLst>
                <a:ext uri="{FF2B5EF4-FFF2-40B4-BE49-F238E27FC236}">
                  <a16:creationId xmlns:a16="http://schemas.microsoft.com/office/drawing/2014/main" id="{317FEA55-787B-4536-9D83-AA93045BB87C}"/>
                </a:ext>
              </a:extLst>
            </p:cNvPr>
            <p:cNvSpPr/>
            <p:nvPr/>
          </p:nvSpPr>
          <p:spPr>
            <a:xfrm>
              <a:off x="3209823"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1" name="椭圆 30">
              <a:extLst>
                <a:ext uri="{FF2B5EF4-FFF2-40B4-BE49-F238E27FC236}">
                  <a16:creationId xmlns:a16="http://schemas.microsoft.com/office/drawing/2014/main" id="{33E39D36-E925-4A2A-AD3D-85994EBDB2D8}"/>
                </a:ext>
              </a:extLst>
            </p:cNvPr>
            <p:cNvSpPr/>
            <p:nvPr/>
          </p:nvSpPr>
          <p:spPr>
            <a:xfrm>
              <a:off x="3319637" y="2343856"/>
              <a:ext cx="1387635" cy="138763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4" name="KSO_Shape">
              <a:extLst>
                <a:ext uri="{FF2B5EF4-FFF2-40B4-BE49-F238E27FC236}">
                  <a16:creationId xmlns:a16="http://schemas.microsoft.com/office/drawing/2014/main" id="{F2A93314-2BF6-4E49-BA98-A466112EAF37}"/>
                </a:ext>
              </a:extLst>
            </p:cNvPr>
            <p:cNvSpPr/>
            <p:nvPr/>
          </p:nvSpPr>
          <p:spPr bwMode="auto">
            <a:xfrm>
              <a:off x="3551242" y="2597423"/>
              <a:ext cx="924424" cy="880500"/>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30732" name="文本框 39">
            <a:extLst>
              <a:ext uri="{FF2B5EF4-FFF2-40B4-BE49-F238E27FC236}">
                <a16:creationId xmlns:a16="http://schemas.microsoft.com/office/drawing/2014/main" id="{0E2B63E3-5F2A-4DD7-9253-F33885408AC3}"/>
              </a:ext>
            </a:extLst>
          </p:cNvPr>
          <p:cNvSpPr txBox="1">
            <a:spLocks noChangeArrowheads="1"/>
          </p:cNvSpPr>
          <p:nvPr/>
        </p:nvSpPr>
        <p:spPr bwMode="auto">
          <a:xfrm>
            <a:off x="1268413" y="34163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第一部分</a:t>
            </a:r>
          </a:p>
        </p:txBody>
      </p:sp>
      <p:sp>
        <p:nvSpPr>
          <p:cNvPr id="30733" name="文本框 40">
            <a:extLst>
              <a:ext uri="{FF2B5EF4-FFF2-40B4-BE49-F238E27FC236}">
                <a16:creationId xmlns:a16="http://schemas.microsoft.com/office/drawing/2014/main" id="{F9C5B47A-E9C3-4741-BA34-F65E28E14EE3}"/>
              </a:ext>
            </a:extLst>
          </p:cNvPr>
          <p:cNvSpPr txBox="1">
            <a:spLocks noChangeArrowheads="1"/>
          </p:cNvSpPr>
          <p:nvPr/>
        </p:nvSpPr>
        <p:spPr bwMode="auto">
          <a:xfrm>
            <a:off x="3275013" y="34163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第二部分</a:t>
            </a:r>
          </a:p>
        </p:txBody>
      </p:sp>
      <p:sp>
        <p:nvSpPr>
          <p:cNvPr id="30734" name="文本框 41">
            <a:extLst>
              <a:ext uri="{FF2B5EF4-FFF2-40B4-BE49-F238E27FC236}">
                <a16:creationId xmlns:a16="http://schemas.microsoft.com/office/drawing/2014/main" id="{D14BB323-4EB0-4B6D-B40B-B0F554884D9C}"/>
              </a:ext>
            </a:extLst>
          </p:cNvPr>
          <p:cNvSpPr txBox="1">
            <a:spLocks noChangeArrowheads="1"/>
          </p:cNvSpPr>
          <p:nvPr/>
        </p:nvSpPr>
        <p:spPr bwMode="auto">
          <a:xfrm>
            <a:off x="5353050" y="34163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第三部分</a:t>
            </a:r>
          </a:p>
        </p:txBody>
      </p:sp>
      <p:sp>
        <p:nvSpPr>
          <p:cNvPr id="30735" name="文本框 42">
            <a:extLst>
              <a:ext uri="{FF2B5EF4-FFF2-40B4-BE49-F238E27FC236}">
                <a16:creationId xmlns:a16="http://schemas.microsoft.com/office/drawing/2014/main" id="{77D661C4-AE47-425E-A396-1BE67F9A81DD}"/>
              </a:ext>
            </a:extLst>
          </p:cNvPr>
          <p:cNvSpPr txBox="1">
            <a:spLocks noChangeArrowheads="1"/>
          </p:cNvSpPr>
          <p:nvPr/>
        </p:nvSpPr>
        <p:spPr bwMode="auto">
          <a:xfrm>
            <a:off x="7431088" y="34163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第四部分</a:t>
            </a:r>
          </a:p>
        </p:txBody>
      </p:sp>
      <p:sp>
        <p:nvSpPr>
          <p:cNvPr id="30736" name="文本框 43">
            <a:extLst>
              <a:ext uri="{FF2B5EF4-FFF2-40B4-BE49-F238E27FC236}">
                <a16:creationId xmlns:a16="http://schemas.microsoft.com/office/drawing/2014/main" id="{75B8ED8F-D9D6-4081-8C20-25F95F494EC6}"/>
              </a:ext>
            </a:extLst>
          </p:cNvPr>
          <p:cNvSpPr txBox="1">
            <a:spLocks noChangeArrowheads="1"/>
          </p:cNvSpPr>
          <p:nvPr/>
        </p:nvSpPr>
        <p:spPr bwMode="auto">
          <a:xfrm>
            <a:off x="9510713" y="34163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b="1">
                <a:solidFill>
                  <a:srgbClr val="4B649F"/>
                </a:solidFill>
              </a:rPr>
              <a:t>第五部分</a:t>
            </a:r>
          </a:p>
        </p:txBody>
      </p:sp>
      <p:sp>
        <p:nvSpPr>
          <p:cNvPr id="30737" name="文本框 44">
            <a:extLst>
              <a:ext uri="{FF2B5EF4-FFF2-40B4-BE49-F238E27FC236}">
                <a16:creationId xmlns:a16="http://schemas.microsoft.com/office/drawing/2014/main" id="{65095C4C-60FF-4773-BEA5-451032395045}"/>
              </a:ext>
            </a:extLst>
          </p:cNvPr>
          <p:cNvSpPr txBox="1">
            <a:spLocks noChangeArrowheads="1"/>
          </p:cNvSpPr>
          <p:nvPr/>
        </p:nvSpPr>
        <p:spPr bwMode="auto">
          <a:xfrm>
            <a:off x="1054100" y="3852863"/>
            <a:ext cx="17462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000" b="1">
                <a:solidFill>
                  <a:srgbClr val="404040"/>
                </a:solidFill>
              </a:rPr>
              <a:t>添加论文内容第一部分标题</a:t>
            </a:r>
          </a:p>
        </p:txBody>
      </p:sp>
      <p:sp>
        <p:nvSpPr>
          <p:cNvPr id="30738" name="文本框 45">
            <a:extLst>
              <a:ext uri="{FF2B5EF4-FFF2-40B4-BE49-F238E27FC236}">
                <a16:creationId xmlns:a16="http://schemas.microsoft.com/office/drawing/2014/main" id="{20FDA08A-0840-47AF-AB38-4B62C408EF37}"/>
              </a:ext>
            </a:extLst>
          </p:cNvPr>
          <p:cNvSpPr txBox="1">
            <a:spLocks noChangeArrowheads="1"/>
          </p:cNvSpPr>
          <p:nvPr/>
        </p:nvSpPr>
        <p:spPr bwMode="auto">
          <a:xfrm>
            <a:off x="3074988" y="3852863"/>
            <a:ext cx="1814512"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000" b="1">
                <a:solidFill>
                  <a:srgbClr val="404040"/>
                </a:solidFill>
              </a:rPr>
              <a:t>添加论文内容第二部分标题</a:t>
            </a:r>
          </a:p>
        </p:txBody>
      </p:sp>
      <p:sp>
        <p:nvSpPr>
          <p:cNvPr id="30739" name="文本框 46">
            <a:extLst>
              <a:ext uri="{FF2B5EF4-FFF2-40B4-BE49-F238E27FC236}">
                <a16:creationId xmlns:a16="http://schemas.microsoft.com/office/drawing/2014/main" id="{A47CA162-5742-48BA-B3F6-216D915E0C98}"/>
              </a:ext>
            </a:extLst>
          </p:cNvPr>
          <p:cNvSpPr txBox="1">
            <a:spLocks noChangeArrowheads="1"/>
          </p:cNvSpPr>
          <p:nvPr/>
        </p:nvSpPr>
        <p:spPr bwMode="auto">
          <a:xfrm>
            <a:off x="5165725" y="3852863"/>
            <a:ext cx="1811338"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000" b="1">
                <a:solidFill>
                  <a:srgbClr val="404040"/>
                </a:solidFill>
              </a:rPr>
              <a:t>添加论文内容第三部分标题</a:t>
            </a:r>
          </a:p>
        </p:txBody>
      </p:sp>
      <p:sp>
        <p:nvSpPr>
          <p:cNvPr id="30740" name="文本框 47">
            <a:extLst>
              <a:ext uri="{FF2B5EF4-FFF2-40B4-BE49-F238E27FC236}">
                <a16:creationId xmlns:a16="http://schemas.microsoft.com/office/drawing/2014/main" id="{698EC0E6-6DDC-4C7A-B2C7-979CF44A6DFF}"/>
              </a:ext>
            </a:extLst>
          </p:cNvPr>
          <p:cNvSpPr txBox="1">
            <a:spLocks noChangeArrowheads="1"/>
          </p:cNvSpPr>
          <p:nvPr/>
        </p:nvSpPr>
        <p:spPr bwMode="auto">
          <a:xfrm>
            <a:off x="7175500" y="3852863"/>
            <a:ext cx="19272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000" b="1">
                <a:solidFill>
                  <a:srgbClr val="404040"/>
                </a:solidFill>
              </a:rPr>
              <a:t>添加论文内容第四部分标题</a:t>
            </a:r>
          </a:p>
        </p:txBody>
      </p:sp>
      <p:sp>
        <p:nvSpPr>
          <p:cNvPr id="30741" name="文本框 48">
            <a:extLst>
              <a:ext uri="{FF2B5EF4-FFF2-40B4-BE49-F238E27FC236}">
                <a16:creationId xmlns:a16="http://schemas.microsoft.com/office/drawing/2014/main" id="{F81697BF-EDA2-41B5-8D32-67D2D7E95483}"/>
              </a:ext>
            </a:extLst>
          </p:cNvPr>
          <p:cNvSpPr txBox="1">
            <a:spLocks noChangeArrowheads="1"/>
          </p:cNvSpPr>
          <p:nvPr/>
        </p:nvSpPr>
        <p:spPr bwMode="auto">
          <a:xfrm>
            <a:off x="9301163" y="3852863"/>
            <a:ext cx="1909762"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2000" b="1">
                <a:solidFill>
                  <a:srgbClr val="404040"/>
                </a:solidFill>
              </a:rPr>
              <a:t>添加论文内容第五部分标题</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C7D8824-526C-4369-BD94-F88DF4938B6E}"/>
              </a:ext>
            </a:extLst>
          </p:cNvPr>
          <p:cNvSpPr/>
          <p:nvPr/>
        </p:nvSpPr>
        <p:spPr>
          <a:xfrm>
            <a:off x="0" y="2540000"/>
            <a:ext cx="5619750" cy="19653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1747" name="文本框 2">
            <a:extLst>
              <a:ext uri="{FF2B5EF4-FFF2-40B4-BE49-F238E27FC236}">
                <a16:creationId xmlns:a16="http://schemas.microsoft.com/office/drawing/2014/main" id="{3FA8B08D-2570-4A5F-9B4D-F4088648FD3A}"/>
              </a:ext>
            </a:extLst>
          </p:cNvPr>
          <p:cNvSpPr txBox="1">
            <a:spLocks noChangeArrowheads="1"/>
          </p:cNvSpPr>
          <p:nvPr/>
        </p:nvSpPr>
        <p:spPr bwMode="auto">
          <a:xfrm>
            <a:off x="5854700" y="2292350"/>
            <a:ext cx="5708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3600" b="1">
                <a:solidFill>
                  <a:srgbClr val="4B649F"/>
                </a:solidFill>
              </a:rPr>
              <a:t>添加论文内容第一部分标题</a:t>
            </a:r>
          </a:p>
        </p:txBody>
      </p:sp>
      <p:sp>
        <p:nvSpPr>
          <p:cNvPr id="31748" name="文本框 4">
            <a:extLst>
              <a:ext uri="{FF2B5EF4-FFF2-40B4-BE49-F238E27FC236}">
                <a16:creationId xmlns:a16="http://schemas.microsoft.com/office/drawing/2014/main" id="{F01DD6F0-69AB-42C5-8E2D-162B3D5815B6}"/>
              </a:ext>
            </a:extLst>
          </p:cNvPr>
          <p:cNvSpPr txBox="1">
            <a:spLocks noChangeArrowheads="1"/>
          </p:cNvSpPr>
          <p:nvPr/>
        </p:nvSpPr>
        <p:spPr bwMode="auto">
          <a:xfrm>
            <a:off x="5854700" y="3216275"/>
            <a:ext cx="570865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1800">
                <a:solidFill>
                  <a:srgbClr val="808080"/>
                </a:solidFill>
              </a:rPr>
              <a:t>培养学生综合运用、巩固与扩展所学的基础理论和专业知识，培养学生独立分析、解决实际问题能力、培养学生处理数据和信息的能力。</a:t>
            </a:r>
          </a:p>
        </p:txBody>
      </p:sp>
      <p:grpSp>
        <p:nvGrpSpPr>
          <p:cNvPr id="31749" name="组合 5">
            <a:extLst>
              <a:ext uri="{FF2B5EF4-FFF2-40B4-BE49-F238E27FC236}">
                <a16:creationId xmlns:a16="http://schemas.microsoft.com/office/drawing/2014/main" id="{3947E492-5AA0-4048-9727-8AEF855E87BD}"/>
              </a:ext>
            </a:extLst>
          </p:cNvPr>
          <p:cNvGrpSpPr>
            <a:grpSpLocks/>
          </p:cNvGrpSpPr>
          <p:nvPr/>
        </p:nvGrpSpPr>
        <p:grpSpPr bwMode="auto">
          <a:xfrm>
            <a:off x="1519238" y="2232025"/>
            <a:ext cx="2581275" cy="2582863"/>
            <a:chOff x="1131485" y="2234042"/>
            <a:chExt cx="1607262" cy="1607262"/>
          </a:xfrm>
        </p:grpSpPr>
        <p:sp>
          <p:nvSpPr>
            <p:cNvPr id="7" name="椭圆 6">
              <a:extLst>
                <a:ext uri="{FF2B5EF4-FFF2-40B4-BE49-F238E27FC236}">
                  <a16:creationId xmlns:a16="http://schemas.microsoft.com/office/drawing/2014/main" id="{F71710E6-F7C9-4471-922E-9483B258BDAE}"/>
                </a:ext>
              </a:extLst>
            </p:cNvPr>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484011A1-BA5A-4C44-8EF6-9FFD42E5E36D}"/>
                </a:ext>
              </a:extLst>
            </p:cNvPr>
            <p:cNvSpPr/>
            <p:nvPr/>
          </p:nvSpPr>
          <p:spPr>
            <a:xfrm>
              <a:off x="1241206" y="2343696"/>
              <a:ext cx="1387820" cy="138795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1754" name="KSO_Shape">
              <a:extLst>
                <a:ext uri="{FF2B5EF4-FFF2-40B4-BE49-F238E27FC236}">
                  <a16:creationId xmlns:a16="http://schemas.microsoft.com/office/drawing/2014/main" id="{308F2DF7-DD34-403E-BEED-0BA5FB54918A}"/>
                </a:ext>
              </a:extLst>
            </p:cNvPr>
            <p:cNvSpPr>
              <a:spLocks noChangeArrowheads="1"/>
            </p:cNvSpPr>
            <p:nvPr/>
          </p:nvSpPr>
          <p:spPr bwMode="auto">
            <a:xfrm>
              <a:off x="1480150" y="2597150"/>
              <a:ext cx="909932" cy="881046"/>
            </a:xfrm>
            <a:custGeom>
              <a:avLst/>
              <a:gdLst>
                <a:gd name="T0" fmla="*/ 8644 w 8965002"/>
                <a:gd name="T1" fmla="*/ 3777 h 8673857"/>
                <a:gd name="T2" fmla="*/ 8892 w 8965002"/>
                <a:gd name="T3" fmla="*/ 3777 h 8673857"/>
                <a:gd name="T4" fmla="*/ 9300 w 8965002"/>
                <a:gd name="T5" fmla="*/ 4552 h 8673857"/>
                <a:gd name="T6" fmla="*/ 7282 w 8965002"/>
                <a:gd name="T7" fmla="*/ 7598 h 8673857"/>
                <a:gd name="T8" fmla="*/ 6806 w 8965002"/>
                <a:gd name="T9" fmla="*/ 7834 h 8673857"/>
                <a:gd name="T10" fmla="*/ 5621 w 8965002"/>
                <a:gd name="T11" fmla="*/ 7834 h 8673857"/>
                <a:gd name="T12" fmla="*/ 5621 w 8965002"/>
                <a:gd name="T13" fmla="*/ 8794 h 8673857"/>
                <a:gd name="T14" fmla="*/ 5463 w 8965002"/>
                <a:gd name="T15" fmla="*/ 9054 h 8673857"/>
                <a:gd name="T16" fmla="*/ 5318 w 8965002"/>
                <a:gd name="T17" fmla="*/ 9089 h 8673857"/>
                <a:gd name="T18" fmla="*/ 5134 w 8965002"/>
                <a:gd name="T19" fmla="*/ 9034 h 8673857"/>
                <a:gd name="T20" fmla="*/ 4211 w 8965002"/>
                <a:gd name="T21" fmla="*/ 8408 h 8673857"/>
                <a:gd name="T22" fmla="*/ 3308 w 8965002"/>
                <a:gd name="T23" fmla="*/ 9034 h 8673857"/>
                <a:gd name="T24" fmla="*/ 2978 w 8965002"/>
                <a:gd name="T25" fmla="*/ 9054 h 8673857"/>
                <a:gd name="T26" fmla="*/ 2809 w 8965002"/>
                <a:gd name="T27" fmla="*/ 8794 h 8673857"/>
                <a:gd name="T28" fmla="*/ 2809 w 8965002"/>
                <a:gd name="T29" fmla="*/ 6394 h 8673857"/>
                <a:gd name="T30" fmla="*/ 3316 w 8965002"/>
                <a:gd name="T31" fmla="*/ 5378 h 8673857"/>
                <a:gd name="T32" fmla="*/ 3477 w 8965002"/>
                <a:gd name="T33" fmla="*/ 5335 h 8673857"/>
                <a:gd name="T34" fmla="*/ 5950 w 8965002"/>
                <a:gd name="T35" fmla="*/ 5335 h 8673857"/>
                <a:gd name="T36" fmla="*/ 5613 w 8965002"/>
                <a:gd name="T37" fmla="*/ 6582 h 8673857"/>
                <a:gd name="T38" fmla="*/ 6512 w 8965002"/>
                <a:gd name="T39" fmla="*/ 6582 h 8673857"/>
                <a:gd name="T40" fmla="*/ 8644 w 8965002"/>
                <a:gd name="T41" fmla="*/ 3777 h 8673857"/>
                <a:gd name="T42" fmla="*/ 6389 w 8965002"/>
                <a:gd name="T43" fmla="*/ 0 h 8673857"/>
                <a:gd name="T44" fmla="*/ 8573 w 8965002"/>
                <a:gd name="T45" fmla="*/ 144 h 8673857"/>
                <a:gd name="T46" fmla="*/ 8969 w 8965002"/>
                <a:gd name="T47" fmla="*/ 927 h 8673857"/>
                <a:gd name="T48" fmla="*/ 6492 w 8965002"/>
                <a:gd name="T49" fmla="*/ 4165 h 8673857"/>
                <a:gd name="T50" fmla="*/ 6044 w 8965002"/>
                <a:gd name="T51" fmla="*/ 4378 h 8673857"/>
                <a:gd name="T52" fmla="*/ 2310 w 8965002"/>
                <a:gd name="T53" fmla="*/ 4378 h 8673857"/>
                <a:gd name="T54" fmla="*/ 1203 w 8965002"/>
                <a:gd name="T55" fmla="*/ 5739 h 8673857"/>
                <a:gd name="T56" fmla="*/ 1882 w 8965002"/>
                <a:gd name="T57" fmla="*/ 6522 h 8673857"/>
                <a:gd name="T58" fmla="*/ 2180 w 8965002"/>
                <a:gd name="T59" fmla="*/ 6581 h 8673857"/>
                <a:gd name="T60" fmla="*/ 2180 w 8965002"/>
                <a:gd name="T61" fmla="*/ 7833 h 8673857"/>
                <a:gd name="T62" fmla="*/ 56 w 8965002"/>
                <a:gd name="T63" fmla="*/ 5995 h 8673857"/>
                <a:gd name="T64" fmla="*/ 68 w 8965002"/>
                <a:gd name="T65" fmla="*/ 4956 h 8673857"/>
                <a:gd name="T66" fmla="*/ 2840 w 8965002"/>
                <a:gd name="T67" fmla="*/ 703 h 8673857"/>
                <a:gd name="T68" fmla="*/ 3676 w 8965002"/>
                <a:gd name="T69" fmla="*/ 239 h 8673857"/>
                <a:gd name="T70" fmla="*/ 6389 w 8965002"/>
                <a:gd name="T71" fmla="*/ 0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pic>
        <p:nvPicPr>
          <p:cNvPr id="31750" name="图片 9">
            <a:extLst>
              <a:ext uri="{FF2B5EF4-FFF2-40B4-BE49-F238E27FC236}">
                <a16:creationId xmlns:a16="http://schemas.microsoft.com/office/drawing/2014/main" id="{6D7878E4-4D9A-49D7-93AC-72BB75210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图片 10">
            <a:extLst>
              <a:ext uri="{FF2B5EF4-FFF2-40B4-BE49-F238E27FC236}">
                <a16:creationId xmlns:a16="http://schemas.microsoft.com/office/drawing/2014/main" id="{A16C41D2-4ABD-40C3-A8E2-120BBEA519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7878763"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KSO_Shape">
            <a:extLst>
              <a:ext uri="{FF2B5EF4-FFF2-40B4-BE49-F238E27FC236}">
                <a16:creationId xmlns:a16="http://schemas.microsoft.com/office/drawing/2014/main" id="{767D44AF-A5B9-47F8-A3E2-7F1D78BC9709}"/>
              </a:ext>
            </a:extLst>
          </p:cNvPr>
          <p:cNvSpPr>
            <a:spLocks noChangeArrowheads="1"/>
          </p:cNvSpPr>
          <p:nvPr/>
        </p:nvSpPr>
        <p:spPr bwMode="auto">
          <a:xfrm>
            <a:off x="6019800" y="2605088"/>
            <a:ext cx="3254375" cy="3205162"/>
          </a:xfrm>
          <a:custGeom>
            <a:avLst/>
            <a:gdLst>
              <a:gd name="T0" fmla="*/ 2886072 w 2443615"/>
              <a:gd name="T1" fmla="*/ 1047069 h 2406492"/>
              <a:gd name="T2" fmla="*/ 1044000 w 2443615"/>
              <a:gd name="T3" fmla="*/ 2889531 h 2406492"/>
              <a:gd name="T4" fmla="*/ 2886072 w 2443615"/>
              <a:gd name="T5" fmla="*/ 4731994 h 2406492"/>
              <a:gd name="T6" fmla="*/ 4728144 w 2443615"/>
              <a:gd name="T7" fmla="*/ 2889531 h 2406492"/>
              <a:gd name="T8" fmla="*/ 2886072 w 2443615"/>
              <a:gd name="T9" fmla="*/ 1047069 h 2406492"/>
              <a:gd name="T10" fmla="*/ 2649716 w 2443615"/>
              <a:gd name="T11" fmla="*/ 0 h 2406492"/>
              <a:gd name="T12" fmla="*/ 3122430 w 2443615"/>
              <a:gd name="T13" fmla="*/ 0 h 2406492"/>
              <a:gd name="T14" fmla="*/ 3225168 w 2443615"/>
              <a:gd name="T15" fmla="*/ 582867 h 2406492"/>
              <a:gd name="T16" fmla="*/ 4108696 w 2443615"/>
              <a:gd name="T17" fmla="*/ 904510 h 2406492"/>
              <a:gd name="T18" fmla="*/ 4561977 w 2443615"/>
              <a:gd name="T19" fmla="*/ 524063 h 2406492"/>
              <a:gd name="T20" fmla="*/ 4924094 w 2443615"/>
              <a:gd name="T21" fmla="*/ 827984 h 2406492"/>
              <a:gd name="T22" fmla="*/ 4628216 w 2443615"/>
              <a:gd name="T23" fmla="*/ 1340535 h 2406492"/>
              <a:gd name="T24" fmla="*/ 5098328 w 2443615"/>
              <a:gd name="T25" fmla="*/ 2154968 h 2406492"/>
              <a:gd name="T26" fmla="*/ 5690060 w 2443615"/>
              <a:gd name="T27" fmla="*/ 2154955 h 2406492"/>
              <a:gd name="T28" fmla="*/ 5772145 w 2443615"/>
              <a:gd name="T29" fmla="*/ 2620586 h 2406492"/>
              <a:gd name="T30" fmla="*/ 5216096 w 2443615"/>
              <a:gd name="T31" fmla="*/ 2822997 h 2406492"/>
              <a:gd name="T32" fmla="*/ 5052827 w 2443615"/>
              <a:gd name="T33" fmla="*/ 3749138 h 2406492"/>
              <a:gd name="T34" fmla="*/ 5506129 w 2443615"/>
              <a:gd name="T35" fmla="*/ 4129566 h 2406492"/>
              <a:gd name="T36" fmla="*/ 5269774 w 2443615"/>
              <a:gd name="T37" fmla="*/ 4539036 h 2406492"/>
              <a:gd name="T38" fmla="*/ 4713734 w 2443615"/>
              <a:gd name="T39" fmla="*/ 4336594 h 2406492"/>
              <a:gd name="T40" fmla="*/ 3993477 w 2443615"/>
              <a:gd name="T41" fmla="*/ 4941088 h 2406492"/>
              <a:gd name="T42" fmla="*/ 4096247 w 2443615"/>
              <a:gd name="T43" fmla="*/ 5523950 h 2406492"/>
              <a:gd name="T44" fmla="*/ 3652040 w 2443615"/>
              <a:gd name="T45" fmla="*/ 5685663 h 2406492"/>
              <a:gd name="T46" fmla="*/ 3356185 w 2443615"/>
              <a:gd name="T47" fmla="*/ 5173094 h 2406492"/>
              <a:gd name="T48" fmla="*/ 2415956 w 2443615"/>
              <a:gd name="T49" fmla="*/ 5173094 h 2406492"/>
              <a:gd name="T50" fmla="*/ 2120107 w 2443615"/>
              <a:gd name="T51" fmla="*/ 5685663 h 2406492"/>
              <a:gd name="T52" fmla="*/ 1675900 w 2443615"/>
              <a:gd name="T53" fmla="*/ 5523950 h 2406492"/>
              <a:gd name="T54" fmla="*/ 1778670 w 2443615"/>
              <a:gd name="T55" fmla="*/ 4941088 h 2406492"/>
              <a:gd name="T56" fmla="*/ 1058415 w 2443615"/>
              <a:gd name="T57" fmla="*/ 4336594 h 2406492"/>
              <a:gd name="T58" fmla="*/ 502374 w 2443615"/>
              <a:gd name="T59" fmla="*/ 4539036 h 2406492"/>
              <a:gd name="T60" fmla="*/ 266016 w 2443615"/>
              <a:gd name="T61" fmla="*/ 4129566 h 2406492"/>
              <a:gd name="T62" fmla="*/ 719317 w 2443615"/>
              <a:gd name="T63" fmla="*/ 3749138 h 2406492"/>
              <a:gd name="T64" fmla="*/ 556049 w 2443615"/>
              <a:gd name="T65" fmla="*/ 2822997 h 2406492"/>
              <a:gd name="T66" fmla="*/ 0 w 2443615"/>
              <a:gd name="T67" fmla="*/ 2620586 h 2406492"/>
              <a:gd name="T68" fmla="*/ 82085 w 2443615"/>
              <a:gd name="T69" fmla="*/ 2154955 h 2406492"/>
              <a:gd name="T70" fmla="*/ 673816 w 2443615"/>
              <a:gd name="T71" fmla="*/ 2154968 h 2406492"/>
              <a:gd name="T72" fmla="*/ 1143929 w 2443615"/>
              <a:gd name="T73" fmla="*/ 1340535 h 2406492"/>
              <a:gd name="T74" fmla="*/ 848051 w 2443615"/>
              <a:gd name="T75" fmla="*/ 827984 h 2406492"/>
              <a:gd name="T76" fmla="*/ 1210171 w 2443615"/>
              <a:gd name="T77" fmla="*/ 524063 h 2406492"/>
              <a:gd name="T78" fmla="*/ 1663453 w 2443615"/>
              <a:gd name="T79" fmla="*/ 904510 h 2406492"/>
              <a:gd name="T80" fmla="*/ 2546976 w 2443615"/>
              <a:gd name="T81" fmla="*/ 582867 h 2406492"/>
              <a:gd name="T82" fmla="*/ 2649716 w 2443615"/>
              <a:gd name="T83" fmla="*/ 0 h 240649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lIns="501445" tIns="575655" rIns="501445" bIns="614746" anchor="ctr"/>
          <a:lstStyle/>
          <a:p>
            <a:endParaRPr lang="zh-CN" altLang="en-US"/>
          </a:p>
        </p:txBody>
      </p:sp>
      <p:sp>
        <p:nvSpPr>
          <p:cNvPr id="32771" name="KSO_Shape">
            <a:extLst>
              <a:ext uri="{FF2B5EF4-FFF2-40B4-BE49-F238E27FC236}">
                <a16:creationId xmlns:a16="http://schemas.microsoft.com/office/drawing/2014/main" id="{651B5D4A-AB94-41E7-82AA-BEBB401D1E2E}"/>
              </a:ext>
            </a:extLst>
          </p:cNvPr>
          <p:cNvSpPr>
            <a:spLocks noChangeArrowheads="1"/>
          </p:cNvSpPr>
          <p:nvPr/>
        </p:nvSpPr>
        <p:spPr bwMode="auto">
          <a:xfrm>
            <a:off x="4267200" y="1751013"/>
            <a:ext cx="2206625" cy="2173287"/>
          </a:xfrm>
          <a:custGeom>
            <a:avLst/>
            <a:gdLst>
              <a:gd name="T0" fmla="*/ 899684 w 2443615"/>
              <a:gd name="T1" fmla="*/ 326419 h 2406492"/>
              <a:gd name="T2" fmla="*/ 325449 w 2443615"/>
              <a:gd name="T3" fmla="*/ 900800 h 2406492"/>
              <a:gd name="T4" fmla="*/ 899684 w 2443615"/>
              <a:gd name="T5" fmla="*/ 1475181 h 2406492"/>
              <a:gd name="T6" fmla="*/ 1473918 w 2443615"/>
              <a:gd name="T7" fmla="*/ 900800 h 2406492"/>
              <a:gd name="T8" fmla="*/ 899684 w 2443615"/>
              <a:gd name="T9" fmla="*/ 326419 h 2406492"/>
              <a:gd name="T10" fmla="*/ 826004 w 2443615"/>
              <a:gd name="T11" fmla="*/ 0 h 2406492"/>
              <a:gd name="T12" fmla="*/ 973364 w 2443615"/>
              <a:gd name="T13" fmla="*/ 0 h 2406492"/>
              <a:gd name="T14" fmla="*/ 1005392 w 2443615"/>
              <a:gd name="T15" fmla="*/ 181707 h 2406492"/>
              <a:gd name="T16" fmla="*/ 1280816 w 2443615"/>
              <a:gd name="T17" fmla="*/ 281978 h 2406492"/>
              <a:gd name="T18" fmla="*/ 1422119 w 2443615"/>
              <a:gd name="T19" fmla="*/ 163375 h 2406492"/>
              <a:gd name="T20" fmla="*/ 1535003 w 2443615"/>
              <a:gd name="T21" fmla="*/ 258120 h 2406492"/>
              <a:gd name="T22" fmla="*/ 1442768 w 2443615"/>
              <a:gd name="T23" fmla="*/ 417906 h 2406492"/>
              <a:gd name="T24" fmla="*/ 1589317 w 2443615"/>
              <a:gd name="T25" fmla="*/ 671804 h 2406492"/>
              <a:gd name="T26" fmla="*/ 1773779 w 2443615"/>
              <a:gd name="T27" fmla="*/ 671799 h 2406492"/>
              <a:gd name="T28" fmla="*/ 1799368 w 2443615"/>
              <a:gd name="T29" fmla="*/ 816957 h 2406492"/>
              <a:gd name="T30" fmla="*/ 1626030 w 2443615"/>
              <a:gd name="T31" fmla="*/ 880059 h 2406492"/>
              <a:gd name="T32" fmla="*/ 1575133 w 2443615"/>
              <a:gd name="T33" fmla="*/ 1168780 h 2406492"/>
              <a:gd name="T34" fmla="*/ 1716442 w 2443615"/>
              <a:gd name="T35" fmla="*/ 1287376 h 2406492"/>
              <a:gd name="T36" fmla="*/ 1642762 w 2443615"/>
              <a:gd name="T37" fmla="*/ 1415027 h 2406492"/>
              <a:gd name="T38" fmla="*/ 1469427 w 2443615"/>
              <a:gd name="T39" fmla="*/ 1351917 h 2406492"/>
              <a:gd name="T40" fmla="*/ 1244899 w 2443615"/>
              <a:gd name="T41" fmla="*/ 1540366 h 2406492"/>
              <a:gd name="T42" fmla="*/ 1276935 w 2443615"/>
              <a:gd name="T43" fmla="*/ 1722071 h 2406492"/>
              <a:gd name="T44" fmla="*/ 1138461 w 2443615"/>
              <a:gd name="T45" fmla="*/ 1772484 h 2406492"/>
              <a:gd name="T46" fmla="*/ 1046233 w 2443615"/>
              <a:gd name="T47" fmla="*/ 1612693 h 2406492"/>
              <a:gd name="T48" fmla="*/ 753134 w 2443615"/>
              <a:gd name="T49" fmla="*/ 1612693 h 2406492"/>
              <a:gd name="T50" fmla="*/ 660908 w 2443615"/>
              <a:gd name="T51" fmla="*/ 1772484 h 2406492"/>
              <a:gd name="T52" fmla="*/ 522434 w 2443615"/>
              <a:gd name="T53" fmla="*/ 1722071 h 2406492"/>
              <a:gd name="T54" fmla="*/ 554470 w 2443615"/>
              <a:gd name="T55" fmla="*/ 1540366 h 2406492"/>
              <a:gd name="T56" fmla="*/ 329943 w 2443615"/>
              <a:gd name="T57" fmla="*/ 1351917 h 2406492"/>
              <a:gd name="T58" fmla="*/ 156607 w 2443615"/>
              <a:gd name="T59" fmla="*/ 1415027 h 2406492"/>
              <a:gd name="T60" fmla="*/ 82926 w 2443615"/>
              <a:gd name="T61" fmla="*/ 1287376 h 2406492"/>
              <a:gd name="T62" fmla="*/ 224235 w 2443615"/>
              <a:gd name="T63" fmla="*/ 1168780 h 2406492"/>
              <a:gd name="T64" fmla="*/ 173339 w 2443615"/>
              <a:gd name="T65" fmla="*/ 880059 h 2406492"/>
              <a:gd name="T66" fmla="*/ 0 w 2443615"/>
              <a:gd name="T67" fmla="*/ 816957 h 2406492"/>
              <a:gd name="T68" fmla="*/ 25589 w 2443615"/>
              <a:gd name="T69" fmla="*/ 671799 h 2406492"/>
              <a:gd name="T70" fmla="*/ 210051 w 2443615"/>
              <a:gd name="T71" fmla="*/ 671804 h 2406492"/>
              <a:gd name="T72" fmla="*/ 356600 w 2443615"/>
              <a:gd name="T73" fmla="*/ 417906 h 2406492"/>
              <a:gd name="T74" fmla="*/ 264365 w 2443615"/>
              <a:gd name="T75" fmla="*/ 258120 h 2406492"/>
              <a:gd name="T76" fmla="*/ 377250 w 2443615"/>
              <a:gd name="T77" fmla="*/ 163375 h 2406492"/>
              <a:gd name="T78" fmla="*/ 518553 w 2443615"/>
              <a:gd name="T79" fmla="*/ 281978 h 2406492"/>
              <a:gd name="T80" fmla="*/ 793976 w 2443615"/>
              <a:gd name="T81" fmla="*/ 181707 h 2406492"/>
              <a:gd name="T82" fmla="*/ 826004 w 2443615"/>
              <a:gd name="T83" fmla="*/ 0 h 240649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lIns="501445" tIns="575655" rIns="501445" bIns="614746" anchor="ctr"/>
          <a:lstStyle/>
          <a:p>
            <a:endParaRPr lang="zh-CN" altLang="en-US"/>
          </a:p>
        </p:txBody>
      </p:sp>
      <p:sp>
        <p:nvSpPr>
          <p:cNvPr id="32772" name="KSO_Shape">
            <a:extLst>
              <a:ext uri="{FF2B5EF4-FFF2-40B4-BE49-F238E27FC236}">
                <a16:creationId xmlns:a16="http://schemas.microsoft.com/office/drawing/2014/main" id="{1EADE6DB-300E-4A35-97B7-D5F15049A311}"/>
              </a:ext>
            </a:extLst>
          </p:cNvPr>
          <p:cNvSpPr>
            <a:spLocks noChangeArrowheads="1"/>
          </p:cNvSpPr>
          <p:nvPr/>
        </p:nvSpPr>
        <p:spPr bwMode="auto">
          <a:xfrm>
            <a:off x="3227388" y="3636963"/>
            <a:ext cx="1627187" cy="1601787"/>
          </a:xfrm>
          <a:custGeom>
            <a:avLst/>
            <a:gdLst>
              <a:gd name="T0" fmla="*/ 360758 w 2443615"/>
              <a:gd name="T1" fmla="*/ 130689 h 2406492"/>
              <a:gd name="T2" fmla="*/ 130500 w 2443615"/>
              <a:gd name="T3" fmla="*/ 360655 h 2406492"/>
              <a:gd name="T4" fmla="*/ 360758 w 2443615"/>
              <a:gd name="T5" fmla="*/ 590620 h 2406492"/>
              <a:gd name="T6" fmla="*/ 591017 w 2443615"/>
              <a:gd name="T7" fmla="*/ 360655 h 2406492"/>
              <a:gd name="T8" fmla="*/ 360758 w 2443615"/>
              <a:gd name="T9" fmla="*/ 130689 h 2406492"/>
              <a:gd name="T10" fmla="*/ 331214 w 2443615"/>
              <a:gd name="T11" fmla="*/ 0 h 2406492"/>
              <a:gd name="T12" fmla="*/ 390303 w 2443615"/>
              <a:gd name="T13" fmla="*/ 0 h 2406492"/>
              <a:gd name="T14" fmla="*/ 403145 w 2443615"/>
              <a:gd name="T15" fmla="*/ 72751 h 2406492"/>
              <a:gd name="T16" fmla="*/ 513586 w 2443615"/>
              <a:gd name="T17" fmla="*/ 112896 h 2406492"/>
              <a:gd name="T18" fmla="*/ 570246 w 2443615"/>
              <a:gd name="T19" fmla="*/ 65410 h 2406492"/>
              <a:gd name="T20" fmla="*/ 615511 w 2443615"/>
              <a:gd name="T21" fmla="*/ 103344 h 2406492"/>
              <a:gd name="T22" fmla="*/ 578526 w 2443615"/>
              <a:gd name="T23" fmla="*/ 167318 h 2406492"/>
              <a:gd name="T24" fmla="*/ 637291 w 2443615"/>
              <a:gd name="T25" fmla="*/ 268971 h 2406492"/>
              <a:gd name="T26" fmla="*/ 711257 w 2443615"/>
              <a:gd name="T27" fmla="*/ 268969 h 2406492"/>
              <a:gd name="T28" fmla="*/ 721517 w 2443615"/>
              <a:gd name="T29" fmla="*/ 327086 h 2406492"/>
              <a:gd name="T30" fmla="*/ 652011 w 2443615"/>
              <a:gd name="T31" fmla="*/ 352350 h 2406492"/>
              <a:gd name="T32" fmla="*/ 631603 w 2443615"/>
              <a:gd name="T33" fmla="*/ 467946 h 2406492"/>
              <a:gd name="T34" fmla="*/ 688265 w 2443615"/>
              <a:gd name="T35" fmla="*/ 515429 h 2406492"/>
              <a:gd name="T36" fmla="*/ 658721 w 2443615"/>
              <a:gd name="T37" fmla="*/ 566537 h 2406492"/>
              <a:gd name="T38" fmla="*/ 589216 w 2443615"/>
              <a:gd name="T39" fmla="*/ 541269 h 2406492"/>
              <a:gd name="T40" fmla="*/ 499184 w 2443615"/>
              <a:gd name="T41" fmla="*/ 616718 h 2406492"/>
              <a:gd name="T42" fmla="*/ 512031 w 2443615"/>
              <a:gd name="T43" fmla="*/ 689468 h 2406492"/>
              <a:gd name="T44" fmla="*/ 456505 w 2443615"/>
              <a:gd name="T45" fmla="*/ 709652 h 2406492"/>
              <a:gd name="T46" fmla="*/ 419523 w 2443615"/>
              <a:gd name="T47" fmla="*/ 645676 h 2406492"/>
              <a:gd name="T48" fmla="*/ 301994 w 2443615"/>
              <a:gd name="T49" fmla="*/ 645676 h 2406492"/>
              <a:gd name="T50" fmla="*/ 265013 w 2443615"/>
              <a:gd name="T51" fmla="*/ 709652 h 2406492"/>
              <a:gd name="T52" fmla="*/ 209487 w 2443615"/>
              <a:gd name="T53" fmla="*/ 689468 h 2406492"/>
              <a:gd name="T54" fmla="*/ 222334 w 2443615"/>
              <a:gd name="T55" fmla="*/ 616718 h 2406492"/>
              <a:gd name="T56" fmla="*/ 132302 w 2443615"/>
              <a:gd name="T57" fmla="*/ 541269 h 2406492"/>
              <a:gd name="T58" fmla="*/ 62796 w 2443615"/>
              <a:gd name="T59" fmla="*/ 566537 h 2406492"/>
              <a:gd name="T60" fmla="*/ 33252 w 2443615"/>
              <a:gd name="T61" fmla="*/ 515429 h 2406492"/>
              <a:gd name="T62" fmla="*/ 89915 w 2443615"/>
              <a:gd name="T63" fmla="*/ 467946 h 2406492"/>
              <a:gd name="T64" fmla="*/ 69506 w 2443615"/>
              <a:gd name="T65" fmla="*/ 352350 h 2406492"/>
              <a:gd name="T66" fmla="*/ 0 w 2443615"/>
              <a:gd name="T67" fmla="*/ 327086 h 2406492"/>
              <a:gd name="T68" fmla="*/ 10261 w 2443615"/>
              <a:gd name="T69" fmla="*/ 268969 h 2406492"/>
              <a:gd name="T70" fmla="*/ 84227 w 2443615"/>
              <a:gd name="T71" fmla="*/ 268971 h 2406492"/>
              <a:gd name="T72" fmla="*/ 142991 w 2443615"/>
              <a:gd name="T73" fmla="*/ 167318 h 2406492"/>
              <a:gd name="T74" fmla="*/ 106006 w 2443615"/>
              <a:gd name="T75" fmla="*/ 103344 h 2406492"/>
              <a:gd name="T76" fmla="*/ 151271 w 2443615"/>
              <a:gd name="T77" fmla="*/ 65410 h 2406492"/>
              <a:gd name="T78" fmla="*/ 207931 w 2443615"/>
              <a:gd name="T79" fmla="*/ 112896 h 2406492"/>
              <a:gd name="T80" fmla="*/ 318372 w 2443615"/>
              <a:gd name="T81" fmla="*/ 72751 h 2406492"/>
              <a:gd name="T82" fmla="*/ 331214 w 2443615"/>
              <a:gd name="T83" fmla="*/ 0 h 240649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lIns="501445" tIns="575655" rIns="501445" bIns="614746" anchor="ctr"/>
          <a:lstStyle/>
          <a:p>
            <a:endParaRPr lang="zh-CN" altLang="en-US"/>
          </a:p>
        </p:txBody>
      </p:sp>
      <p:sp>
        <p:nvSpPr>
          <p:cNvPr id="32773" name="文本框 5">
            <a:extLst>
              <a:ext uri="{FF2B5EF4-FFF2-40B4-BE49-F238E27FC236}">
                <a16:creationId xmlns:a16="http://schemas.microsoft.com/office/drawing/2014/main" id="{CFE7C618-4389-446C-B3EE-1B4B8903D0C2}"/>
              </a:ext>
            </a:extLst>
          </p:cNvPr>
          <p:cNvSpPr txBox="1">
            <a:spLocks noChangeArrowheads="1"/>
          </p:cNvSpPr>
          <p:nvPr/>
        </p:nvSpPr>
        <p:spPr bwMode="auto">
          <a:xfrm>
            <a:off x="9274175" y="4721225"/>
            <a:ext cx="22828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808080"/>
                </a:solidFill>
              </a:rPr>
              <a:t>请在这里添加相应的文字内容请在这里添加相应的文字内容</a:t>
            </a:r>
          </a:p>
        </p:txBody>
      </p:sp>
      <p:sp>
        <p:nvSpPr>
          <p:cNvPr id="7" name="文本框 6">
            <a:extLst>
              <a:ext uri="{FF2B5EF4-FFF2-40B4-BE49-F238E27FC236}">
                <a16:creationId xmlns:a16="http://schemas.microsoft.com/office/drawing/2014/main" id="{11930DA3-D6EF-47CD-A142-AD59A29C8D89}"/>
              </a:ext>
            </a:extLst>
          </p:cNvPr>
          <p:cNvSpPr txBox="1"/>
          <p:nvPr/>
        </p:nvSpPr>
        <p:spPr>
          <a:xfrm>
            <a:off x="9244013" y="4259263"/>
            <a:ext cx="2032000" cy="461962"/>
          </a:xfrm>
          <a:prstGeom prst="rect">
            <a:avLst/>
          </a:prstGeom>
          <a:noFill/>
        </p:spPr>
        <p:txBody>
          <a:bodyPr wrap="none">
            <a:spAutoFit/>
          </a:bodyPr>
          <a:lstStyle/>
          <a:p>
            <a:pPr algn="ctr" eaLnBrk="1" fontAlgn="auto" hangingPunct="1">
              <a:defRPr/>
            </a:pPr>
            <a:r>
              <a:rPr lang="zh-CN" altLang="en-US" sz="2400" b="1" noProof="1">
                <a:solidFill>
                  <a:schemeClr val="accent6"/>
                </a:solidFill>
                <a:latin typeface="+mn-lt"/>
                <a:ea typeface="+mn-ea"/>
              </a:rPr>
              <a:t>这里添加标题</a:t>
            </a:r>
            <a:endParaRPr lang="zh-CN" altLang="en-US" sz="2400" b="1" noProof="1">
              <a:solidFill>
                <a:schemeClr val="accent6"/>
              </a:solidFill>
            </a:endParaRPr>
          </a:p>
        </p:txBody>
      </p:sp>
      <p:sp>
        <p:nvSpPr>
          <p:cNvPr id="8" name="KSO_Shape">
            <a:extLst>
              <a:ext uri="{FF2B5EF4-FFF2-40B4-BE49-F238E27FC236}">
                <a16:creationId xmlns:a16="http://schemas.microsoft.com/office/drawing/2014/main" id="{37334E13-3866-4E93-B63C-CD9E18169ED7}"/>
              </a:ext>
            </a:extLst>
          </p:cNvPr>
          <p:cNvSpPr/>
          <p:nvPr/>
        </p:nvSpPr>
        <p:spPr bwMode="auto">
          <a:xfrm>
            <a:off x="7097713" y="3683000"/>
            <a:ext cx="1104900" cy="1049338"/>
          </a:xfrm>
          <a:custGeom>
            <a:avLst/>
            <a:gdLst/>
            <a:ahLst/>
            <a:cxnLst/>
            <a:rect l="0" t="0" r="r" b="b"/>
            <a:pathLst>
              <a:path w="1917701" h="1819275">
                <a:moveTo>
                  <a:pt x="711992" y="795933"/>
                </a:moveTo>
                <a:lnTo>
                  <a:pt x="722042" y="796197"/>
                </a:lnTo>
                <a:lnTo>
                  <a:pt x="731828" y="796462"/>
                </a:lnTo>
                <a:lnTo>
                  <a:pt x="742143" y="796991"/>
                </a:lnTo>
                <a:lnTo>
                  <a:pt x="751929" y="797784"/>
                </a:lnTo>
                <a:lnTo>
                  <a:pt x="761979" y="798577"/>
                </a:lnTo>
                <a:lnTo>
                  <a:pt x="771765" y="799635"/>
                </a:lnTo>
                <a:lnTo>
                  <a:pt x="781551" y="800957"/>
                </a:lnTo>
                <a:lnTo>
                  <a:pt x="791337" y="802544"/>
                </a:lnTo>
                <a:lnTo>
                  <a:pt x="800858" y="804130"/>
                </a:lnTo>
                <a:lnTo>
                  <a:pt x="810644" y="805981"/>
                </a:lnTo>
                <a:lnTo>
                  <a:pt x="820166" y="807832"/>
                </a:lnTo>
                <a:lnTo>
                  <a:pt x="829687" y="810212"/>
                </a:lnTo>
                <a:lnTo>
                  <a:pt x="839473" y="812592"/>
                </a:lnTo>
                <a:lnTo>
                  <a:pt x="848994" y="814972"/>
                </a:lnTo>
                <a:lnTo>
                  <a:pt x="858252" y="817616"/>
                </a:lnTo>
                <a:lnTo>
                  <a:pt x="867773" y="820525"/>
                </a:lnTo>
                <a:lnTo>
                  <a:pt x="886551" y="826871"/>
                </a:lnTo>
                <a:lnTo>
                  <a:pt x="905065" y="833746"/>
                </a:lnTo>
                <a:lnTo>
                  <a:pt x="923315" y="841415"/>
                </a:lnTo>
                <a:lnTo>
                  <a:pt x="941300" y="849612"/>
                </a:lnTo>
                <a:lnTo>
                  <a:pt x="959284" y="858603"/>
                </a:lnTo>
                <a:lnTo>
                  <a:pt x="976740" y="868122"/>
                </a:lnTo>
                <a:lnTo>
                  <a:pt x="993932" y="878170"/>
                </a:lnTo>
                <a:lnTo>
                  <a:pt x="1011123" y="889012"/>
                </a:lnTo>
                <a:lnTo>
                  <a:pt x="1003189" y="891392"/>
                </a:lnTo>
                <a:lnTo>
                  <a:pt x="995254" y="893772"/>
                </a:lnTo>
                <a:lnTo>
                  <a:pt x="987055" y="896416"/>
                </a:lnTo>
                <a:lnTo>
                  <a:pt x="979121" y="899325"/>
                </a:lnTo>
                <a:lnTo>
                  <a:pt x="971186" y="902762"/>
                </a:lnTo>
                <a:lnTo>
                  <a:pt x="962987" y="905936"/>
                </a:lnTo>
                <a:lnTo>
                  <a:pt x="955053" y="909638"/>
                </a:lnTo>
                <a:lnTo>
                  <a:pt x="947383" y="913604"/>
                </a:lnTo>
                <a:lnTo>
                  <a:pt x="939448" y="917835"/>
                </a:lnTo>
                <a:lnTo>
                  <a:pt x="932043" y="922066"/>
                </a:lnTo>
                <a:lnTo>
                  <a:pt x="924637" y="926826"/>
                </a:lnTo>
                <a:lnTo>
                  <a:pt x="917231" y="931850"/>
                </a:lnTo>
                <a:lnTo>
                  <a:pt x="910090" y="936874"/>
                </a:lnTo>
                <a:lnTo>
                  <a:pt x="902949" y="942427"/>
                </a:lnTo>
                <a:lnTo>
                  <a:pt x="896073" y="948509"/>
                </a:lnTo>
                <a:lnTo>
                  <a:pt x="889461" y="954326"/>
                </a:lnTo>
                <a:lnTo>
                  <a:pt x="883113" y="960937"/>
                </a:lnTo>
                <a:lnTo>
                  <a:pt x="877030" y="967812"/>
                </a:lnTo>
                <a:lnTo>
                  <a:pt x="871211" y="974952"/>
                </a:lnTo>
                <a:lnTo>
                  <a:pt x="865393" y="982356"/>
                </a:lnTo>
                <a:lnTo>
                  <a:pt x="859838" y="990024"/>
                </a:lnTo>
                <a:lnTo>
                  <a:pt x="854813" y="998486"/>
                </a:lnTo>
                <a:lnTo>
                  <a:pt x="850052" y="1006683"/>
                </a:lnTo>
                <a:lnTo>
                  <a:pt x="845556" y="1015674"/>
                </a:lnTo>
                <a:lnTo>
                  <a:pt x="841324" y="1025193"/>
                </a:lnTo>
                <a:lnTo>
                  <a:pt x="837886" y="1034713"/>
                </a:lnTo>
                <a:lnTo>
                  <a:pt x="834183" y="1044761"/>
                </a:lnTo>
                <a:lnTo>
                  <a:pt x="831274" y="1055074"/>
                </a:lnTo>
                <a:lnTo>
                  <a:pt x="828629" y="1066180"/>
                </a:lnTo>
                <a:lnTo>
                  <a:pt x="826249" y="1077550"/>
                </a:lnTo>
                <a:lnTo>
                  <a:pt x="824398" y="1089185"/>
                </a:lnTo>
                <a:lnTo>
                  <a:pt x="823340" y="1101349"/>
                </a:lnTo>
                <a:lnTo>
                  <a:pt x="822017" y="1115893"/>
                </a:lnTo>
                <a:lnTo>
                  <a:pt x="821488" y="1129907"/>
                </a:lnTo>
                <a:lnTo>
                  <a:pt x="821488" y="1143129"/>
                </a:lnTo>
                <a:lnTo>
                  <a:pt x="821753" y="1156086"/>
                </a:lnTo>
                <a:lnTo>
                  <a:pt x="822546" y="1168514"/>
                </a:lnTo>
                <a:lnTo>
                  <a:pt x="824133" y="1180413"/>
                </a:lnTo>
                <a:lnTo>
                  <a:pt x="825984" y="1192048"/>
                </a:lnTo>
                <a:lnTo>
                  <a:pt x="828100" y="1203154"/>
                </a:lnTo>
                <a:lnTo>
                  <a:pt x="830745" y="1213731"/>
                </a:lnTo>
                <a:lnTo>
                  <a:pt x="833654" y="1224044"/>
                </a:lnTo>
                <a:lnTo>
                  <a:pt x="836828" y="1233828"/>
                </a:lnTo>
                <a:lnTo>
                  <a:pt x="840531" y="1243348"/>
                </a:lnTo>
                <a:lnTo>
                  <a:pt x="844763" y="1252338"/>
                </a:lnTo>
                <a:lnTo>
                  <a:pt x="848994" y="1260800"/>
                </a:lnTo>
                <a:lnTo>
                  <a:pt x="853491" y="1269262"/>
                </a:lnTo>
                <a:lnTo>
                  <a:pt x="858516" y="1276930"/>
                </a:lnTo>
                <a:lnTo>
                  <a:pt x="863806" y="1284334"/>
                </a:lnTo>
                <a:lnTo>
                  <a:pt x="869360" y="1291474"/>
                </a:lnTo>
                <a:lnTo>
                  <a:pt x="874914" y="1298349"/>
                </a:lnTo>
                <a:lnTo>
                  <a:pt x="880997" y="1304960"/>
                </a:lnTo>
                <a:lnTo>
                  <a:pt x="887080" y="1311042"/>
                </a:lnTo>
                <a:lnTo>
                  <a:pt x="893428" y="1316859"/>
                </a:lnTo>
                <a:lnTo>
                  <a:pt x="900040" y="1322412"/>
                </a:lnTo>
                <a:lnTo>
                  <a:pt x="906652" y="1327436"/>
                </a:lnTo>
                <a:lnTo>
                  <a:pt x="913264" y="1332196"/>
                </a:lnTo>
                <a:lnTo>
                  <a:pt x="920405" y="1336956"/>
                </a:lnTo>
                <a:lnTo>
                  <a:pt x="927546" y="1341187"/>
                </a:lnTo>
                <a:lnTo>
                  <a:pt x="934687" y="1345417"/>
                </a:lnTo>
                <a:lnTo>
                  <a:pt x="941828" y="1349119"/>
                </a:lnTo>
                <a:lnTo>
                  <a:pt x="949234" y="1352821"/>
                </a:lnTo>
                <a:lnTo>
                  <a:pt x="956904" y="1355995"/>
                </a:lnTo>
                <a:lnTo>
                  <a:pt x="964310" y="1358903"/>
                </a:lnTo>
                <a:lnTo>
                  <a:pt x="971715" y="1361812"/>
                </a:lnTo>
                <a:lnTo>
                  <a:pt x="979121" y="1364456"/>
                </a:lnTo>
                <a:lnTo>
                  <a:pt x="986526" y="1366836"/>
                </a:lnTo>
                <a:lnTo>
                  <a:pt x="993932" y="1368952"/>
                </a:lnTo>
                <a:lnTo>
                  <a:pt x="1008479" y="1372654"/>
                </a:lnTo>
                <a:lnTo>
                  <a:pt x="1023025" y="1375562"/>
                </a:lnTo>
                <a:lnTo>
                  <a:pt x="1037043" y="1378471"/>
                </a:lnTo>
                <a:lnTo>
                  <a:pt x="1050532" y="1380058"/>
                </a:lnTo>
                <a:lnTo>
                  <a:pt x="1063227" y="1381380"/>
                </a:lnTo>
                <a:lnTo>
                  <a:pt x="1075129" y="1382438"/>
                </a:lnTo>
                <a:lnTo>
                  <a:pt x="1086237" y="1382702"/>
                </a:lnTo>
                <a:lnTo>
                  <a:pt x="1096287" y="1383231"/>
                </a:lnTo>
                <a:lnTo>
                  <a:pt x="1105015" y="1383495"/>
                </a:lnTo>
                <a:lnTo>
                  <a:pt x="1112421" y="1383231"/>
                </a:lnTo>
                <a:lnTo>
                  <a:pt x="1122736" y="1382702"/>
                </a:lnTo>
                <a:lnTo>
                  <a:pt x="1126703" y="1382438"/>
                </a:lnTo>
                <a:lnTo>
                  <a:pt x="1126703" y="1394337"/>
                </a:lnTo>
                <a:lnTo>
                  <a:pt x="1126968" y="1406236"/>
                </a:lnTo>
                <a:lnTo>
                  <a:pt x="1127232" y="1417607"/>
                </a:lnTo>
                <a:lnTo>
                  <a:pt x="1128025" y="1428977"/>
                </a:lnTo>
                <a:lnTo>
                  <a:pt x="1129083" y="1439554"/>
                </a:lnTo>
                <a:lnTo>
                  <a:pt x="1130141" y="1450131"/>
                </a:lnTo>
                <a:lnTo>
                  <a:pt x="1131728" y="1460444"/>
                </a:lnTo>
                <a:lnTo>
                  <a:pt x="1133580" y="1470228"/>
                </a:lnTo>
                <a:lnTo>
                  <a:pt x="1135431" y="1480012"/>
                </a:lnTo>
                <a:lnTo>
                  <a:pt x="1137547" y="1489267"/>
                </a:lnTo>
                <a:lnTo>
                  <a:pt x="1139927" y="1498522"/>
                </a:lnTo>
                <a:lnTo>
                  <a:pt x="1142572" y="1507513"/>
                </a:lnTo>
                <a:lnTo>
                  <a:pt x="1145481" y="1515710"/>
                </a:lnTo>
                <a:lnTo>
                  <a:pt x="1148391" y="1524172"/>
                </a:lnTo>
                <a:lnTo>
                  <a:pt x="1151564" y="1532105"/>
                </a:lnTo>
                <a:lnTo>
                  <a:pt x="1155003" y="1539773"/>
                </a:lnTo>
                <a:lnTo>
                  <a:pt x="1158441" y="1547442"/>
                </a:lnTo>
                <a:lnTo>
                  <a:pt x="1162408" y="1554581"/>
                </a:lnTo>
                <a:lnTo>
                  <a:pt x="1166111" y="1561721"/>
                </a:lnTo>
                <a:lnTo>
                  <a:pt x="1170078" y="1568596"/>
                </a:lnTo>
                <a:lnTo>
                  <a:pt x="1174575" y="1575207"/>
                </a:lnTo>
                <a:lnTo>
                  <a:pt x="1178806" y="1581553"/>
                </a:lnTo>
                <a:lnTo>
                  <a:pt x="1183038" y="1587370"/>
                </a:lnTo>
                <a:lnTo>
                  <a:pt x="1187799" y="1593452"/>
                </a:lnTo>
                <a:lnTo>
                  <a:pt x="1192560" y="1599005"/>
                </a:lnTo>
                <a:lnTo>
                  <a:pt x="1197320" y="1604558"/>
                </a:lnTo>
                <a:lnTo>
                  <a:pt x="1202346" y="1609582"/>
                </a:lnTo>
                <a:lnTo>
                  <a:pt x="1207635" y="1614607"/>
                </a:lnTo>
                <a:lnTo>
                  <a:pt x="1212660" y="1619366"/>
                </a:lnTo>
                <a:lnTo>
                  <a:pt x="1217950" y="1624126"/>
                </a:lnTo>
                <a:lnTo>
                  <a:pt x="1223240" y="1628357"/>
                </a:lnTo>
                <a:lnTo>
                  <a:pt x="1229058" y="1632852"/>
                </a:lnTo>
                <a:lnTo>
                  <a:pt x="1234348" y="1636819"/>
                </a:lnTo>
                <a:lnTo>
                  <a:pt x="1239902" y="1640521"/>
                </a:lnTo>
                <a:lnTo>
                  <a:pt x="1245721" y="1644487"/>
                </a:lnTo>
                <a:lnTo>
                  <a:pt x="1251540" y="1647660"/>
                </a:lnTo>
                <a:lnTo>
                  <a:pt x="1263177" y="1654271"/>
                </a:lnTo>
                <a:lnTo>
                  <a:pt x="1274814" y="1660353"/>
                </a:lnTo>
                <a:lnTo>
                  <a:pt x="1286716" y="1665377"/>
                </a:lnTo>
                <a:lnTo>
                  <a:pt x="1298882" y="1670137"/>
                </a:lnTo>
                <a:lnTo>
                  <a:pt x="1310784" y="1673839"/>
                </a:lnTo>
                <a:lnTo>
                  <a:pt x="1322686" y="1677541"/>
                </a:lnTo>
                <a:lnTo>
                  <a:pt x="1334588" y="1680714"/>
                </a:lnTo>
                <a:lnTo>
                  <a:pt x="1346225" y="1683094"/>
                </a:lnTo>
                <a:lnTo>
                  <a:pt x="1357862" y="1685474"/>
                </a:lnTo>
                <a:lnTo>
                  <a:pt x="1368971" y="1687325"/>
                </a:lnTo>
                <a:lnTo>
                  <a:pt x="1380079" y="1688382"/>
                </a:lnTo>
                <a:lnTo>
                  <a:pt x="1390658" y="1689705"/>
                </a:lnTo>
                <a:lnTo>
                  <a:pt x="1401238" y="1690498"/>
                </a:lnTo>
                <a:lnTo>
                  <a:pt x="1411024" y="1690762"/>
                </a:lnTo>
                <a:lnTo>
                  <a:pt x="1411817" y="1709537"/>
                </a:lnTo>
                <a:lnTo>
                  <a:pt x="1412346" y="1728311"/>
                </a:lnTo>
                <a:lnTo>
                  <a:pt x="1412875" y="1747086"/>
                </a:lnTo>
                <a:lnTo>
                  <a:pt x="1412875" y="1766125"/>
                </a:lnTo>
                <a:lnTo>
                  <a:pt x="1412346" y="1792832"/>
                </a:lnTo>
                <a:lnTo>
                  <a:pt x="1411553" y="1819275"/>
                </a:lnTo>
                <a:lnTo>
                  <a:pt x="793" y="1811078"/>
                </a:lnTo>
                <a:lnTo>
                  <a:pt x="264" y="1784635"/>
                </a:lnTo>
                <a:lnTo>
                  <a:pt x="0" y="1757928"/>
                </a:lnTo>
                <a:lnTo>
                  <a:pt x="529" y="1733071"/>
                </a:lnTo>
                <a:lnTo>
                  <a:pt x="1058" y="1708215"/>
                </a:lnTo>
                <a:lnTo>
                  <a:pt x="2645" y="1683623"/>
                </a:lnTo>
                <a:lnTo>
                  <a:pt x="4232" y="1659031"/>
                </a:lnTo>
                <a:lnTo>
                  <a:pt x="6612" y="1634968"/>
                </a:lnTo>
                <a:lnTo>
                  <a:pt x="8992" y="1610905"/>
                </a:lnTo>
                <a:lnTo>
                  <a:pt x="12166" y="1587106"/>
                </a:lnTo>
                <a:lnTo>
                  <a:pt x="15340" y="1563307"/>
                </a:lnTo>
                <a:lnTo>
                  <a:pt x="19307" y="1539773"/>
                </a:lnTo>
                <a:lnTo>
                  <a:pt x="23804" y="1516503"/>
                </a:lnTo>
                <a:lnTo>
                  <a:pt x="28300" y="1493762"/>
                </a:lnTo>
                <a:lnTo>
                  <a:pt x="33590" y="1470757"/>
                </a:lnTo>
                <a:lnTo>
                  <a:pt x="38879" y="1448280"/>
                </a:lnTo>
                <a:lnTo>
                  <a:pt x="44962" y="1425804"/>
                </a:lnTo>
                <a:lnTo>
                  <a:pt x="51045" y="1403856"/>
                </a:lnTo>
                <a:lnTo>
                  <a:pt x="57658" y="1382173"/>
                </a:lnTo>
                <a:lnTo>
                  <a:pt x="64799" y="1360754"/>
                </a:lnTo>
                <a:lnTo>
                  <a:pt x="72204" y="1339336"/>
                </a:lnTo>
                <a:lnTo>
                  <a:pt x="79874" y="1318710"/>
                </a:lnTo>
                <a:lnTo>
                  <a:pt x="88073" y="1298085"/>
                </a:lnTo>
                <a:lnTo>
                  <a:pt x="96272" y="1277459"/>
                </a:lnTo>
                <a:lnTo>
                  <a:pt x="105265" y="1257627"/>
                </a:lnTo>
                <a:lnTo>
                  <a:pt x="114522" y="1238059"/>
                </a:lnTo>
                <a:lnTo>
                  <a:pt x="123779" y="1218491"/>
                </a:lnTo>
                <a:lnTo>
                  <a:pt x="133565" y="1199452"/>
                </a:lnTo>
                <a:lnTo>
                  <a:pt x="143615" y="1180678"/>
                </a:lnTo>
                <a:lnTo>
                  <a:pt x="153930" y="1162432"/>
                </a:lnTo>
                <a:lnTo>
                  <a:pt x="165038" y="1144451"/>
                </a:lnTo>
                <a:lnTo>
                  <a:pt x="176147" y="1126734"/>
                </a:lnTo>
                <a:lnTo>
                  <a:pt x="187255" y="1109546"/>
                </a:lnTo>
                <a:lnTo>
                  <a:pt x="198892" y="1092623"/>
                </a:lnTo>
                <a:lnTo>
                  <a:pt x="210794" y="1075964"/>
                </a:lnTo>
                <a:lnTo>
                  <a:pt x="222960" y="1059834"/>
                </a:lnTo>
                <a:lnTo>
                  <a:pt x="235391" y="1044232"/>
                </a:lnTo>
                <a:lnTo>
                  <a:pt x="248351" y="1028895"/>
                </a:lnTo>
                <a:lnTo>
                  <a:pt x="261310" y="1013823"/>
                </a:lnTo>
                <a:lnTo>
                  <a:pt x="274799" y="999544"/>
                </a:lnTo>
                <a:lnTo>
                  <a:pt x="288288" y="985529"/>
                </a:lnTo>
                <a:lnTo>
                  <a:pt x="302041" y="971779"/>
                </a:lnTo>
                <a:lnTo>
                  <a:pt x="316059" y="958557"/>
                </a:lnTo>
                <a:lnTo>
                  <a:pt x="330341" y="946129"/>
                </a:lnTo>
                <a:lnTo>
                  <a:pt x="344888" y="933965"/>
                </a:lnTo>
                <a:lnTo>
                  <a:pt x="359963" y="922066"/>
                </a:lnTo>
                <a:lnTo>
                  <a:pt x="374774" y="910695"/>
                </a:lnTo>
                <a:lnTo>
                  <a:pt x="389850" y="899589"/>
                </a:lnTo>
                <a:lnTo>
                  <a:pt x="405454" y="889541"/>
                </a:lnTo>
                <a:lnTo>
                  <a:pt x="420794" y="879757"/>
                </a:lnTo>
                <a:lnTo>
                  <a:pt x="436664" y="870238"/>
                </a:lnTo>
                <a:lnTo>
                  <a:pt x="452533" y="861511"/>
                </a:lnTo>
                <a:lnTo>
                  <a:pt x="468666" y="853314"/>
                </a:lnTo>
                <a:lnTo>
                  <a:pt x="485064" y="845646"/>
                </a:lnTo>
                <a:lnTo>
                  <a:pt x="501727" y="838242"/>
                </a:lnTo>
                <a:lnTo>
                  <a:pt x="518389" y="831631"/>
                </a:lnTo>
                <a:lnTo>
                  <a:pt x="535316" y="825285"/>
                </a:lnTo>
                <a:lnTo>
                  <a:pt x="552243" y="819732"/>
                </a:lnTo>
                <a:lnTo>
                  <a:pt x="569435" y="814972"/>
                </a:lnTo>
                <a:lnTo>
                  <a:pt x="586891" y="810477"/>
                </a:lnTo>
                <a:lnTo>
                  <a:pt x="604347" y="806510"/>
                </a:lnTo>
                <a:lnTo>
                  <a:pt x="622067" y="803337"/>
                </a:lnTo>
                <a:lnTo>
                  <a:pt x="639787" y="800693"/>
                </a:lnTo>
                <a:lnTo>
                  <a:pt x="657508" y="798577"/>
                </a:lnTo>
                <a:lnTo>
                  <a:pt x="675757" y="796991"/>
                </a:lnTo>
                <a:lnTo>
                  <a:pt x="693742" y="796197"/>
                </a:lnTo>
                <a:lnTo>
                  <a:pt x="711992" y="795933"/>
                </a:lnTo>
                <a:close/>
                <a:moveTo>
                  <a:pt x="1463280" y="660400"/>
                </a:moveTo>
                <a:lnTo>
                  <a:pt x="1469893" y="660400"/>
                </a:lnTo>
                <a:lnTo>
                  <a:pt x="1477034" y="660665"/>
                </a:lnTo>
                <a:lnTo>
                  <a:pt x="1483912" y="660929"/>
                </a:lnTo>
                <a:lnTo>
                  <a:pt x="1490789" y="661988"/>
                </a:lnTo>
                <a:lnTo>
                  <a:pt x="1497666" y="663046"/>
                </a:lnTo>
                <a:lnTo>
                  <a:pt x="1504279" y="664898"/>
                </a:lnTo>
                <a:lnTo>
                  <a:pt x="1510891" y="666750"/>
                </a:lnTo>
                <a:lnTo>
                  <a:pt x="1516975" y="668867"/>
                </a:lnTo>
                <a:lnTo>
                  <a:pt x="1523323" y="671248"/>
                </a:lnTo>
                <a:lnTo>
                  <a:pt x="1529142" y="673894"/>
                </a:lnTo>
                <a:lnTo>
                  <a:pt x="1535226" y="676804"/>
                </a:lnTo>
                <a:lnTo>
                  <a:pt x="1540780" y="679979"/>
                </a:lnTo>
                <a:lnTo>
                  <a:pt x="1546599" y="683683"/>
                </a:lnTo>
                <a:lnTo>
                  <a:pt x="1551625" y="687123"/>
                </a:lnTo>
                <a:lnTo>
                  <a:pt x="1556915" y="691356"/>
                </a:lnTo>
                <a:lnTo>
                  <a:pt x="1561676" y="695590"/>
                </a:lnTo>
                <a:lnTo>
                  <a:pt x="1566437" y="700088"/>
                </a:lnTo>
                <a:lnTo>
                  <a:pt x="1570934" y="704850"/>
                </a:lnTo>
                <a:lnTo>
                  <a:pt x="1575431" y="709613"/>
                </a:lnTo>
                <a:lnTo>
                  <a:pt x="1579134" y="714640"/>
                </a:lnTo>
                <a:lnTo>
                  <a:pt x="1583101" y="719931"/>
                </a:lnTo>
                <a:lnTo>
                  <a:pt x="1586540" y="725223"/>
                </a:lnTo>
                <a:lnTo>
                  <a:pt x="1589978" y="731044"/>
                </a:lnTo>
                <a:lnTo>
                  <a:pt x="1592888" y="736600"/>
                </a:lnTo>
                <a:lnTo>
                  <a:pt x="1595533" y="742685"/>
                </a:lnTo>
                <a:lnTo>
                  <a:pt x="1597914" y="748771"/>
                </a:lnTo>
                <a:lnTo>
                  <a:pt x="1600030" y="754856"/>
                </a:lnTo>
                <a:lnTo>
                  <a:pt x="1601881" y="761206"/>
                </a:lnTo>
                <a:lnTo>
                  <a:pt x="1603204" y="767556"/>
                </a:lnTo>
                <a:lnTo>
                  <a:pt x="1604526" y="774435"/>
                </a:lnTo>
                <a:lnTo>
                  <a:pt x="1605320" y="781050"/>
                </a:lnTo>
                <a:lnTo>
                  <a:pt x="1605584" y="787665"/>
                </a:lnTo>
                <a:lnTo>
                  <a:pt x="1605849" y="794544"/>
                </a:lnTo>
                <a:lnTo>
                  <a:pt x="1604791" y="967581"/>
                </a:lnTo>
                <a:lnTo>
                  <a:pt x="1781745" y="968375"/>
                </a:lnTo>
                <a:lnTo>
                  <a:pt x="1788887" y="968640"/>
                </a:lnTo>
                <a:lnTo>
                  <a:pt x="1795764" y="969169"/>
                </a:lnTo>
                <a:lnTo>
                  <a:pt x="1802641" y="970227"/>
                </a:lnTo>
                <a:lnTo>
                  <a:pt x="1809518" y="971285"/>
                </a:lnTo>
                <a:lnTo>
                  <a:pt x="1815866" y="972873"/>
                </a:lnTo>
                <a:lnTo>
                  <a:pt x="1822479" y="974725"/>
                </a:lnTo>
                <a:lnTo>
                  <a:pt x="1828827" y="977106"/>
                </a:lnTo>
                <a:lnTo>
                  <a:pt x="1834911" y="979488"/>
                </a:lnTo>
                <a:lnTo>
                  <a:pt x="1840994" y="982133"/>
                </a:lnTo>
                <a:lnTo>
                  <a:pt x="1846813" y="985044"/>
                </a:lnTo>
                <a:lnTo>
                  <a:pt x="1852633" y="988219"/>
                </a:lnTo>
                <a:lnTo>
                  <a:pt x="1857923" y="991923"/>
                </a:lnTo>
                <a:lnTo>
                  <a:pt x="1863213" y="995363"/>
                </a:lnTo>
                <a:lnTo>
                  <a:pt x="1868503" y="999596"/>
                </a:lnTo>
                <a:lnTo>
                  <a:pt x="1873264" y="1003829"/>
                </a:lnTo>
                <a:lnTo>
                  <a:pt x="1878025" y="1008327"/>
                </a:lnTo>
                <a:lnTo>
                  <a:pt x="1882522" y="1012825"/>
                </a:lnTo>
                <a:lnTo>
                  <a:pt x="1886754" y="1017852"/>
                </a:lnTo>
                <a:lnTo>
                  <a:pt x="1890986" y="1022879"/>
                </a:lnTo>
                <a:lnTo>
                  <a:pt x="1894689" y="1027906"/>
                </a:lnTo>
                <a:lnTo>
                  <a:pt x="1898128" y="1033463"/>
                </a:lnTo>
                <a:lnTo>
                  <a:pt x="1901302" y="1039283"/>
                </a:lnTo>
                <a:lnTo>
                  <a:pt x="1904211" y="1044840"/>
                </a:lnTo>
                <a:lnTo>
                  <a:pt x="1907385" y="1050660"/>
                </a:lnTo>
                <a:lnTo>
                  <a:pt x="1909766" y="1056746"/>
                </a:lnTo>
                <a:lnTo>
                  <a:pt x="1911882" y="1063096"/>
                </a:lnTo>
                <a:lnTo>
                  <a:pt x="1913469" y="1069181"/>
                </a:lnTo>
                <a:lnTo>
                  <a:pt x="1915056" y="1075796"/>
                </a:lnTo>
                <a:lnTo>
                  <a:pt x="1916114" y="1082410"/>
                </a:lnTo>
                <a:lnTo>
                  <a:pt x="1916908" y="1089290"/>
                </a:lnTo>
                <a:lnTo>
                  <a:pt x="1917436" y="1095640"/>
                </a:lnTo>
                <a:lnTo>
                  <a:pt x="1917701" y="1102783"/>
                </a:lnTo>
                <a:lnTo>
                  <a:pt x="1917436" y="1109663"/>
                </a:lnTo>
                <a:lnTo>
                  <a:pt x="1916908" y="1116277"/>
                </a:lnTo>
                <a:lnTo>
                  <a:pt x="1915849" y="1123156"/>
                </a:lnTo>
                <a:lnTo>
                  <a:pt x="1914791" y="1129506"/>
                </a:lnTo>
                <a:lnTo>
                  <a:pt x="1913204" y="1136121"/>
                </a:lnTo>
                <a:lnTo>
                  <a:pt x="1911088" y="1142471"/>
                </a:lnTo>
                <a:lnTo>
                  <a:pt x="1908972" y="1148556"/>
                </a:lnTo>
                <a:lnTo>
                  <a:pt x="1906592" y="1154642"/>
                </a:lnTo>
                <a:lnTo>
                  <a:pt x="1903682" y="1160463"/>
                </a:lnTo>
                <a:lnTo>
                  <a:pt x="1900773" y="1166283"/>
                </a:lnTo>
                <a:lnTo>
                  <a:pt x="1897599" y="1171840"/>
                </a:lnTo>
                <a:lnTo>
                  <a:pt x="1893896" y="1177131"/>
                </a:lnTo>
                <a:lnTo>
                  <a:pt x="1889928" y="1182158"/>
                </a:lnTo>
                <a:lnTo>
                  <a:pt x="1885960" y="1187450"/>
                </a:lnTo>
                <a:lnTo>
                  <a:pt x="1881728" y="1192213"/>
                </a:lnTo>
                <a:lnTo>
                  <a:pt x="1876967" y="1196975"/>
                </a:lnTo>
                <a:lnTo>
                  <a:pt x="1872206" y="1201208"/>
                </a:lnTo>
                <a:lnTo>
                  <a:pt x="1867445" y="1205442"/>
                </a:lnTo>
                <a:lnTo>
                  <a:pt x="1862155" y="1209411"/>
                </a:lnTo>
                <a:lnTo>
                  <a:pt x="1856600" y="1212850"/>
                </a:lnTo>
                <a:lnTo>
                  <a:pt x="1851046" y="1216554"/>
                </a:lnTo>
                <a:lnTo>
                  <a:pt x="1845491" y="1219465"/>
                </a:lnTo>
                <a:lnTo>
                  <a:pt x="1839407" y="1222375"/>
                </a:lnTo>
                <a:lnTo>
                  <a:pt x="1833588" y="1225021"/>
                </a:lnTo>
                <a:lnTo>
                  <a:pt x="1827240" y="1227402"/>
                </a:lnTo>
                <a:lnTo>
                  <a:pt x="1821156" y="1229519"/>
                </a:lnTo>
                <a:lnTo>
                  <a:pt x="1814544" y="1231371"/>
                </a:lnTo>
                <a:lnTo>
                  <a:pt x="1807931" y="1232958"/>
                </a:lnTo>
                <a:lnTo>
                  <a:pt x="1801054" y="1234017"/>
                </a:lnTo>
                <a:lnTo>
                  <a:pt x="1794177" y="1234546"/>
                </a:lnTo>
                <a:lnTo>
                  <a:pt x="1787300" y="1235340"/>
                </a:lnTo>
                <a:lnTo>
                  <a:pt x="1780158" y="1235340"/>
                </a:lnTo>
                <a:lnTo>
                  <a:pt x="1603204" y="1234281"/>
                </a:lnTo>
                <a:lnTo>
                  <a:pt x="1602410" y="1407319"/>
                </a:lnTo>
                <a:lnTo>
                  <a:pt x="1602146" y="1413933"/>
                </a:lnTo>
                <a:lnTo>
                  <a:pt x="1601617" y="1420813"/>
                </a:lnTo>
                <a:lnTo>
                  <a:pt x="1600559" y="1427692"/>
                </a:lnTo>
                <a:lnTo>
                  <a:pt x="1599501" y="1434306"/>
                </a:lnTo>
                <a:lnTo>
                  <a:pt x="1597914" y="1440392"/>
                </a:lnTo>
                <a:lnTo>
                  <a:pt x="1595798" y="1446742"/>
                </a:lnTo>
                <a:lnTo>
                  <a:pt x="1593682" y="1453092"/>
                </a:lnTo>
                <a:lnTo>
                  <a:pt x="1591301" y="1459177"/>
                </a:lnTo>
                <a:lnTo>
                  <a:pt x="1588656" y="1464998"/>
                </a:lnTo>
                <a:lnTo>
                  <a:pt x="1585482" y="1470819"/>
                </a:lnTo>
                <a:lnTo>
                  <a:pt x="1582043" y="1476111"/>
                </a:lnTo>
                <a:lnTo>
                  <a:pt x="1578605" y="1481931"/>
                </a:lnTo>
                <a:lnTo>
                  <a:pt x="1574637" y="1486958"/>
                </a:lnTo>
                <a:lnTo>
                  <a:pt x="1570670" y="1491986"/>
                </a:lnTo>
                <a:lnTo>
                  <a:pt x="1566437" y="1496748"/>
                </a:lnTo>
                <a:lnTo>
                  <a:pt x="1561941" y="1501511"/>
                </a:lnTo>
                <a:lnTo>
                  <a:pt x="1557180" y="1505744"/>
                </a:lnTo>
                <a:lnTo>
                  <a:pt x="1552154" y="1509713"/>
                </a:lnTo>
                <a:lnTo>
                  <a:pt x="1546864" y="1513946"/>
                </a:lnTo>
                <a:lnTo>
                  <a:pt x="1541309" y="1517650"/>
                </a:lnTo>
                <a:lnTo>
                  <a:pt x="1536019" y="1521090"/>
                </a:lnTo>
                <a:lnTo>
                  <a:pt x="1530200" y="1524000"/>
                </a:lnTo>
                <a:lnTo>
                  <a:pt x="1524381" y="1527175"/>
                </a:lnTo>
                <a:lnTo>
                  <a:pt x="1518297" y="1529821"/>
                </a:lnTo>
                <a:lnTo>
                  <a:pt x="1511949" y="1532202"/>
                </a:lnTo>
                <a:lnTo>
                  <a:pt x="1505601" y="1534319"/>
                </a:lnTo>
                <a:lnTo>
                  <a:pt x="1499253" y="1535906"/>
                </a:lnTo>
                <a:lnTo>
                  <a:pt x="1492640" y="1537494"/>
                </a:lnTo>
                <a:lnTo>
                  <a:pt x="1485763" y="1538288"/>
                </a:lnTo>
                <a:lnTo>
                  <a:pt x="1478886" y="1539346"/>
                </a:lnTo>
                <a:lnTo>
                  <a:pt x="1472009" y="1539875"/>
                </a:lnTo>
                <a:lnTo>
                  <a:pt x="1464867" y="1539875"/>
                </a:lnTo>
                <a:lnTo>
                  <a:pt x="1458255" y="1539611"/>
                </a:lnTo>
                <a:lnTo>
                  <a:pt x="1451113" y="1539346"/>
                </a:lnTo>
                <a:lnTo>
                  <a:pt x="1444236" y="1538288"/>
                </a:lnTo>
                <a:lnTo>
                  <a:pt x="1437623" y="1536965"/>
                </a:lnTo>
                <a:lnTo>
                  <a:pt x="1431010" y="1535377"/>
                </a:lnTo>
                <a:lnTo>
                  <a:pt x="1424398" y="1533525"/>
                </a:lnTo>
                <a:lnTo>
                  <a:pt x="1418314" y="1531673"/>
                </a:lnTo>
                <a:lnTo>
                  <a:pt x="1411966" y="1529292"/>
                </a:lnTo>
                <a:lnTo>
                  <a:pt x="1406147" y="1526381"/>
                </a:lnTo>
                <a:lnTo>
                  <a:pt x="1400063" y="1523471"/>
                </a:lnTo>
                <a:lnTo>
                  <a:pt x="1394509" y="1520296"/>
                </a:lnTo>
                <a:lnTo>
                  <a:pt x="1388690" y="1516592"/>
                </a:lnTo>
                <a:lnTo>
                  <a:pt x="1383399" y="1512888"/>
                </a:lnTo>
                <a:lnTo>
                  <a:pt x="1378374" y="1508919"/>
                </a:lnTo>
                <a:lnTo>
                  <a:pt x="1373348" y="1504686"/>
                </a:lnTo>
                <a:lnTo>
                  <a:pt x="1368852" y="1500188"/>
                </a:lnTo>
                <a:lnTo>
                  <a:pt x="1364355" y="1495425"/>
                </a:lnTo>
                <a:lnTo>
                  <a:pt x="1359858" y="1490663"/>
                </a:lnTo>
                <a:lnTo>
                  <a:pt x="1356155" y="1485636"/>
                </a:lnTo>
                <a:lnTo>
                  <a:pt x="1352188" y="1480344"/>
                </a:lnTo>
                <a:lnTo>
                  <a:pt x="1348749" y="1475052"/>
                </a:lnTo>
                <a:lnTo>
                  <a:pt x="1345311" y="1469496"/>
                </a:lnTo>
                <a:lnTo>
                  <a:pt x="1342401" y="1463675"/>
                </a:lnTo>
                <a:lnTo>
                  <a:pt x="1339756" y="1457854"/>
                </a:lnTo>
                <a:lnTo>
                  <a:pt x="1337375" y="1451504"/>
                </a:lnTo>
                <a:lnTo>
                  <a:pt x="1335259" y="1445154"/>
                </a:lnTo>
                <a:lnTo>
                  <a:pt x="1333408" y="1439069"/>
                </a:lnTo>
                <a:lnTo>
                  <a:pt x="1332085" y="1432454"/>
                </a:lnTo>
                <a:lnTo>
                  <a:pt x="1330763" y="1425840"/>
                </a:lnTo>
                <a:lnTo>
                  <a:pt x="1329969" y="1419490"/>
                </a:lnTo>
                <a:lnTo>
                  <a:pt x="1329440" y="1412611"/>
                </a:lnTo>
                <a:lnTo>
                  <a:pt x="1329440" y="1405731"/>
                </a:lnTo>
                <a:lnTo>
                  <a:pt x="1330234" y="1232958"/>
                </a:lnTo>
                <a:lnTo>
                  <a:pt x="1153279" y="1231636"/>
                </a:lnTo>
                <a:lnTo>
                  <a:pt x="1146402" y="1231371"/>
                </a:lnTo>
                <a:lnTo>
                  <a:pt x="1139525" y="1231106"/>
                </a:lnTo>
                <a:lnTo>
                  <a:pt x="1132648" y="1230048"/>
                </a:lnTo>
                <a:lnTo>
                  <a:pt x="1125771" y="1228990"/>
                </a:lnTo>
                <a:lnTo>
                  <a:pt x="1119423" y="1227138"/>
                </a:lnTo>
                <a:lnTo>
                  <a:pt x="1112810" y="1225286"/>
                </a:lnTo>
                <a:lnTo>
                  <a:pt x="1106462" y="1223433"/>
                </a:lnTo>
                <a:lnTo>
                  <a:pt x="1100378" y="1221052"/>
                </a:lnTo>
                <a:lnTo>
                  <a:pt x="1094295" y="1218406"/>
                </a:lnTo>
                <a:lnTo>
                  <a:pt x="1088476" y="1215231"/>
                </a:lnTo>
                <a:lnTo>
                  <a:pt x="1082656" y="1212056"/>
                </a:lnTo>
                <a:lnTo>
                  <a:pt x="1077102" y="1208352"/>
                </a:lnTo>
                <a:lnTo>
                  <a:pt x="1071812" y="1204648"/>
                </a:lnTo>
                <a:lnTo>
                  <a:pt x="1066786" y="1200679"/>
                </a:lnTo>
                <a:lnTo>
                  <a:pt x="1062025" y="1196446"/>
                </a:lnTo>
                <a:lnTo>
                  <a:pt x="1057264" y="1192213"/>
                </a:lnTo>
                <a:lnTo>
                  <a:pt x="1052767" y="1187450"/>
                </a:lnTo>
                <a:lnTo>
                  <a:pt x="1048271" y="1182688"/>
                </a:lnTo>
                <a:lnTo>
                  <a:pt x="1044303" y="1177396"/>
                </a:lnTo>
                <a:lnTo>
                  <a:pt x="1040600" y="1172104"/>
                </a:lnTo>
                <a:lnTo>
                  <a:pt x="1036897" y="1166813"/>
                </a:lnTo>
                <a:lnTo>
                  <a:pt x="1033723" y="1161256"/>
                </a:lnTo>
                <a:lnTo>
                  <a:pt x="1030549" y="1155435"/>
                </a:lnTo>
                <a:lnTo>
                  <a:pt x="1027904" y="1149615"/>
                </a:lnTo>
                <a:lnTo>
                  <a:pt x="1025523" y="1143265"/>
                </a:lnTo>
                <a:lnTo>
                  <a:pt x="1023407" y="1137444"/>
                </a:lnTo>
                <a:lnTo>
                  <a:pt x="1021820" y="1130829"/>
                </a:lnTo>
                <a:lnTo>
                  <a:pt x="1020233" y="1124215"/>
                </a:lnTo>
                <a:lnTo>
                  <a:pt x="1019175" y="1117600"/>
                </a:lnTo>
                <a:lnTo>
                  <a:pt x="1018117" y="1111250"/>
                </a:lnTo>
                <a:lnTo>
                  <a:pt x="1017853" y="1104371"/>
                </a:lnTo>
                <a:lnTo>
                  <a:pt x="1017588" y="1097492"/>
                </a:lnTo>
                <a:lnTo>
                  <a:pt x="1017853" y="1090613"/>
                </a:lnTo>
                <a:lnTo>
                  <a:pt x="1018382" y="1083733"/>
                </a:lnTo>
                <a:lnTo>
                  <a:pt x="1019440" y="1077383"/>
                </a:lnTo>
                <a:lnTo>
                  <a:pt x="1020498" y="1070769"/>
                </a:lnTo>
                <a:lnTo>
                  <a:pt x="1022085" y="1064154"/>
                </a:lnTo>
                <a:lnTo>
                  <a:pt x="1024201" y="1057804"/>
                </a:lnTo>
                <a:lnTo>
                  <a:pt x="1026317" y="1051719"/>
                </a:lnTo>
                <a:lnTo>
                  <a:pt x="1028697" y="1045633"/>
                </a:lnTo>
                <a:lnTo>
                  <a:pt x="1031607" y="1039813"/>
                </a:lnTo>
                <a:lnTo>
                  <a:pt x="1034516" y="1033992"/>
                </a:lnTo>
                <a:lnTo>
                  <a:pt x="1037690" y="1028435"/>
                </a:lnTo>
                <a:lnTo>
                  <a:pt x="1041394" y="1023144"/>
                </a:lnTo>
                <a:lnTo>
                  <a:pt x="1045361" y="1017852"/>
                </a:lnTo>
                <a:lnTo>
                  <a:pt x="1049329" y="1012825"/>
                </a:lnTo>
                <a:lnTo>
                  <a:pt x="1053561" y="1008063"/>
                </a:lnTo>
                <a:lnTo>
                  <a:pt x="1058057" y="1003565"/>
                </a:lnTo>
                <a:lnTo>
                  <a:pt x="1062818" y="999067"/>
                </a:lnTo>
                <a:lnTo>
                  <a:pt x="1067844" y="994833"/>
                </a:lnTo>
                <a:lnTo>
                  <a:pt x="1073134" y="990865"/>
                </a:lnTo>
                <a:lnTo>
                  <a:pt x="1078689" y="987160"/>
                </a:lnTo>
                <a:lnTo>
                  <a:pt x="1083979" y="983721"/>
                </a:lnTo>
                <a:lnTo>
                  <a:pt x="1089798" y="980546"/>
                </a:lnTo>
                <a:lnTo>
                  <a:pt x="1095617" y="977635"/>
                </a:lnTo>
                <a:lnTo>
                  <a:pt x="1101701" y="975254"/>
                </a:lnTo>
                <a:lnTo>
                  <a:pt x="1108049" y="972873"/>
                </a:lnTo>
                <a:lnTo>
                  <a:pt x="1114133" y="970756"/>
                </a:lnTo>
                <a:lnTo>
                  <a:pt x="1120745" y="968904"/>
                </a:lnTo>
                <a:lnTo>
                  <a:pt x="1127358" y="967581"/>
                </a:lnTo>
                <a:lnTo>
                  <a:pt x="1134235" y="966258"/>
                </a:lnTo>
                <a:lnTo>
                  <a:pt x="1141112" y="965465"/>
                </a:lnTo>
                <a:lnTo>
                  <a:pt x="1147989" y="965200"/>
                </a:lnTo>
                <a:lnTo>
                  <a:pt x="1155131" y="964935"/>
                </a:lnTo>
                <a:lnTo>
                  <a:pt x="1332085" y="965994"/>
                </a:lnTo>
                <a:lnTo>
                  <a:pt x="1332879" y="793221"/>
                </a:lnTo>
                <a:lnTo>
                  <a:pt x="1333143" y="786342"/>
                </a:lnTo>
                <a:lnTo>
                  <a:pt x="1333672" y="779463"/>
                </a:lnTo>
                <a:lnTo>
                  <a:pt x="1334730" y="772583"/>
                </a:lnTo>
                <a:lnTo>
                  <a:pt x="1335788" y="765969"/>
                </a:lnTo>
                <a:lnTo>
                  <a:pt x="1337375" y="759883"/>
                </a:lnTo>
                <a:lnTo>
                  <a:pt x="1339227" y="753269"/>
                </a:lnTo>
                <a:lnTo>
                  <a:pt x="1341608" y="747448"/>
                </a:lnTo>
                <a:lnTo>
                  <a:pt x="1343988" y="741098"/>
                </a:lnTo>
                <a:lnTo>
                  <a:pt x="1346633" y="735013"/>
                </a:lnTo>
                <a:lnTo>
                  <a:pt x="1349807" y="729456"/>
                </a:lnTo>
                <a:lnTo>
                  <a:pt x="1353246" y="723900"/>
                </a:lnTo>
                <a:lnTo>
                  <a:pt x="1356684" y="718344"/>
                </a:lnTo>
                <a:lnTo>
                  <a:pt x="1360652" y="713317"/>
                </a:lnTo>
                <a:lnTo>
                  <a:pt x="1364355" y="708290"/>
                </a:lnTo>
                <a:lnTo>
                  <a:pt x="1368852" y="703527"/>
                </a:lnTo>
                <a:lnTo>
                  <a:pt x="1373348" y="698765"/>
                </a:lnTo>
                <a:lnTo>
                  <a:pt x="1378109" y="694267"/>
                </a:lnTo>
                <a:lnTo>
                  <a:pt x="1383135" y="690298"/>
                </a:lnTo>
                <a:lnTo>
                  <a:pt x="1388161" y="686329"/>
                </a:lnTo>
                <a:lnTo>
                  <a:pt x="1393451" y="682890"/>
                </a:lnTo>
                <a:lnTo>
                  <a:pt x="1399270" y="679186"/>
                </a:lnTo>
                <a:lnTo>
                  <a:pt x="1404824" y="676275"/>
                </a:lnTo>
                <a:lnTo>
                  <a:pt x="1410908" y="673365"/>
                </a:lnTo>
                <a:lnTo>
                  <a:pt x="1416992" y="670454"/>
                </a:lnTo>
                <a:lnTo>
                  <a:pt x="1423075" y="668073"/>
                </a:lnTo>
                <a:lnTo>
                  <a:pt x="1429688" y="666221"/>
                </a:lnTo>
                <a:lnTo>
                  <a:pt x="1436036" y="664369"/>
                </a:lnTo>
                <a:lnTo>
                  <a:pt x="1442649" y="662781"/>
                </a:lnTo>
                <a:lnTo>
                  <a:pt x="1449261" y="661988"/>
                </a:lnTo>
                <a:lnTo>
                  <a:pt x="1456138" y="660929"/>
                </a:lnTo>
                <a:lnTo>
                  <a:pt x="1463280" y="660400"/>
                </a:lnTo>
                <a:close/>
                <a:moveTo>
                  <a:pt x="714108" y="0"/>
                </a:moveTo>
                <a:lnTo>
                  <a:pt x="723364" y="0"/>
                </a:lnTo>
                <a:lnTo>
                  <a:pt x="732621" y="264"/>
                </a:lnTo>
                <a:lnTo>
                  <a:pt x="741349" y="529"/>
                </a:lnTo>
                <a:lnTo>
                  <a:pt x="750606" y="1058"/>
                </a:lnTo>
                <a:lnTo>
                  <a:pt x="759599" y="2115"/>
                </a:lnTo>
                <a:lnTo>
                  <a:pt x="768591" y="3173"/>
                </a:lnTo>
                <a:lnTo>
                  <a:pt x="777319" y="4495"/>
                </a:lnTo>
                <a:lnTo>
                  <a:pt x="786312" y="5817"/>
                </a:lnTo>
                <a:lnTo>
                  <a:pt x="795040" y="7404"/>
                </a:lnTo>
                <a:lnTo>
                  <a:pt x="803503" y="9520"/>
                </a:lnTo>
                <a:lnTo>
                  <a:pt x="812231" y="11635"/>
                </a:lnTo>
                <a:lnTo>
                  <a:pt x="820959" y="14015"/>
                </a:lnTo>
                <a:lnTo>
                  <a:pt x="829158" y="16395"/>
                </a:lnTo>
                <a:lnTo>
                  <a:pt x="837622" y="19039"/>
                </a:lnTo>
                <a:lnTo>
                  <a:pt x="845821" y="21948"/>
                </a:lnTo>
                <a:lnTo>
                  <a:pt x="853755" y="24856"/>
                </a:lnTo>
                <a:lnTo>
                  <a:pt x="861954" y="28294"/>
                </a:lnTo>
                <a:lnTo>
                  <a:pt x="869889" y="31732"/>
                </a:lnTo>
                <a:lnTo>
                  <a:pt x="877559" y="35434"/>
                </a:lnTo>
                <a:lnTo>
                  <a:pt x="885493" y="39136"/>
                </a:lnTo>
                <a:lnTo>
                  <a:pt x="892899" y="43102"/>
                </a:lnTo>
                <a:lnTo>
                  <a:pt x="900569" y="47333"/>
                </a:lnTo>
                <a:lnTo>
                  <a:pt x="907710" y="51299"/>
                </a:lnTo>
                <a:lnTo>
                  <a:pt x="915116" y="56059"/>
                </a:lnTo>
                <a:lnTo>
                  <a:pt x="922257" y="60554"/>
                </a:lnTo>
                <a:lnTo>
                  <a:pt x="929398" y="65314"/>
                </a:lnTo>
                <a:lnTo>
                  <a:pt x="936274" y="70338"/>
                </a:lnTo>
                <a:lnTo>
                  <a:pt x="943151" y="75362"/>
                </a:lnTo>
                <a:lnTo>
                  <a:pt x="949763" y="80915"/>
                </a:lnTo>
                <a:lnTo>
                  <a:pt x="956111" y="86204"/>
                </a:lnTo>
                <a:lnTo>
                  <a:pt x="962458" y="91757"/>
                </a:lnTo>
                <a:lnTo>
                  <a:pt x="968806" y="97575"/>
                </a:lnTo>
                <a:lnTo>
                  <a:pt x="974889" y="103392"/>
                </a:lnTo>
                <a:lnTo>
                  <a:pt x="980972" y="109474"/>
                </a:lnTo>
                <a:lnTo>
                  <a:pt x="986526" y="115556"/>
                </a:lnTo>
                <a:lnTo>
                  <a:pt x="992080" y="121902"/>
                </a:lnTo>
                <a:lnTo>
                  <a:pt x="997635" y="128513"/>
                </a:lnTo>
                <a:lnTo>
                  <a:pt x="1002924" y="134859"/>
                </a:lnTo>
                <a:lnTo>
                  <a:pt x="1008214" y="141470"/>
                </a:lnTo>
                <a:lnTo>
                  <a:pt x="1013239" y="148345"/>
                </a:lnTo>
                <a:lnTo>
                  <a:pt x="1018000" y="155220"/>
                </a:lnTo>
                <a:lnTo>
                  <a:pt x="1022761" y="162360"/>
                </a:lnTo>
                <a:lnTo>
                  <a:pt x="1027257" y="169499"/>
                </a:lnTo>
                <a:lnTo>
                  <a:pt x="1031489" y="176903"/>
                </a:lnTo>
                <a:lnTo>
                  <a:pt x="1035720" y="184043"/>
                </a:lnTo>
                <a:lnTo>
                  <a:pt x="1039688" y="191711"/>
                </a:lnTo>
                <a:lnTo>
                  <a:pt x="1043655" y="199115"/>
                </a:lnTo>
                <a:lnTo>
                  <a:pt x="1047093" y="206784"/>
                </a:lnTo>
                <a:lnTo>
                  <a:pt x="1050532" y="214717"/>
                </a:lnTo>
                <a:lnTo>
                  <a:pt x="1053705" y="222650"/>
                </a:lnTo>
                <a:lnTo>
                  <a:pt x="1057144" y="230318"/>
                </a:lnTo>
                <a:lnTo>
                  <a:pt x="1059788" y="238780"/>
                </a:lnTo>
                <a:lnTo>
                  <a:pt x="1062433" y="246713"/>
                </a:lnTo>
                <a:lnTo>
                  <a:pt x="1064814" y="255175"/>
                </a:lnTo>
                <a:lnTo>
                  <a:pt x="1067194" y="263372"/>
                </a:lnTo>
                <a:lnTo>
                  <a:pt x="1069310" y="271834"/>
                </a:lnTo>
                <a:lnTo>
                  <a:pt x="1070897" y="280031"/>
                </a:lnTo>
                <a:lnTo>
                  <a:pt x="1072484" y="288757"/>
                </a:lnTo>
                <a:lnTo>
                  <a:pt x="1074071" y="297219"/>
                </a:lnTo>
                <a:lnTo>
                  <a:pt x="1075129" y="305945"/>
                </a:lnTo>
                <a:lnTo>
                  <a:pt x="1076186" y="314936"/>
                </a:lnTo>
                <a:lnTo>
                  <a:pt x="1076980" y="323397"/>
                </a:lnTo>
                <a:lnTo>
                  <a:pt x="1077509" y="332388"/>
                </a:lnTo>
                <a:lnTo>
                  <a:pt x="1077773" y="341379"/>
                </a:lnTo>
                <a:lnTo>
                  <a:pt x="1077773" y="350369"/>
                </a:lnTo>
                <a:lnTo>
                  <a:pt x="1077509" y="359360"/>
                </a:lnTo>
                <a:lnTo>
                  <a:pt x="1077244" y="368350"/>
                </a:lnTo>
                <a:lnTo>
                  <a:pt x="1076716" y="377341"/>
                </a:lnTo>
                <a:lnTo>
                  <a:pt x="1075658" y="385803"/>
                </a:lnTo>
                <a:lnTo>
                  <a:pt x="1074600" y="394793"/>
                </a:lnTo>
                <a:lnTo>
                  <a:pt x="1073277" y="403519"/>
                </a:lnTo>
                <a:lnTo>
                  <a:pt x="1071955" y="411981"/>
                </a:lnTo>
                <a:lnTo>
                  <a:pt x="1070103" y="420707"/>
                </a:lnTo>
                <a:lnTo>
                  <a:pt x="1068252" y="428905"/>
                </a:lnTo>
                <a:lnTo>
                  <a:pt x="1065872" y="437366"/>
                </a:lnTo>
                <a:lnTo>
                  <a:pt x="1063756" y="445564"/>
                </a:lnTo>
                <a:lnTo>
                  <a:pt x="1061111" y="454026"/>
                </a:lnTo>
                <a:lnTo>
                  <a:pt x="1058466" y="461958"/>
                </a:lnTo>
                <a:lnTo>
                  <a:pt x="1055557" y="469891"/>
                </a:lnTo>
                <a:lnTo>
                  <a:pt x="1052383" y="478089"/>
                </a:lnTo>
                <a:lnTo>
                  <a:pt x="1048945" y="485757"/>
                </a:lnTo>
                <a:lnTo>
                  <a:pt x="1045506" y="493426"/>
                </a:lnTo>
                <a:lnTo>
                  <a:pt x="1041804" y="501358"/>
                </a:lnTo>
                <a:lnTo>
                  <a:pt x="1038101" y="508762"/>
                </a:lnTo>
                <a:lnTo>
                  <a:pt x="1033869" y="516166"/>
                </a:lnTo>
                <a:lnTo>
                  <a:pt x="1029637" y="523570"/>
                </a:lnTo>
                <a:lnTo>
                  <a:pt x="1025141" y="530710"/>
                </a:lnTo>
                <a:lnTo>
                  <a:pt x="1020380" y="537850"/>
                </a:lnTo>
                <a:lnTo>
                  <a:pt x="1015620" y="544725"/>
                </a:lnTo>
                <a:lnTo>
                  <a:pt x="1010859" y="551864"/>
                </a:lnTo>
                <a:lnTo>
                  <a:pt x="1005834" y="558211"/>
                </a:lnTo>
                <a:lnTo>
                  <a:pt x="1000544" y="564821"/>
                </a:lnTo>
                <a:lnTo>
                  <a:pt x="995254" y="571432"/>
                </a:lnTo>
                <a:lnTo>
                  <a:pt x="989436" y="578043"/>
                </a:lnTo>
                <a:lnTo>
                  <a:pt x="983882" y="584125"/>
                </a:lnTo>
                <a:lnTo>
                  <a:pt x="977798" y="590207"/>
                </a:lnTo>
                <a:lnTo>
                  <a:pt x="971980" y="596024"/>
                </a:lnTo>
                <a:lnTo>
                  <a:pt x="965632" y="601842"/>
                </a:lnTo>
                <a:lnTo>
                  <a:pt x="959549" y="607659"/>
                </a:lnTo>
                <a:lnTo>
                  <a:pt x="953201" y="612948"/>
                </a:lnTo>
                <a:lnTo>
                  <a:pt x="946325" y="618501"/>
                </a:lnTo>
                <a:lnTo>
                  <a:pt x="939713" y="623789"/>
                </a:lnTo>
                <a:lnTo>
                  <a:pt x="933100" y="628813"/>
                </a:lnTo>
                <a:lnTo>
                  <a:pt x="926224" y="633573"/>
                </a:lnTo>
                <a:lnTo>
                  <a:pt x="919083" y="638333"/>
                </a:lnTo>
                <a:lnTo>
                  <a:pt x="911942" y="642828"/>
                </a:lnTo>
                <a:lnTo>
                  <a:pt x="904536" y="647323"/>
                </a:lnTo>
                <a:lnTo>
                  <a:pt x="897131" y="651290"/>
                </a:lnTo>
                <a:lnTo>
                  <a:pt x="889461" y="655521"/>
                </a:lnTo>
                <a:lnTo>
                  <a:pt x="881791" y="659487"/>
                </a:lnTo>
                <a:lnTo>
                  <a:pt x="874120" y="663189"/>
                </a:lnTo>
                <a:lnTo>
                  <a:pt x="866186" y="666627"/>
                </a:lnTo>
                <a:lnTo>
                  <a:pt x="857987" y="670064"/>
                </a:lnTo>
                <a:lnTo>
                  <a:pt x="850052" y="672973"/>
                </a:lnTo>
                <a:lnTo>
                  <a:pt x="841853" y="676146"/>
                </a:lnTo>
                <a:lnTo>
                  <a:pt x="833654" y="679055"/>
                </a:lnTo>
                <a:lnTo>
                  <a:pt x="825455" y="681699"/>
                </a:lnTo>
                <a:lnTo>
                  <a:pt x="816992" y="684079"/>
                </a:lnTo>
                <a:lnTo>
                  <a:pt x="808264" y="686195"/>
                </a:lnTo>
                <a:lnTo>
                  <a:pt x="799800" y="688310"/>
                </a:lnTo>
                <a:lnTo>
                  <a:pt x="791072" y="690161"/>
                </a:lnTo>
                <a:lnTo>
                  <a:pt x="782609" y="691483"/>
                </a:lnTo>
                <a:lnTo>
                  <a:pt x="773616" y="693070"/>
                </a:lnTo>
                <a:lnTo>
                  <a:pt x="764624" y="694128"/>
                </a:lnTo>
                <a:lnTo>
                  <a:pt x="755632" y="695185"/>
                </a:lnTo>
                <a:lnTo>
                  <a:pt x="746639" y="695714"/>
                </a:lnTo>
                <a:lnTo>
                  <a:pt x="737647" y="696243"/>
                </a:lnTo>
                <a:lnTo>
                  <a:pt x="728390" y="696507"/>
                </a:lnTo>
                <a:lnTo>
                  <a:pt x="719133" y="696507"/>
                </a:lnTo>
                <a:lnTo>
                  <a:pt x="709876" y="696507"/>
                </a:lnTo>
                <a:lnTo>
                  <a:pt x="700883" y="695979"/>
                </a:lnTo>
                <a:lnTo>
                  <a:pt x="691891" y="695450"/>
                </a:lnTo>
                <a:lnTo>
                  <a:pt x="682898" y="694392"/>
                </a:lnTo>
                <a:lnTo>
                  <a:pt x="673906" y="693599"/>
                </a:lnTo>
                <a:lnTo>
                  <a:pt x="664913" y="692541"/>
                </a:lnTo>
                <a:lnTo>
                  <a:pt x="656186" y="690954"/>
                </a:lnTo>
                <a:lnTo>
                  <a:pt x="647458" y="689103"/>
                </a:lnTo>
                <a:lnTo>
                  <a:pt x="638730" y="687252"/>
                </a:lnTo>
                <a:lnTo>
                  <a:pt x="630266" y="684872"/>
                </a:lnTo>
                <a:lnTo>
                  <a:pt x="621538" y="683021"/>
                </a:lnTo>
                <a:lnTo>
                  <a:pt x="613339" y="680113"/>
                </a:lnTo>
                <a:lnTo>
                  <a:pt x="604876" y="677468"/>
                </a:lnTo>
                <a:lnTo>
                  <a:pt x="596676" y="674824"/>
                </a:lnTo>
                <a:lnTo>
                  <a:pt x="588478" y="671651"/>
                </a:lnTo>
                <a:lnTo>
                  <a:pt x="580543" y="668213"/>
                </a:lnTo>
                <a:lnTo>
                  <a:pt x="572873" y="665040"/>
                </a:lnTo>
                <a:lnTo>
                  <a:pt x="564674" y="661603"/>
                </a:lnTo>
                <a:lnTo>
                  <a:pt x="557004" y="657636"/>
                </a:lnTo>
                <a:lnTo>
                  <a:pt x="549598" y="653405"/>
                </a:lnTo>
                <a:lnTo>
                  <a:pt x="541928" y="649439"/>
                </a:lnTo>
                <a:lnTo>
                  <a:pt x="534787" y="645208"/>
                </a:lnTo>
                <a:lnTo>
                  <a:pt x="527382" y="640713"/>
                </a:lnTo>
                <a:lnTo>
                  <a:pt x="520241" y="635953"/>
                </a:lnTo>
                <a:lnTo>
                  <a:pt x="513364" y="631193"/>
                </a:lnTo>
                <a:lnTo>
                  <a:pt x="506223" y="626169"/>
                </a:lnTo>
                <a:lnTo>
                  <a:pt x="499611" y="621145"/>
                </a:lnTo>
                <a:lnTo>
                  <a:pt x="492734" y="615592"/>
                </a:lnTo>
                <a:lnTo>
                  <a:pt x="486122" y="610303"/>
                </a:lnTo>
                <a:lnTo>
                  <a:pt x="480039" y="604750"/>
                </a:lnTo>
                <a:lnTo>
                  <a:pt x="473691" y="598933"/>
                </a:lnTo>
                <a:lnTo>
                  <a:pt x="467873" y="593115"/>
                </a:lnTo>
                <a:lnTo>
                  <a:pt x="461790" y="587298"/>
                </a:lnTo>
                <a:lnTo>
                  <a:pt x="455971" y="580952"/>
                </a:lnTo>
                <a:lnTo>
                  <a:pt x="450152" y="574605"/>
                </a:lnTo>
                <a:lnTo>
                  <a:pt x="444863" y="568523"/>
                </a:lnTo>
                <a:lnTo>
                  <a:pt x="439573" y="561913"/>
                </a:lnTo>
                <a:lnTo>
                  <a:pt x="434283" y="555038"/>
                </a:lnTo>
                <a:lnTo>
                  <a:pt x="429258" y="548162"/>
                </a:lnTo>
                <a:lnTo>
                  <a:pt x="424497" y="541287"/>
                </a:lnTo>
                <a:lnTo>
                  <a:pt x="419737" y="534148"/>
                </a:lnTo>
                <a:lnTo>
                  <a:pt x="415240" y="527008"/>
                </a:lnTo>
                <a:lnTo>
                  <a:pt x="411009" y="519868"/>
                </a:lnTo>
                <a:lnTo>
                  <a:pt x="406777" y="512464"/>
                </a:lnTo>
                <a:lnTo>
                  <a:pt x="402545" y="505060"/>
                </a:lnTo>
                <a:lnTo>
                  <a:pt x="398842" y="497392"/>
                </a:lnTo>
                <a:lnTo>
                  <a:pt x="395140" y="489988"/>
                </a:lnTo>
                <a:lnTo>
                  <a:pt x="391966" y="481791"/>
                </a:lnTo>
                <a:lnTo>
                  <a:pt x="388792" y="474122"/>
                </a:lnTo>
                <a:lnTo>
                  <a:pt x="385618" y="466189"/>
                </a:lnTo>
                <a:lnTo>
                  <a:pt x="382709" y="458256"/>
                </a:lnTo>
                <a:lnTo>
                  <a:pt x="380064" y="449795"/>
                </a:lnTo>
                <a:lnTo>
                  <a:pt x="377684" y="441862"/>
                </a:lnTo>
                <a:lnTo>
                  <a:pt x="375303" y="433400"/>
                </a:lnTo>
                <a:lnTo>
                  <a:pt x="373187" y="425203"/>
                </a:lnTo>
                <a:lnTo>
                  <a:pt x="371336" y="416477"/>
                </a:lnTo>
                <a:lnTo>
                  <a:pt x="370014" y="407750"/>
                </a:lnTo>
                <a:lnTo>
                  <a:pt x="368427" y="399289"/>
                </a:lnTo>
                <a:lnTo>
                  <a:pt x="367369" y="390562"/>
                </a:lnTo>
                <a:lnTo>
                  <a:pt x="366311" y="382101"/>
                </a:lnTo>
                <a:lnTo>
                  <a:pt x="365517" y="373110"/>
                </a:lnTo>
                <a:lnTo>
                  <a:pt x="364988" y="364120"/>
                </a:lnTo>
                <a:lnTo>
                  <a:pt x="364724" y="355129"/>
                </a:lnTo>
                <a:lnTo>
                  <a:pt x="364724" y="346403"/>
                </a:lnTo>
                <a:lnTo>
                  <a:pt x="364988" y="337412"/>
                </a:lnTo>
                <a:lnTo>
                  <a:pt x="365253" y="328422"/>
                </a:lnTo>
                <a:lnTo>
                  <a:pt x="365782" y="319695"/>
                </a:lnTo>
                <a:lnTo>
                  <a:pt x="366575" y="310705"/>
                </a:lnTo>
                <a:lnTo>
                  <a:pt x="367898" y="301979"/>
                </a:lnTo>
                <a:lnTo>
                  <a:pt x="368956" y="292988"/>
                </a:lnTo>
                <a:lnTo>
                  <a:pt x="370542" y="284791"/>
                </a:lnTo>
                <a:lnTo>
                  <a:pt x="372394" y="276064"/>
                </a:lnTo>
                <a:lnTo>
                  <a:pt x="374245" y="267603"/>
                </a:lnTo>
                <a:lnTo>
                  <a:pt x="376626" y="259141"/>
                </a:lnTo>
                <a:lnTo>
                  <a:pt x="378477" y="250944"/>
                </a:lnTo>
                <a:lnTo>
                  <a:pt x="381386" y="242746"/>
                </a:lnTo>
                <a:lnTo>
                  <a:pt x="384031" y="234549"/>
                </a:lnTo>
                <a:lnTo>
                  <a:pt x="386940" y="226616"/>
                </a:lnTo>
                <a:lnTo>
                  <a:pt x="390114" y="218683"/>
                </a:lnTo>
                <a:lnTo>
                  <a:pt x="393553" y="210750"/>
                </a:lnTo>
                <a:lnTo>
                  <a:pt x="396991" y="203082"/>
                </a:lnTo>
                <a:lnTo>
                  <a:pt x="400694" y="195678"/>
                </a:lnTo>
                <a:lnTo>
                  <a:pt x="404396" y="187745"/>
                </a:lnTo>
                <a:lnTo>
                  <a:pt x="408628" y="180341"/>
                </a:lnTo>
                <a:lnTo>
                  <a:pt x="412860" y="173201"/>
                </a:lnTo>
                <a:lnTo>
                  <a:pt x="417356" y="165797"/>
                </a:lnTo>
                <a:lnTo>
                  <a:pt x="422117" y="158658"/>
                </a:lnTo>
                <a:lnTo>
                  <a:pt x="426878" y="151783"/>
                </a:lnTo>
                <a:lnTo>
                  <a:pt x="431638" y="144907"/>
                </a:lnTo>
                <a:lnTo>
                  <a:pt x="436664" y="138297"/>
                </a:lnTo>
                <a:lnTo>
                  <a:pt x="441953" y="131686"/>
                </a:lnTo>
                <a:lnTo>
                  <a:pt x="447243" y="125075"/>
                </a:lnTo>
                <a:lnTo>
                  <a:pt x="453062" y="118993"/>
                </a:lnTo>
                <a:lnTo>
                  <a:pt x="458616" y="112647"/>
                </a:lnTo>
                <a:lnTo>
                  <a:pt x="464434" y="106301"/>
                </a:lnTo>
                <a:lnTo>
                  <a:pt x="470518" y="100483"/>
                </a:lnTo>
                <a:lnTo>
                  <a:pt x="476865" y="94666"/>
                </a:lnTo>
                <a:lnTo>
                  <a:pt x="482948" y="89113"/>
                </a:lnTo>
                <a:lnTo>
                  <a:pt x="489560" y="83560"/>
                </a:lnTo>
                <a:lnTo>
                  <a:pt x="496172" y="78271"/>
                </a:lnTo>
                <a:lnTo>
                  <a:pt x="502520" y="72983"/>
                </a:lnTo>
                <a:lnTo>
                  <a:pt x="509397" y="67958"/>
                </a:lnTo>
                <a:lnTo>
                  <a:pt x="516538" y="62934"/>
                </a:lnTo>
                <a:lnTo>
                  <a:pt x="523414" y="58175"/>
                </a:lnTo>
                <a:lnTo>
                  <a:pt x="530820" y="53679"/>
                </a:lnTo>
                <a:lnTo>
                  <a:pt x="537961" y="49184"/>
                </a:lnTo>
                <a:lnTo>
                  <a:pt x="545367" y="45217"/>
                </a:lnTo>
                <a:lnTo>
                  <a:pt x="553301" y="40987"/>
                </a:lnTo>
                <a:lnTo>
                  <a:pt x="560707" y="37020"/>
                </a:lnTo>
                <a:lnTo>
                  <a:pt x="568377" y="33583"/>
                </a:lnTo>
                <a:lnTo>
                  <a:pt x="576311" y="29881"/>
                </a:lnTo>
                <a:lnTo>
                  <a:pt x="584510" y="26707"/>
                </a:lnTo>
                <a:lnTo>
                  <a:pt x="592445" y="23534"/>
                </a:lnTo>
                <a:lnTo>
                  <a:pt x="600379" y="20361"/>
                </a:lnTo>
                <a:lnTo>
                  <a:pt x="608843" y="17717"/>
                </a:lnTo>
                <a:lnTo>
                  <a:pt x="617042" y="15073"/>
                </a:lnTo>
                <a:lnTo>
                  <a:pt x="625505" y="12693"/>
                </a:lnTo>
                <a:lnTo>
                  <a:pt x="633969" y="10313"/>
                </a:lnTo>
                <a:lnTo>
                  <a:pt x="642697" y="8462"/>
                </a:lnTo>
                <a:lnTo>
                  <a:pt x="651425" y="6875"/>
                </a:lnTo>
                <a:lnTo>
                  <a:pt x="659888" y="5024"/>
                </a:lnTo>
                <a:lnTo>
                  <a:pt x="668881" y="3702"/>
                </a:lnTo>
                <a:lnTo>
                  <a:pt x="677873" y="2644"/>
                </a:lnTo>
                <a:lnTo>
                  <a:pt x="686601" y="1851"/>
                </a:lnTo>
                <a:lnTo>
                  <a:pt x="695858" y="793"/>
                </a:lnTo>
                <a:lnTo>
                  <a:pt x="704851" y="264"/>
                </a:lnTo>
                <a:lnTo>
                  <a:pt x="714108" y="0"/>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sp>
        <p:nvSpPr>
          <p:cNvPr id="9" name="KSO_Shape">
            <a:extLst>
              <a:ext uri="{FF2B5EF4-FFF2-40B4-BE49-F238E27FC236}">
                <a16:creationId xmlns:a16="http://schemas.microsoft.com/office/drawing/2014/main" id="{269486F3-4CD2-45EE-B5A2-43CBD723C62A}"/>
              </a:ext>
            </a:extLst>
          </p:cNvPr>
          <p:cNvSpPr/>
          <p:nvPr/>
        </p:nvSpPr>
        <p:spPr bwMode="auto">
          <a:xfrm>
            <a:off x="4922838" y="2532063"/>
            <a:ext cx="895350" cy="611187"/>
          </a:xfrm>
          <a:custGeom>
            <a:avLst/>
            <a:gdLst/>
            <a:ahLst/>
            <a:cxnLst/>
            <a:rect l="0" t="0" r="r" b="b"/>
            <a:pathLst>
              <a:path w="2608263" h="1778000">
                <a:moveTo>
                  <a:pt x="1956693" y="381000"/>
                </a:moveTo>
                <a:lnTo>
                  <a:pt x="1966217" y="381397"/>
                </a:lnTo>
                <a:lnTo>
                  <a:pt x="1975740" y="382192"/>
                </a:lnTo>
                <a:lnTo>
                  <a:pt x="1986057" y="382986"/>
                </a:lnTo>
                <a:lnTo>
                  <a:pt x="1995581" y="384575"/>
                </a:lnTo>
                <a:lnTo>
                  <a:pt x="2005501" y="386562"/>
                </a:lnTo>
                <a:lnTo>
                  <a:pt x="2015819" y="388548"/>
                </a:lnTo>
                <a:lnTo>
                  <a:pt x="2025739" y="391726"/>
                </a:lnTo>
                <a:lnTo>
                  <a:pt x="2035263" y="394904"/>
                </a:lnTo>
                <a:lnTo>
                  <a:pt x="2045580" y="398876"/>
                </a:lnTo>
                <a:lnTo>
                  <a:pt x="2055500" y="403246"/>
                </a:lnTo>
                <a:lnTo>
                  <a:pt x="2065421" y="408807"/>
                </a:lnTo>
                <a:lnTo>
                  <a:pt x="2075738" y="414766"/>
                </a:lnTo>
                <a:lnTo>
                  <a:pt x="2101927" y="438998"/>
                </a:lnTo>
                <a:lnTo>
                  <a:pt x="2143990" y="446149"/>
                </a:lnTo>
                <a:lnTo>
                  <a:pt x="2147958" y="448929"/>
                </a:lnTo>
                <a:lnTo>
                  <a:pt x="2151926" y="452107"/>
                </a:lnTo>
                <a:lnTo>
                  <a:pt x="2155497" y="455683"/>
                </a:lnTo>
                <a:lnTo>
                  <a:pt x="2158672" y="459655"/>
                </a:lnTo>
                <a:lnTo>
                  <a:pt x="2161847" y="464025"/>
                </a:lnTo>
                <a:lnTo>
                  <a:pt x="2164624" y="468395"/>
                </a:lnTo>
                <a:lnTo>
                  <a:pt x="2169783" y="477531"/>
                </a:lnTo>
                <a:lnTo>
                  <a:pt x="2173751" y="485874"/>
                </a:lnTo>
                <a:lnTo>
                  <a:pt x="2176529" y="493024"/>
                </a:lnTo>
                <a:lnTo>
                  <a:pt x="2179306" y="499380"/>
                </a:lnTo>
                <a:lnTo>
                  <a:pt x="2182878" y="516064"/>
                </a:lnTo>
                <a:lnTo>
                  <a:pt x="2186052" y="532749"/>
                </a:lnTo>
                <a:lnTo>
                  <a:pt x="2188036" y="549433"/>
                </a:lnTo>
                <a:lnTo>
                  <a:pt x="2189623" y="565720"/>
                </a:lnTo>
                <a:lnTo>
                  <a:pt x="2190417" y="582008"/>
                </a:lnTo>
                <a:lnTo>
                  <a:pt x="2190814" y="598692"/>
                </a:lnTo>
                <a:lnTo>
                  <a:pt x="2190814" y="615376"/>
                </a:lnTo>
                <a:lnTo>
                  <a:pt x="2190417" y="632855"/>
                </a:lnTo>
                <a:lnTo>
                  <a:pt x="2190020" y="642389"/>
                </a:lnTo>
                <a:lnTo>
                  <a:pt x="2188830" y="656293"/>
                </a:lnTo>
                <a:lnTo>
                  <a:pt x="2185259" y="692840"/>
                </a:lnTo>
                <a:lnTo>
                  <a:pt x="2183671" y="711908"/>
                </a:lnTo>
                <a:lnTo>
                  <a:pt x="2182878" y="730578"/>
                </a:lnTo>
                <a:lnTo>
                  <a:pt x="2182084" y="746468"/>
                </a:lnTo>
                <a:lnTo>
                  <a:pt x="2182481" y="753221"/>
                </a:lnTo>
                <a:lnTo>
                  <a:pt x="2182878" y="758386"/>
                </a:lnTo>
                <a:lnTo>
                  <a:pt x="2183671" y="765139"/>
                </a:lnTo>
                <a:lnTo>
                  <a:pt x="2184862" y="771098"/>
                </a:lnTo>
                <a:lnTo>
                  <a:pt x="2186449" y="775865"/>
                </a:lnTo>
                <a:lnTo>
                  <a:pt x="2188433" y="779837"/>
                </a:lnTo>
                <a:lnTo>
                  <a:pt x="2192798" y="787782"/>
                </a:lnTo>
                <a:lnTo>
                  <a:pt x="2195179" y="792152"/>
                </a:lnTo>
                <a:lnTo>
                  <a:pt x="2198353" y="798508"/>
                </a:lnTo>
                <a:lnTo>
                  <a:pt x="2200734" y="804069"/>
                </a:lnTo>
                <a:lnTo>
                  <a:pt x="2202719" y="810028"/>
                </a:lnTo>
                <a:lnTo>
                  <a:pt x="2204306" y="815987"/>
                </a:lnTo>
                <a:lnTo>
                  <a:pt x="2205496" y="822343"/>
                </a:lnTo>
                <a:lnTo>
                  <a:pt x="2206687" y="829096"/>
                </a:lnTo>
                <a:lnTo>
                  <a:pt x="2207480" y="835452"/>
                </a:lnTo>
                <a:lnTo>
                  <a:pt x="2207877" y="842205"/>
                </a:lnTo>
                <a:lnTo>
                  <a:pt x="2207877" y="848561"/>
                </a:lnTo>
                <a:lnTo>
                  <a:pt x="2207480" y="862465"/>
                </a:lnTo>
                <a:lnTo>
                  <a:pt x="2206290" y="875177"/>
                </a:lnTo>
                <a:lnTo>
                  <a:pt x="2204306" y="887889"/>
                </a:lnTo>
                <a:lnTo>
                  <a:pt x="2202321" y="899806"/>
                </a:lnTo>
                <a:lnTo>
                  <a:pt x="2199544" y="913312"/>
                </a:lnTo>
                <a:lnTo>
                  <a:pt x="2197560" y="920463"/>
                </a:lnTo>
                <a:lnTo>
                  <a:pt x="2195179" y="927613"/>
                </a:lnTo>
                <a:lnTo>
                  <a:pt x="2192798" y="934367"/>
                </a:lnTo>
                <a:lnTo>
                  <a:pt x="2190020" y="941517"/>
                </a:lnTo>
                <a:lnTo>
                  <a:pt x="2186846" y="947873"/>
                </a:lnTo>
                <a:lnTo>
                  <a:pt x="2183275" y="953037"/>
                </a:lnTo>
                <a:lnTo>
                  <a:pt x="2181291" y="955818"/>
                </a:lnTo>
                <a:lnTo>
                  <a:pt x="2178909" y="958201"/>
                </a:lnTo>
                <a:lnTo>
                  <a:pt x="2176132" y="960188"/>
                </a:lnTo>
                <a:lnTo>
                  <a:pt x="2173354" y="961777"/>
                </a:lnTo>
                <a:lnTo>
                  <a:pt x="2167799" y="965749"/>
                </a:lnTo>
                <a:lnTo>
                  <a:pt x="2162243" y="968530"/>
                </a:lnTo>
                <a:lnTo>
                  <a:pt x="2156291" y="971708"/>
                </a:lnTo>
                <a:lnTo>
                  <a:pt x="2151133" y="975283"/>
                </a:lnTo>
                <a:lnTo>
                  <a:pt x="2147958" y="977269"/>
                </a:lnTo>
                <a:lnTo>
                  <a:pt x="2145974" y="979653"/>
                </a:lnTo>
                <a:lnTo>
                  <a:pt x="2143593" y="982434"/>
                </a:lnTo>
                <a:lnTo>
                  <a:pt x="2142006" y="985612"/>
                </a:lnTo>
                <a:lnTo>
                  <a:pt x="2139625" y="990379"/>
                </a:lnTo>
                <a:lnTo>
                  <a:pt x="2137641" y="995543"/>
                </a:lnTo>
                <a:lnTo>
                  <a:pt x="2136450" y="1000707"/>
                </a:lnTo>
                <a:lnTo>
                  <a:pt x="2135260" y="1005871"/>
                </a:lnTo>
                <a:lnTo>
                  <a:pt x="2134466" y="1011433"/>
                </a:lnTo>
                <a:lnTo>
                  <a:pt x="2133673" y="1016597"/>
                </a:lnTo>
                <a:lnTo>
                  <a:pt x="2132879" y="1028514"/>
                </a:lnTo>
                <a:lnTo>
                  <a:pt x="2132085" y="1039637"/>
                </a:lnTo>
                <a:lnTo>
                  <a:pt x="2131292" y="1051158"/>
                </a:lnTo>
                <a:lnTo>
                  <a:pt x="2130895" y="1056719"/>
                </a:lnTo>
                <a:lnTo>
                  <a:pt x="2130101" y="1061883"/>
                </a:lnTo>
                <a:lnTo>
                  <a:pt x="2128911" y="1067445"/>
                </a:lnTo>
                <a:lnTo>
                  <a:pt x="2127721" y="1072212"/>
                </a:lnTo>
                <a:lnTo>
                  <a:pt x="2125736" y="1078170"/>
                </a:lnTo>
                <a:lnTo>
                  <a:pt x="2123355" y="1082937"/>
                </a:lnTo>
                <a:lnTo>
                  <a:pt x="2120578" y="1087307"/>
                </a:lnTo>
                <a:lnTo>
                  <a:pt x="2117800" y="1091280"/>
                </a:lnTo>
                <a:lnTo>
                  <a:pt x="2112245" y="1098430"/>
                </a:lnTo>
                <a:lnTo>
                  <a:pt x="2106293" y="1105183"/>
                </a:lnTo>
                <a:lnTo>
                  <a:pt x="2103515" y="1109156"/>
                </a:lnTo>
                <a:lnTo>
                  <a:pt x="2101134" y="1112731"/>
                </a:lnTo>
                <a:lnTo>
                  <a:pt x="2098356" y="1116703"/>
                </a:lnTo>
                <a:lnTo>
                  <a:pt x="2096372" y="1121470"/>
                </a:lnTo>
                <a:lnTo>
                  <a:pt x="2093991" y="1126237"/>
                </a:lnTo>
                <a:lnTo>
                  <a:pt x="2092801" y="1131799"/>
                </a:lnTo>
                <a:lnTo>
                  <a:pt x="2091610" y="1138155"/>
                </a:lnTo>
                <a:lnTo>
                  <a:pt x="2090817" y="1145305"/>
                </a:lnTo>
                <a:lnTo>
                  <a:pt x="2127721" y="1150470"/>
                </a:lnTo>
                <a:lnTo>
                  <a:pt x="2138435" y="1173907"/>
                </a:lnTo>
                <a:lnTo>
                  <a:pt x="2144783" y="1187016"/>
                </a:lnTo>
                <a:lnTo>
                  <a:pt x="2152323" y="1201317"/>
                </a:lnTo>
                <a:lnTo>
                  <a:pt x="2159863" y="1214426"/>
                </a:lnTo>
                <a:lnTo>
                  <a:pt x="2163831" y="1220782"/>
                </a:lnTo>
                <a:lnTo>
                  <a:pt x="2167799" y="1226741"/>
                </a:lnTo>
                <a:lnTo>
                  <a:pt x="2171767" y="1231905"/>
                </a:lnTo>
                <a:lnTo>
                  <a:pt x="2175735" y="1236672"/>
                </a:lnTo>
                <a:lnTo>
                  <a:pt x="2180497" y="1240645"/>
                </a:lnTo>
                <a:lnTo>
                  <a:pt x="2184862" y="1243823"/>
                </a:lnTo>
                <a:lnTo>
                  <a:pt x="2241606" y="1259713"/>
                </a:lnTo>
                <a:lnTo>
                  <a:pt x="2293192" y="1281164"/>
                </a:lnTo>
                <a:lnTo>
                  <a:pt x="2345572" y="1303807"/>
                </a:lnTo>
                <a:lnTo>
                  <a:pt x="2397951" y="1326053"/>
                </a:lnTo>
                <a:lnTo>
                  <a:pt x="2449140" y="1347902"/>
                </a:lnTo>
                <a:lnTo>
                  <a:pt x="2461045" y="1352669"/>
                </a:lnTo>
                <a:lnTo>
                  <a:pt x="2472552" y="1356641"/>
                </a:lnTo>
                <a:lnTo>
                  <a:pt x="2496361" y="1365381"/>
                </a:lnTo>
                <a:lnTo>
                  <a:pt x="2519773" y="1373723"/>
                </a:lnTo>
                <a:lnTo>
                  <a:pt x="2530884" y="1378093"/>
                </a:lnTo>
                <a:lnTo>
                  <a:pt x="2541995" y="1382860"/>
                </a:lnTo>
                <a:lnTo>
                  <a:pt x="2552312" y="1388421"/>
                </a:lnTo>
                <a:lnTo>
                  <a:pt x="2562233" y="1394380"/>
                </a:lnTo>
                <a:lnTo>
                  <a:pt x="2566597" y="1397558"/>
                </a:lnTo>
                <a:lnTo>
                  <a:pt x="2571756" y="1400736"/>
                </a:lnTo>
                <a:lnTo>
                  <a:pt x="2576121" y="1404311"/>
                </a:lnTo>
                <a:lnTo>
                  <a:pt x="2580089" y="1407886"/>
                </a:lnTo>
                <a:lnTo>
                  <a:pt x="2584057" y="1411859"/>
                </a:lnTo>
                <a:lnTo>
                  <a:pt x="2587629" y="1416228"/>
                </a:lnTo>
                <a:lnTo>
                  <a:pt x="2591200" y="1420598"/>
                </a:lnTo>
                <a:lnTo>
                  <a:pt x="2594375" y="1425365"/>
                </a:lnTo>
                <a:lnTo>
                  <a:pt x="2597946" y="1430132"/>
                </a:lnTo>
                <a:lnTo>
                  <a:pt x="2600723" y="1435296"/>
                </a:lnTo>
                <a:lnTo>
                  <a:pt x="2603105" y="1440858"/>
                </a:lnTo>
                <a:lnTo>
                  <a:pt x="2605089" y="1446817"/>
                </a:lnTo>
                <a:lnTo>
                  <a:pt x="2605485" y="1465487"/>
                </a:lnTo>
                <a:lnTo>
                  <a:pt x="2605882" y="1488528"/>
                </a:lnTo>
                <a:lnTo>
                  <a:pt x="2607073" y="1542951"/>
                </a:lnTo>
                <a:lnTo>
                  <a:pt x="2608263" y="1599757"/>
                </a:lnTo>
                <a:lnTo>
                  <a:pt x="2608263" y="1625975"/>
                </a:lnTo>
                <a:lnTo>
                  <a:pt x="2608263" y="1649413"/>
                </a:lnTo>
                <a:lnTo>
                  <a:pt x="2308271" y="1649413"/>
                </a:lnTo>
                <a:lnTo>
                  <a:pt x="2307081" y="1594196"/>
                </a:lnTo>
                <a:lnTo>
                  <a:pt x="2305493" y="1538581"/>
                </a:lnTo>
                <a:lnTo>
                  <a:pt x="2305097" y="1494486"/>
                </a:lnTo>
                <a:lnTo>
                  <a:pt x="2305097" y="1482172"/>
                </a:lnTo>
                <a:lnTo>
                  <a:pt x="2301129" y="1470651"/>
                </a:lnTo>
                <a:lnTo>
                  <a:pt x="2297557" y="1461117"/>
                </a:lnTo>
                <a:lnTo>
                  <a:pt x="2293986" y="1451981"/>
                </a:lnTo>
                <a:lnTo>
                  <a:pt x="2289224" y="1443241"/>
                </a:lnTo>
                <a:lnTo>
                  <a:pt x="2284859" y="1434899"/>
                </a:lnTo>
                <a:lnTo>
                  <a:pt x="2280097" y="1426954"/>
                </a:lnTo>
                <a:lnTo>
                  <a:pt x="2275335" y="1419406"/>
                </a:lnTo>
                <a:lnTo>
                  <a:pt x="2270177" y="1411859"/>
                </a:lnTo>
                <a:lnTo>
                  <a:pt x="2264621" y="1405106"/>
                </a:lnTo>
                <a:lnTo>
                  <a:pt x="2258669" y="1398352"/>
                </a:lnTo>
                <a:lnTo>
                  <a:pt x="2252717" y="1391996"/>
                </a:lnTo>
                <a:lnTo>
                  <a:pt x="2246765" y="1386435"/>
                </a:lnTo>
                <a:lnTo>
                  <a:pt x="2240416" y="1380079"/>
                </a:lnTo>
                <a:lnTo>
                  <a:pt x="2234067" y="1374915"/>
                </a:lnTo>
                <a:lnTo>
                  <a:pt x="2226924" y="1369750"/>
                </a:lnTo>
                <a:lnTo>
                  <a:pt x="2220178" y="1364983"/>
                </a:lnTo>
                <a:lnTo>
                  <a:pt x="2213433" y="1360217"/>
                </a:lnTo>
                <a:lnTo>
                  <a:pt x="2206290" y="1355450"/>
                </a:lnTo>
                <a:lnTo>
                  <a:pt x="2198750" y="1351080"/>
                </a:lnTo>
                <a:lnTo>
                  <a:pt x="2184465" y="1343532"/>
                </a:lnTo>
                <a:lnTo>
                  <a:pt x="2169386" y="1336382"/>
                </a:lnTo>
                <a:lnTo>
                  <a:pt x="2154307" y="1330026"/>
                </a:lnTo>
                <a:lnTo>
                  <a:pt x="2139228" y="1323670"/>
                </a:lnTo>
                <a:lnTo>
                  <a:pt x="2124546" y="1318108"/>
                </a:lnTo>
                <a:lnTo>
                  <a:pt x="2095578" y="1307780"/>
                </a:lnTo>
                <a:lnTo>
                  <a:pt x="2067405" y="1297849"/>
                </a:lnTo>
                <a:lnTo>
                  <a:pt x="2053913" y="1293082"/>
                </a:lnTo>
                <a:lnTo>
                  <a:pt x="2041215" y="1287917"/>
                </a:lnTo>
                <a:lnTo>
                  <a:pt x="1985264" y="1263685"/>
                </a:lnTo>
                <a:lnTo>
                  <a:pt x="1926932" y="1239056"/>
                </a:lnTo>
                <a:lnTo>
                  <a:pt x="1840427" y="1202112"/>
                </a:lnTo>
                <a:lnTo>
                  <a:pt x="1797571" y="1183441"/>
                </a:lnTo>
                <a:lnTo>
                  <a:pt x="1755111" y="1166359"/>
                </a:lnTo>
                <a:lnTo>
                  <a:pt x="1762651" y="1150470"/>
                </a:lnTo>
                <a:lnTo>
                  <a:pt x="1790031" y="1143716"/>
                </a:lnTo>
                <a:lnTo>
                  <a:pt x="1788047" y="1138155"/>
                </a:lnTo>
                <a:lnTo>
                  <a:pt x="1786460" y="1132196"/>
                </a:lnTo>
                <a:lnTo>
                  <a:pt x="1784873" y="1127429"/>
                </a:lnTo>
                <a:lnTo>
                  <a:pt x="1782492" y="1123457"/>
                </a:lnTo>
                <a:lnTo>
                  <a:pt x="1780111" y="1119484"/>
                </a:lnTo>
                <a:lnTo>
                  <a:pt x="1777730" y="1115909"/>
                </a:lnTo>
                <a:lnTo>
                  <a:pt x="1772571" y="1109950"/>
                </a:lnTo>
                <a:lnTo>
                  <a:pt x="1767413" y="1103594"/>
                </a:lnTo>
                <a:lnTo>
                  <a:pt x="1762254" y="1097636"/>
                </a:lnTo>
                <a:lnTo>
                  <a:pt x="1759476" y="1094458"/>
                </a:lnTo>
                <a:lnTo>
                  <a:pt x="1757095" y="1091280"/>
                </a:lnTo>
                <a:lnTo>
                  <a:pt x="1755111" y="1087307"/>
                </a:lnTo>
                <a:lnTo>
                  <a:pt x="1753524" y="1082937"/>
                </a:lnTo>
                <a:lnTo>
                  <a:pt x="1743207" y="973694"/>
                </a:lnTo>
                <a:lnTo>
                  <a:pt x="1743207" y="974091"/>
                </a:lnTo>
                <a:lnTo>
                  <a:pt x="1742413" y="974091"/>
                </a:lnTo>
                <a:lnTo>
                  <a:pt x="1739636" y="973694"/>
                </a:lnTo>
                <a:lnTo>
                  <a:pt x="1730112" y="972105"/>
                </a:lnTo>
                <a:lnTo>
                  <a:pt x="1720985" y="969324"/>
                </a:lnTo>
                <a:lnTo>
                  <a:pt x="1717414" y="968133"/>
                </a:lnTo>
                <a:lnTo>
                  <a:pt x="1715033" y="967338"/>
                </a:lnTo>
                <a:lnTo>
                  <a:pt x="1711065" y="963763"/>
                </a:lnTo>
                <a:lnTo>
                  <a:pt x="1707097" y="960188"/>
                </a:lnTo>
                <a:lnTo>
                  <a:pt x="1703129" y="955818"/>
                </a:lnTo>
                <a:lnTo>
                  <a:pt x="1699954" y="950654"/>
                </a:lnTo>
                <a:lnTo>
                  <a:pt x="1697177" y="945490"/>
                </a:lnTo>
                <a:lnTo>
                  <a:pt x="1694399" y="939531"/>
                </a:lnTo>
                <a:lnTo>
                  <a:pt x="1692018" y="932778"/>
                </a:lnTo>
                <a:lnTo>
                  <a:pt x="1689637" y="926422"/>
                </a:lnTo>
                <a:lnTo>
                  <a:pt x="1688050" y="919668"/>
                </a:lnTo>
                <a:lnTo>
                  <a:pt x="1686066" y="912518"/>
                </a:lnTo>
                <a:lnTo>
                  <a:pt x="1683288" y="897423"/>
                </a:lnTo>
                <a:lnTo>
                  <a:pt x="1681304" y="882327"/>
                </a:lnTo>
                <a:lnTo>
                  <a:pt x="1679717" y="867232"/>
                </a:lnTo>
                <a:lnTo>
                  <a:pt x="1684875" y="862465"/>
                </a:lnTo>
                <a:lnTo>
                  <a:pt x="1689637" y="857698"/>
                </a:lnTo>
                <a:lnTo>
                  <a:pt x="1694796" y="851739"/>
                </a:lnTo>
                <a:lnTo>
                  <a:pt x="1699161" y="845780"/>
                </a:lnTo>
                <a:lnTo>
                  <a:pt x="1703525" y="839424"/>
                </a:lnTo>
                <a:lnTo>
                  <a:pt x="1707891" y="832671"/>
                </a:lnTo>
                <a:lnTo>
                  <a:pt x="1711462" y="825918"/>
                </a:lnTo>
                <a:lnTo>
                  <a:pt x="1715033" y="818767"/>
                </a:lnTo>
                <a:lnTo>
                  <a:pt x="1718208" y="811617"/>
                </a:lnTo>
                <a:lnTo>
                  <a:pt x="1720985" y="804466"/>
                </a:lnTo>
                <a:lnTo>
                  <a:pt x="1726144" y="790166"/>
                </a:lnTo>
                <a:lnTo>
                  <a:pt x="1730509" y="776262"/>
                </a:lnTo>
                <a:lnTo>
                  <a:pt x="1734080" y="762755"/>
                </a:lnTo>
                <a:lnTo>
                  <a:pt x="1736858" y="750838"/>
                </a:lnTo>
                <a:lnTo>
                  <a:pt x="1738842" y="740510"/>
                </a:lnTo>
                <a:lnTo>
                  <a:pt x="1742413" y="720647"/>
                </a:lnTo>
                <a:lnTo>
                  <a:pt x="1743604" y="709524"/>
                </a:lnTo>
                <a:lnTo>
                  <a:pt x="1745191" y="698798"/>
                </a:lnTo>
                <a:lnTo>
                  <a:pt x="1746381" y="687278"/>
                </a:lnTo>
                <a:lnTo>
                  <a:pt x="1747175" y="675361"/>
                </a:lnTo>
                <a:lnTo>
                  <a:pt x="1747572" y="663443"/>
                </a:lnTo>
                <a:lnTo>
                  <a:pt x="1747572" y="651129"/>
                </a:lnTo>
                <a:lnTo>
                  <a:pt x="1747175" y="638814"/>
                </a:lnTo>
                <a:lnTo>
                  <a:pt x="1746381" y="626102"/>
                </a:lnTo>
                <a:lnTo>
                  <a:pt x="1744794" y="613787"/>
                </a:lnTo>
                <a:lnTo>
                  <a:pt x="1742810" y="601473"/>
                </a:lnTo>
                <a:lnTo>
                  <a:pt x="1740033" y="589158"/>
                </a:lnTo>
                <a:lnTo>
                  <a:pt x="1736461" y="576843"/>
                </a:lnTo>
                <a:lnTo>
                  <a:pt x="1732096" y="564529"/>
                </a:lnTo>
                <a:lnTo>
                  <a:pt x="1726937" y="553008"/>
                </a:lnTo>
                <a:lnTo>
                  <a:pt x="1723366" y="546255"/>
                </a:lnTo>
                <a:lnTo>
                  <a:pt x="1720192" y="539899"/>
                </a:lnTo>
                <a:lnTo>
                  <a:pt x="1715033" y="530365"/>
                </a:lnTo>
                <a:lnTo>
                  <a:pt x="1712652" y="526393"/>
                </a:lnTo>
                <a:lnTo>
                  <a:pt x="1711859" y="521229"/>
                </a:lnTo>
                <a:lnTo>
                  <a:pt x="1711859" y="516064"/>
                </a:lnTo>
                <a:lnTo>
                  <a:pt x="1711462" y="509708"/>
                </a:lnTo>
                <a:lnTo>
                  <a:pt x="1712255" y="493421"/>
                </a:lnTo>
                <a:lnTo>
                  <a:pt x="1716223" y="486271"/>
                </a:lnTo>
                <a:lnTo>
                  <a:pt x="1720192" y="479915"/>
                </a:lnTo>
                <a:lnTo>
                  <a:pt x="1724557" y="473559"/>
                </a:lnTo>
                <a:lnTo>
                  <a:pt x="1728922" y="467600"/>
                </a:lnTo>
                <a:lnTo>
                  <a:pt x="1734080" y="462039"/>
                </a:lnTo>
                <a:lnTo>
                  <a:pt x="1738842" y="456477"/>
                </a:lnTo>
                <a:lnTo>
                  <a:pt x="1743604" y="451313"/>
                </a:lnTo>
                <a:lnTo>
                  <a:pt x="1748762" y="446546"/>
                </a:lnTo>
                <a:lnTo>
                  <a:pt x="1754318" y="442176"/>
                </a:lnTo>
                <a:lnTo>
                  <a:pt x="1759476" y="438204"/>
                </a:lnTo>
                <a:lnTo>
                  <a:pt x="1765429" y="434231"/>
                </a:lnTo>
                <a:lnTo>
                  <a:pt x="1771381" y="430259"/>
                </a:lnTo>
                <a:lnTo>
                  <a:pt x="1776936" y="427081"/>
                </a:lnTo>
                <a:lnTo>
                  <a:pt x="1782888" y="424300"/>
                </a:lnTo>
                <a:lnTo>
                  <a:pt x="1789634" y="421917"/>
                </a:lnTo>
                <a:lnTo>
                  <a:pt x="1795587" y="419533"/>
                </a:lnTo>
                <a:lnTo>
                  <a:pt x="1820983" y="409999"/>
                </a:lnTo>
                <a:lnTo>
                  <a:pt x="1834871" y="404438"/>
                </a:lnTo>
                <a:lnTo>
                  <a:pt x="1849950" y="399273"/>
                </a:lnTo>
                <a:lnTo>
                  <a:pt x="1865823" y="394506"/>
                </a:lnTo>
                <a:lnTo>
                  <a:pt x="1882886" y="390137"/>
                </a:lnTo>
                <a:lnTo>
                  <a:pt x="1900742" y="386562"/>
                </a:lnTo>
                <a:lnTo>
                  <a:pt x="1909472" y="384973"/>
                </a:lnTo>
                <a:lnTo>
                  <a:pt x="1918599" y="383384"/>
                </a:lnTo>
                <a:lnTo>
                  <a:pt x="1927726" y="382589"/>
                </a:lnTo>
                <a:lnTo>
                  <a:pt x="1937249" y="381795"/>
                </a:lnTo>
                <a:lnTo>
                  <a:pt x="1946773" y="381397"/>
                </a:lnTo>
                <a:lnTo>
                  <a:pt x="1956693" y="381000"/>
                </a:lnTo>
                <a:close/>
                <a:moveTo>
                  <a:pt x="674585" y="381000"/>
                </a:moveTo>
                <a:lnTo>
                  <a:pt x="684505" y="381397"/>
                </a:lnTo>
                <a:lnTo>
                  <a:pt x="694029" y="382192"/>
                </a:lnTo>
                <a:lnTo>
                  <a:pt x="703552" y="382986"/>
                </a:lnTo>
                <a:lnTo>
                  <a:pt x="713870" y="384575"/>
                </a:lnTo>
                <a:lnTo>
                  <a:pt x="723790" y="386562"/>
                </a:lnTo>
                <a:lnTo>
                  <a:pt x="733710" y="388548"/>
                </a:lnTo>
                <a:lnTo>
                  <a:pt x="743631" y="391726"/>
                </a:lnTo>
                <a:lnTo>
                  <a:pt x="753551" y="394904"/>
                </a:lnTo>
                <a:lnTo>
                  <a:pt x="763868" y="398876"/>
                </a:lnTo>
                <a:lnTo>
                  <a:pt x="773789" y="403246"/>
                </a:lnTo>
                <a:lnTo>
                  <a:pt x="783709" y="408807"/>
                </a:lnTo>
                <a:lnTo>
                  <a:pt x="793629" y="414766"/>
                </a:lnTo>
                <a:lnTo>
                  <a:pt x="820216" y="438998"/>
                </a:lnTo>
                <a:lnTo>
                  <a:pt x="861088" y="446149"/>
                </a:lnTo>
                <a:lnTo>
                  <a:pt x="863866" y="468792"/>
                </a:lnTo>
                <a:lnTo>
                  <a:pt x="867040" y="491832"/>
                </a:lnTo>
                <a:lnTo>
                  <a:pt x="871008" y="514873"/>
                </a:lnTo>
                <a:lnTo>
                  <a:pt x="876167" y="539105"/>
                </a:lnTo>
                <a:lnTo>
                  <a:pt x="871405" y="548241"/>
                </a:lnTo>
                <a:lnTo>
                  <a:pt x="868231" y="554200"/>
                </a:lnTo>
                <a:lnTo>
                  <a:pt x="864659" y="560556"/>
                </a:lnTo>
                <a:lnTo>
                  <a:pt x="861088" y="568501"/>
                </a:lnTo>
                <a:lnTo>
                  <a:pt x="858310" y="577241"/>
                </a:lnTo>
                <a:lnTo>
                  <a:pt x="855533" y="586377"/>
                </a:lnTo>
                <a:lnTo>
                  <a:pt x="854342" y="591144"/>
                </a:lnTo>
                <a:lnTo>
                  <a:pt x="853548" y="596309"/>
                </a:lnTo>
                <a:lnTo>
                  <a:pt x="853152" y="602267"/>
                </a:lnTo>
                <a:lnTo>
                  <a:pt x="852755" y="607431"/>
                </a:lnTo>
                <a:lnTo>
                  <a:pt x="852755" y="613390"/>
                </a:lnTo>
                <a:lnTo>
                  <a:pt x="853152" y="619349"/>
                </a:lnTo>
                <a:lnTo>
                  <a:pt x="854739" y="642786"/>
                </a:lnTo>
                <a:lnTo>
                  <a:pt x="856723" y="670991"/>
                </a:lnTo>
                <a:lnTo>
                  <a:pt x="857913" y="686087"/>
                </a:lnTo>
                <a:lnTo>
                  <a:pt x="859501" y="700785"/>
                </a:lnTo>
                <a:lnTo>
                  <a:pt x="861485" y="716675"/>
                </a:lnTo>
                <a:lnTo>
                  <a:pt x="863469" y="732167"/>
                </a:lnTo>
                <a:lnTo>
                  <a:pt x="866247" y="748057"/>
                </a:lnTo>
                <a:lnTo>
                  <a:pt x="869818" y="763153"/>
                </a:lnTo>
                <a:lnTo>
                  <a:pt x="873786" y="779043"/>
                </a:lnTo>
                <a:lnTo>
                  <a:pt x="878548" y="793741"/>
                </a:lnTo>
                <a:lnTo>
                  <a:pt x="883706" y="808439"/>
                </a:lnTo>
                <a:lnTo>
                  <a:pt x="886881" y="815589"/>
                </a:lnTo>
                <a:lnTo>
                  <a:pt x="890055" y="822343"/>
                </a:lnTo>
                <a:lnTo>
                  <a:pt x="893230" y="829493"/>
                </a:lnTo>
                <a:lnTo>
                  <a:pt x="896801" y="835849"/>
                </a:lnTo>
                <a:lnTo>
                  <a:pt x="901166" y="842205"/>
                </a:lnTo>
                <a:lnTo>
                  <a:pt x="905134" y="848561"/>
                </a:lnTo>
                <a:lnTo>
                  <a:pt x="909896" y="854520"/>
                </a:lnTo>
                <a:lnTo>
                  <a:pt x="914261" y="860081"/>
                </a:lnTo>
                <a:lnTo>
                  <a:pt x="919420" y="865643"/>
                </a:lnTo>
                <a:lnTo>
                  <a:pt x="924578" y="870807"/>
                </a:lnTo>
                <a:lnTo>
                  <a:pt x="922594" y="885902"/>
                </a:lnTo>
                <a:lnTo>
                  <a:pt x="920213" y="899806"/>
                </a:lnTo>
                <a:lnTo>
                  <a:pt x="917436" y="913312"/>
                </a:lnTo>
                <a:lnTo>
                  <a:pt x="915451" y="920463"/>
                </a:lnTo>
                <a:lnTo>
                  <a:pt x="913467" y="927613"/>
                </a:lnTo>
                <a:lnTo>
                  <a:pt x="911087" y="934367"/>
                </a:lnTo>
                <a:lnTo>
                  <a:pt x="908309" y="941517"/>
                </a:lnTo>
                <a:lnTo>
                  <a:pt x="905134" y="947873"/>
                </a:lnTo>
                <a:lnTo>
                  <a:pt x="901563" y="953037"/>
                </a:lnTo>
                <a:lnTo>
                  <a:pt x="899182" y="955818"/>
                </a:lnTo>
                <a:lnTo>
                  <a:pt x="896801" y="958201"/>
                </a:lnTo>
                <a:lnTo>
                  <a:pt x="894420" y="960188"/>
                </a:lnTo>
                <a:lnTo>
                  <a:pt x="891643" y="961777"/>
                </a:lnTo>
                <a:lnTo>
                  <a:pt x="886087" y="965749"/>
                </a:lnTo>
                <a:lnTo>
                  <a:pt x="880532" y="968530"/>
                </a:lnTo>
                <a:lnTo>
                  <a:pt x="874580" y="971708"/>
                </a:lnTo>
                <a:lnTo>
                  <a:pt x="869024" y="975283"/>
                </a:lnTo>
                <a:lnTo>
                  <a:pt x="866247" y="977269"/>
                </a:lnTo>
                <a:lnTo>
                  <a:pt x="863866" y="979653"/>
                </a:lnTo>
                <a:lnTo>
                  <a:pt x="861881" y="982434"/>
                </a:lnTo>
                <a:lnTo>
                  <a:pt x="859897" y="985612"/>
                </a:lnTo>
                <a:lnTo>
                  <a:pt x="857913" y="990379"/>
                </a:lnTo>
                <a:lnTo>
                  <a:pt x="855929" y="995543"/>
                </a:lnTo>
                <a:lnTo>
                  <a:pt x="854342" y="1000707"/>
                </a:lnTo>
                <a:lnTo>
                  <a:pt x="853152" y="1005871"/>
                </a:lnTo>
                <a:lnTo>
                  <a:pt x="852358" y="1011433"/>
                </a:lnTo>
                <a:lnTo>
                  <a:pt x="851961" y="1016597"/>
                </a:lnTo>
                <a:lnTo>
                  <a:pt x="851167" y="1028514"/>
                </a:lnTo>
                <a:lnTo>
                  <a:pt x="850374" y="1039637"/>
                </a:lnTo>
                <a:lnTo>
                  <a:pt x="849580" y="1051158"/>
                </a:lnTo>
                <a:lnTo>
                  <a:pt x="849183" y="1056719"/>
                </a:lnTo>
                <a:lnTo>
                  <a:pt x="848390" y="1061883"/>
                </a:lnTo>
                <a:lnTo>
                  <a:pt x="847199" y="1067445"/>
                </a:lnTo>
                <a:lnTo>
                  <a:pt x="845612" y="1072212"/>
                </a:lnTo>
                <a:lnTo>
                  <a:pt x="843231" y="1078170"/>
                </a:lnTo>
                <a:lnTo>
                  <a:pt x="841247" y="1082937"/>
                </a:lnTo>
                <a:lnTo>
                  <a:pt x="838469" y="1087307"/>
                </a:lnTo>
                <a:lnTo>
                  <a:pt x="836089" y="1091280"/>
                </a:lnTo>
                <a:lnTo>
                  <a:pt x="830136" y="1098430"/>
                </a:lnTo>
                <a:lnTo>
                  <a:pt x="824581" y="1105183"/>
                </a:lnTo>
                <a:lnTo>
                  <a:pt x="821803" y="1109156"/>
                </a:lnTo>
                <a:lnTo>
                  <a:pt x="819026" y="1112731"/>
                </a:lnTo>
                <a:lnTo>
                  <a:pt x="816248" y="1116703"/>
                </a:lnTo>
                <a:lnTo>
                  <a:pt x="814264" y="1121470"/>
                </a:lnTo>
                <a:lnTo>
                  <a:pt x="812280" y="1126237"/>
                </a:lnTo>
                <a:lnTo>
                  <a:pt x="810692" y="1131799"/>
                </a:lnTo>
                <a:lnTo>
                  <a:pt x="809899" y="1138155"/>
                </a:lnTo>
                <a:lnTo>
                  <a:pt x="809105" y="1145305"/>
                </a:lnTo>
                <a:lnTo>
                  <a:pt x="845612" y="1150470"/>
                </a:lnTo>
                <a:lnTo>
                  <a:pt x="853152" y="1166757"/>
                </a:lnTo>
                <a:lnTo>
                  <a:pt x="811089" y="1183838"/>
                </a:lnTo>
                <a:lnTo>
                  <a:pt x="768233" y="1202112"/>
                </a:lnTo>
                <a:lnTo>
                  <a:pt x="682521" y="1239056"/>
                </a:lnTo>
                <a:lnTo>
                  <a:pt x="624586" y="1263685"/>
                </a:lnTo>
                <a:lnTo>
                  <a:pt x="568635" y="1287917"/>
                </a:lnTo>
                <a:lnTo>
                  <a:pt x="555541" y="1293082"/>
                </a:lnTo>
                <a:lnTo>
                  <a:pt x="542446" y="1297849"/>
                </a:lnTo>
                <a:lnTo>
                  <a:pt x="514669" y="1307780"/>
                </a:lnTo>
                <a:lnTo>
                  <a:pt x="485304" y="1318108"/>
                </a:lnTo>
                <a:lnTo>
                  <a:pt x="470225" y="1323670"/>
                </a:lnTo>
                <a:lnTo>
                  <a:pt x="455146" y="1330026"/>
                </a:lnTo>
                <a:lnTo>
                  <a:pt x="440464" y="1336382"/>
                </a:lnTo>
                <a:lnTo>
                  <a:pt x="425385" y="1343532"/>
                </a:lnTo>
                <a:lnTo>
                  <a:pt x="410703" y="1351080"/>
                </a:lnTo>
                <a:lnTo>
                  <a:pt x="403561" y="1355450"/>
                </a:lnTo>
                <a:lnTo>
                  <a:pt x="396418" y="1360217"/>
                </a:lnTo>
                <a:lnTo>
                  <a:pt x="389275" y="1364983"/>
                </a:lnTo>
                <a:lnTo>
                  <a:pt x="382529" y="1369750"/>
                </a:lnTo>
                <a:lnTo>
                  <a:pt x="376180" y="1374915"/>
                </a:lnTo>
                <a:lnTo>
                  <a:pt x="369038" y="1380079"/>
                </a:lnTo>
                <a:lnTo>
                  <a:pt x="363085" y="1386435"/>
                </a:lnTo>
                <a:lnTo>
                  <a:pt x="356736" y="1391996"/>
                </a:lnTo>
                <a:lnTo>
                  <a:pt x="350784" y="1398352"/>
                </a:lnTo>
                <a:lnTo>
                  <a:pt x="345229" y="1405106"/>
                </a:lnTo>
                <a:lnTo>
                  <a:pt x="339277" y="1411859"/>
                </a:lnTo>
                <a:lnTo>
                  <a:pt x="334118" y="1419406"/>
                </a:lnTo>
                <a:lnTo>
                  <a:pt x="329356" y="1426954"/>
                </a:lnTo>
                <a:lnTo>
                  <a:pt x="324594" y="1434899"/>
                </a:lnTo>
                <a:lnTo>
                  <a:pt x="320229" y="1443241"/>
                </a:lnTo>
                <a:lnTo>
                  <a:pt x="315865" y="1451981"/>
                </a:lnTo>
                <a:lnTo>
                  <a:pt x="311896" y="1461117"/>
                </a:lnTo>
                <a:lnTo>
                  <a:pt x="308325" y="1470651"/>
                </a:lnTo>
                <a:lnTo>
                  <a:pt x="304357" y="1482172"/>
                </a:lnTo>
                <a:lnTo>
                  <a:pt x="304357" y="1494486"/>
                </a:lnTo>
                <a:lnTo>
                  <a:pt x="303960" y="1538581"/>
                </a:lnTo>
                <a:lnTo>
                  <a:pt x="302770" y="1594196"/>
                </a:lnTo>
                <a:lnTo>
                  <a:pt x="301182" y="1649413"/>
                </a:lnTo>
                <a:lnTo>
                  <a:pt x="0" y="1649413"/>
                </a:lnTo>
                <a:lnTo>
                  <a:pt x="0" y="1625975"/>
                </a:lnTo>
                <a:lnTo>
                  <a:pt x="0" y="1599757"/>
                </a:lnTo>
                <a:lnTo>
                  <a:pt x="1190" y="1542951"/>
                </a:lnTo>
                <a:lnTo>
                  <a:pt x="2381" y="1488528"/>
                </a:lnTo>
                <a:lnTo>
                  <a:pt x="2778" y="1465487"/>
                </a:lnTo>
                <a:lnTo>
                  <a:pt x="2778" y="1446817"/>
                </a:lnTo>
                <a:lnTo>
                  <a:pt x="5159" y="1440858"/>
                </a:lnTo>
                <a:lnTo>
                  <a:pt x="7539" y="1435296"/>
                </a:lnTo>
                <a:lnTo>
                  <a:pt x="10317" y="1430132"/>
                </a:lnTo>
                <a:lnTo>
                  <a:pt x="13889" y="1425365"/>
                </a:lnTo>
                <a:lnTo>
                  <a:pt x="17063" y="1420598"/>
                </a:lnTo>
                <a:lnTo>
                  <a:pt x="20634" y="1416228"/>
                </a:lnTo>
                <a:lnTo>
                  <a:pt x="24206" y="1411859"/>
                </a:lnTo>
                <a:lnTo>
                  <a:pt x="28174" y="1407886"/>
                </a:lnTo>
                <a:lnTo>
                  <a:pt x="32142" y="1404311"/>
                </a:lnTo>
                <a:lnTo>
                  <a:pt x="36507" y="1400736"/>
                </a:lnTo>
                <a:lnTo>
                  <a:pt x="41269" y="1397558"/>
                </a:lnTo>
                <a:lnTo>
                  <a:pt x="46031" y="1394380"/>
                </a:lnTo>
                <a:lnTo>
                  <a:pt x="55951" y="1388421"/>
                </a:lnTo>
                <a:lnTo>
                  <a:pt x="66665" y="1382860"/>
                </a:lnTo>
                <a:lnTo>
                  <a:pt x="77379" y="1378093"/>
                </a:lnTo>
                <a:lnTo>
                  <a:pt x="88490" y="1373723"/>
                </a:lnTo>
                <a:lnTo>
                  <a:pt x="111902" y="1365381"/>
                </a:lnTo>
                <a:lnTo>
                  <a:pt x="135711" y="1356641"/>
                </a:lnTo>
                <a:lnTo>
                  <a:pt x="147218" y="1352669"/>
                </a:lnTo>
                <a:lnTo>
                  <a:pt x="158726" y="1347902"/>
                </a:lnTo>
                <a:lnTo>
                  <a:pt x="210312" y="1326053"/>
                </a:lnTo>
                <a:lnTo>
                  <a:pt x="263088" y="1303807"/>
                </a:lnTo>
                <a:lnTo>
                  <a:pt x="315071" y="1281164"/>
                </a:lnTo>
                <a:lnTo>
                  <a:pt x="366260" y="1259713"/>
                </a:lnTo>
                <a:lnTo>
                  <a:pt x="423401" y="1243823"/>
                </a:lnTo>
                <a:lnTo>
                  <a:pt x="428163" y="1240645"/>
                </a:lnTo>
                <a:lnTo>
                  <a:pt x="432131" y="1236672"/>
                </a:lnTo>
                <a:lnTo>
                  <a:pt x="436496" y="1231905"/>
                </a:lnTo>
                <a:lnTo>
                  <a:pt x="440464" y="1226741"/>
                </a:lnTo>
                <a:lnTo>
                  <a:pt x="444432" y="1220782"/>
                </a:lnTo>
                <a:lnTo>
                  <a:pt x="448401" y="1214426"/>
                </a:lnTo>
                <a:lnTo>
                  <a:pt x="456337" y="1201317"/>
                </a:lnTo>
                <a:lnTo>
                  <a:pt x="463480" y="1187016"/>
                </a:lnTo>
                <a:lnTo>
                  <a:pt x="469829" y="1173907"/>
                </a:lnTo>
                <a:lnTo>
                  <a:pt x="480543" y="1150470"/>
                </a:lnTo>
                <a:lnTo>
                  <a:pt x="507526" y="1143716"/>
                </a:lnTo>
                <a:lnTo>
                  <a:pt x="506336" y="1138155"/>
                </a:lnTo>
                <a:lnTo>
                  <a:pt x="504748" y="1132196"/>
                </a:lnTo>
                <a:lnTo>
                  <a:pt x="502764" y="1127429"/>
                </a:lnTo>
                <a:lnTo>
                  <a:pt x="500780" y="1123457"/>
                </a:lnTo>
                <a:lnTo>
                  <a:pt x="498399" y="1119484"/>
                </a:lnTo>
                <a:lnTo>
                  <a:pt x="496018" y="1115909"/>
                </a:lnTo>
                <a:lnTo>
                  <a:pt x="490860" y="1109950"/>
                </a:lnTo>
                <a:lnTo>
                  <a:pt x="485701" y="1103594"/>
                </a:lnTo>
                <a:lnTo>
                  <a:pt x="480146" y="1097636"/>
                </a:lnTo>
                <a:lnTo>
                  <a:pt x="477765" y="1094458"/>
                </a:lnTo>
                <a:lnTo>
                  <a:pt x="475384" y="1091280"/>
                </a:lnTo>
                <a:lnTo>
                  <a:pt x="473400" y="1087307"/>
                </a:lnTo>
                <a:lnTo>
                  <a:pt x="471813" y="1082937"/>
                </a:lnTo>
                <a:lnTo>
                  <a:pt x="461495" y="973694"/>
                </a:lnTo>
                <a:lnTo>
                  <a:pt x="461099" y="974091"/>
                </a:lnTo>
                <a:lnTo>
                  <a:pt x="460305" y="974091"/>
                </a:lnTo>
                <a:lnTo>
                  <a:pt x="457527" y="973694"/>
                </a:lnTo>
                <a:lnTo>
                  <a:pt x="448401" y="972105"/>
                </a:lnTo>
                <a:lnTo>
                  <a:pt x="438877" y="969324"/>
                </a:lnTo>
                <a:lnTo>
                  <a:pt x="435306" y="968133"/>
                </a:lnTo>
                <a:lnTo>
                  <a:pt x="433322" y="967338"/>
                </a:lnTo>
                <a:lnTo>
                  <a:pt x="430147" y="964557"/>
                </a:lnTo>
                <a:lnTo>
                  <a:pt x="426973" y="962174"/>
                </a:lnTo>
                <a:lnTo>
                  <a:pt x="424195" y="958996"/>
                </a:lnTo>
                <a:lnTo>
                  <a:pt x="421417" y="955818"/>
                </a:lnTo>
                <a:lnTo>
                  <a:pt x="419036" y="952243"/>
                </a:lnTo>
                <a:lnTo>
                  <a:pt x="416655" y="948270"/>
                </a:lnTo>
                <a:lnTo>
                  <a:pt x="414671" y="944298"/>
                </a:lnTo>
                <a:lnTo>
                  <a:pt x="412687" y="939928"/>
                </a:lnTo>
                <a:lnTo>
                  <a:pt x="409116" y="929997"/>
                </a:lnTo>
                <a:lnTo>
                  <a:pt x="406338" y="920066"/>
                </a:lnTo>
                <a:lnTo>
                  <a:pt x="403957" y="908943"/>
                </a:lnTo>
                <a:lnTo>
                  <a:pt x="401576" y="898217"/>
                </a:lnTo>
                <a:lnTo>
                  <a:pt x="399989" y="887094"/>
                </a:lnTo>
                <a:lnTo>
                  <a:pt x="398402" y="875574"/>
                </a:lnTo>
                <a:lnTo>
                  <a:pt x="396418" y="854122"/>
                </a:lnTo>
                <a:lnTo>
                  <a:pt x="394831" y="834260"/>
                </a:lnTo>
                <a:lnTo>
                  <a:pt x="393640" y="817576"/>
                </a:lnTo>
                <a:lnTo>
                  <a:pt x="393640" y="814795"/>
                </a:lnTo>
                <a:lnTo>
                  <a:pt x="394037" y="811617"/>
                </a:lnTo>
                <a:lnTo>
                  <a:pt x="395227" y="808439"/>
                </a:lnTo>
                <a:lnTo>
                  <a:pt x="396418" y="805261"/>
                </a:lnTo>
                <a:lnTo>
                  <a:pt x="399989" y="798905"/>
                </a:lnTo>
                <a:lnTo>
                  <a:pt x="403561" y="791755"/>
                </a:lnTo>
                <a:lnTo>
                  <a:pt x="407132" y="784604"/>
                </a:lnTo>
                <a:lnTo>
                  <a:pt x="408322" y="780234"/>
                </a:lnTo>
                <a:lnTo>
                  <a:pt x="409513" y="776262"/>
                </a:lnTo>
                <a:lnTo>
                  <a:pt x="410306" y="771495"/>
                </a:lnTo>
                <a:lnTo>
                  <a:pt x="410703" y="766331"/>
                </a:lnTo>
                <a:lnTo>
                  <a:pt x="410306" y="761166"/>
                </a:lnTo>
                <a:lnTo>
                  <a:pt x="409513" y="755605"/>
                </a:lnTo>
                <a:lnTo>
                  <a:pt x="406338" y="738126"/>
                </a:lnTo>
                <a:lnTo>
                  <a:pt x="403561" y="721839"/>
                </a:lnTo>
                <a:lnTo>
                  <a:pt x="401180" y="705552"/>
                </a:lnTo>
                <a:lnTo>
                  <a:pt x="399196" y="689662"/>
                </a:lnTo>
                <a:lnTo>
                  <a:pt x="397608" y="673772"/>
                </a:lnTo>
                <a:lnTo>
                  <a:pt x="397211" y="659074"/>
                </a:lnTo>
                <a:lnTo>
                  <a:pt x="396815" y="643978"/>
                </a:lnTo>
                <a:lnTo>
                  <a:pt x="396815" y="629677"/>
                </a:lnTo>
                <a:lnTo>
                  <a:pt x="397608" y="615774"/>
                </a:lnTo>
                <a:lnTo>
                  <a:pt x="398799" y="602267"/>
                </a:lnTo>
                <a:lnTo>
                  <a:pt x="400386" y="588761"/>
                </a:lnTo>
                <a:lnTo>
                  <a:pt x="402370" y="576446"/>
                </a:lnTo>
                <a:lnTo>
                  <a:pt x="404751" y="563734"/>
                </a:lnTo>
                <a:lnTo>
                  <a:pt x="407529" y="552214"/>
                </a:lnTo>
                <a:lnTo>
                  <a:pt x="410703" y="540297"/>
                </a:lnTo>
                <a:lnTo>
                  <a:pt x="414275" y="529571"/>
                </a:lnTo>
                <a:lnTo>
                  <a:pt x="418243" y="519242"/>
                </a:lnTo>
                <a:lnTo>
                  <a:pt x="422211" y="508914"/>
                </a:lnTo>
                <a:lnTo>
                  <a:pt x="426973" y="499380"/>
                </a:lnTo>
                <a:lnTo>
                  <a:pt x="432131" y="490243"/>
                </a:lnTo>
                <a:lnTo>
                  <a:pt x="437290" y="481504"/>
                </a:lnTo>
                <a:lnTo>
                  <a:pt x="442845" y="473162"/>
                </a:lnTo>
                <a:lnTo>
                  <a:pt x="448797" y="465614"/>
                </a:lnTo>
                <a:lnTo>
                  <a:pt x="454750" y="458066"/>
                </a:lnTo>
                <a:lnTo>
                  <a:pt x="461495" y="451710"/>
                </a:lnTo>
                <a:lnTo>
                  <a:pt x="468241" y="445752"/>
                </a:lnTo>
                <a:lnTo>
                  <a:pt x="474987" y="440190"/>
                </a:lnTo>
                <a:lnTo>
                  <a:pt x="482130" y="435026"/>
                </a:lnTo>
                <a:lnTo>
                  <a:pt x="490066" y="429862"/>
                </a:lnTo>
                <a:lnTo>
                  <a:pt x="497606" y="425889"/>
                </a:lnTo>
                <a:lnTo>
                  <a:pt x="505542" y="422711"/>
                </a:lnTo>
                <a:lnTo>
                  <a:pt x="513875" y="419533"/>
                </a:lnTo>
                <a:lnTo>
                  <a:pt x="538478" y="409999"/>
                </a:lnTo>
                <a:lnTo>
                  <a:pt x="553160" y="404438"/>
                </a:lnTo>
                <a:lnTo>
                  <a:pt x="568239" y="399273"/>
                </a:lnTo>
                <a:lnTo>
                  <a:pt x="584111" y="394506"/>
                </a:lnTo>
                <a:lnTo>
                  <a:pt x="601174" y="390137"/>
                </a:lnTo>
                <a:lnTo>
                  <a:pt x="618634" y="386562"/>
                </a:lnTo>
                <a:lnTo>
                  <a:pt x="627761" y="384973"/>
                </a:lnTo>
                <a:lnTo>
                  <a:pt x="636888" y="383384"/>
                </a:lnTo>
                <a:lnTo>
                  <a:pt x="646014" y="382589"/>
                </a:lnTo>
                <a:lnTo>
                  <a:pt x="655538" y="381795"/>
                </a:lnTo>
                <a:lnTo>
                  <a:pt x="665061" y="381397"/>
                </a:lnTo>
                <a:lnTo>
                  <a:pt x="674585" y="381000"/>
                </a:lnTo>
                <a:close/>
                <a:moveTo>
                  <a:pt x="1307704" y="0"/>
                </a:moveTo>
                <a:lnTo>
                  <a:pt x="1321601" y="0"/>
                </a:lnTo>
                <a:lnTo>
                  <a:pt x="1335100" y="0"/>
                </a:lnTo>
                <a:lnTo>
                  <a:pt x="1348997" y="1191"/>
                </a:lnTo>
                <a:lnTo>
                  <a:pt x="1362496" y="2381"/>
                </a:lnTo>
                <a:lnTo>
                  <a:pt x="1376790" y="4366"/>
                </a:lnTo>
                <a:lnTo>
                  <a:pt x="1390289" y="7144"/>
                </a:lnTo>
                <a:lnTo>
                  <a:pt x="1404583" y="10319"/>
                </a:lnTo>
                <a:lnTo>
                  <a:pt x="1418480" y="14684"/>
                </a:lnTo>
                <a:lnTo>
                  <a:pt x="1432773" y="19447"/>
                </a:lnTo>
                <a:lnTo>
                  <a:pt x="1446670" y="25003"/>
                </a:lnTo>
                <a:lnTo>
                  <a:pt x="1460566" y="31353"/>
                </a:lnTo>
                <a:lnTo>
                  <a:pt x="1474463" y="38497"/>
                </a:lnTo>
                <a:lnTo>
                  <a:pt x="1488757" y="46831"/>
                </a:lnTo>
                <a:lnTo>
                  <a:pt x="1525285" y="80963"/>
                </a:lnTo>
                <a:lnTo>
                  <a:pt x="1584841" y="90884"/>
                </a:lnTo>
                <a:lnTo>
                  <a:pt x="1590400" y="94853"/>
                </a:lnTo>
                <a:lnTo>
                  <a:pt x="1595958" y="99616"/>
                </a:lnTo>
                <a:lnTo>
                  <a:pt x="1600723" y="104775"/>
                </a:lnTo>
                <a:lnTo>
                  <a:pt x="1605487" y="110331"/>
                </a:lnTo>
                <a:lnTo>
                  <a:pt x="1609855" y="115888"/>
                </a:lnTo>
                <a:lnTo>
                  <a:pt x="1613825" y="122238"/>
                </a:lnTo>
                <a:lnTo>
                  <a:pt x="1617399" y="128984"/>
                </a:lnTo>
                <a:lnTo>
                  <a:pt x="1620575" y="134938"/>
                </a:lnTo>
                <a:lnTo>
                  <a:pt x="1626531" y="146447"/>
                </a:lnTo>
                <a:lnTo>
                  <a:pt x="1630898" y="156766"/>
                </a:lnTo>
                <a:lnTo>
                  <a:pt x="1634075" y="165894"/>
                </a:lnTo>
                <a:lnTo>
                  <a:pt x="1636854" y="177403"/>
                </a:lnTo>
                <a:lnTo>
                  <a:pt x="1639236" y="189309"/>
                </a:lnTo>
                <a:lnTo>
                  <a:pt x="1641619" y="200819"/>
                </a:lnTo>
                <a:lnTo>
                  <a:pt x="1643207" y="212725"/>
                </a:lnTo>
                <a:lnTo>
                  <a:pt x="1644795" y="223838"/>
                </a:lnTo>
                <a:lnTo>
                  <a:pt x="1646383" y="235347"/>
                </a:lnTo>
                <a:lnTo>
                  <a:pt x="1648368" y="258366"/>
                </a:lnTo>
                <a:lnTo>
                  <a:pt x="1649559" y="281781"/>
                </a:lnTo>
                <a:lnTo>
                  <a:pt x="1649957" y="304800"/>
                </a:lnTo>
                <a:lnTo>
                  <a:pt x="1649957" y="328613"/>
                </a:lnTo>
                <a:lnTo>
                  <a:pt x="1649559" y="352822"/>
                </a:lnTo>
                <a:lnTo>
                  <a:pt x="1648765" y="365919"/>
                </a:lnTo>
                <a:lnTo>
                  <a:pt x="1647177" y="385763"/>
                </a:lnTo>
                <a:lnTo>
                  <a:pt x="1642413" y="436959"/>
                </a:lnTo>
                <a:lnTo>
                  <a:pt x="1640427" y="464344"/>
                </a:lnTo>
                <a:lnTo>
                  <a:pt x="1638839" y="490141"/>
                </a:lnTo>
                <a:lnTo>
                  <a:pt x="1638442" y="501650"/>
                </a:lnTo>
                <a:lnTo>
                  <a:pt x="1638045" y="511969"/>
                </a:lnTo>
                <a:lnTo>
                  <a:pt x="1638442" y="521494"/>
                </a:lnTo>
                <a:lnTo>
                  <a:pt x="1638839" y="529034"/>
                </a:lnTo>
                <a:lnTo>
                  <a:pt x="1640030" y="538559"/>
                </a:lnTo>
                <a:lnTo>
                  <a:pt x="1642016" y="546497"/>
                </a:lnTo>
                <a:lnTo>
                  <a:pt x="1644001" y="553244"/>
                </a:lnTo>
                <a:lnTo>
                  <a:pt x="1646780" y="558800"/>
                </a:lnTo>
                <a:lnTo>
                  <a:pt x="1649559" y="563959"/>
                </a:lnTo>
                <a:lnTo>
                  <a:pt x="1653133" y="569516"/>
                </a:lnTo>
                <a:lnTo>
                  <a:pt x="1656706" y="576659"/>
                </a:lnTo>
                <a:lnTo>
                  <a:pt x="1661074" y="584597"/>
                </a:lnTo>
                <a:lnTo>
                  <a:pt x="1664250" y="592534"/>
                </a:lnTo>
                <a:lnTo>
                  <a:pt x="1667029" y="600869"/>
                </a:lnTo>
                <a:lnTo>
                  <a:pt x="1669412" y="609600"/>
                </a:lnTo>
                <a:lnTo>
                  <a:pt x="1671397" y="618331"/>
                </a:lnTo>
                <a:lnTo>
                  <a:pt x="1672588" y="627459"/>
                </a:lnTo>
                <a:lnTo>
                  <a:pt x="1673382" y="636984"/>
                </a:lnTo>
                <a:lnTo>
                  <a:pt x="1673779" y="646113"/>
                </a:lnTo>
                <a:lnTo>
                  <a:pt x="1674176" y="655241"/>
                </a:lnTo>
                <a:lnTo>
                  <a:pt x="1673779" y="665163"/>
                </a:lnTo>
                <a:lnTo>
                  <a:pt x="1673382" y="674291"/>
                </a:lnTo>
                <a:lnTo>
                  <a:pt x="1671794" y="692547"/>
                </a:lnTo>
                <a:lnTo>
                  <a:pt x="1669412" y="710009"/>
                </a:lnTo>
                <a:lnTo>
                  <a:pt x="1666632" y="726678"/>
                </a:lnTo>
                <a:lnTo>
                  <a:pt x="1664647" y="735806"/>
                </a:lnTo>
                <a:lnTo>
                  <a:pt x="1662662" y="745728"/>
                </a:lnTo>
                <a:lnTo>
                  <a:pt x="1659883" y="755650"/>
                </a:lnTo>
                <a:lnTo>
                  <a:pt x="1656706" y="765572"/>
                </a:lnTo>
                <a:lnTo>
                  <a:pt x="1653133" y="775891"/>
                </a:lnTo>
                <a:lnTo>
                  <a:pt x="1649162" y="785416"/>
                </a:lnTo>
                <a:lnTo>
                  <a:pt x="1644795" y="793750"/>
                </a:lnTo>
                <a:lnTo>
                  <a:pt x="1642413" y="798116"/>
                </a:lnTo>
                <a:lnTo>
                  <a:pt x="1639633" y="802084"/>
                </a:lnTo>
                <a:lnTo>
                  <a:pt x="1636854" y="805656"/>
                </a:lnTo>
                <a:lnTo>
                  <a:pt x="1633678" y="808831"/>
                </a:lnTo>
                <a:lnTo>
                  <a:pt x="1630104" y="811609"/>
                </a:lnTo>
                <a:lnTo>
                  <a:pt x="1626531" y="814388"/>
                </a:lnTo>
                <a:lnTo>
                  <a:pt x="1618193" y="818753"/>
                </a:lnTo>
                <a:lnTo>
                  <a:pt x="1610252" y="823119"/>
                </a:lnTo>
                <a:lnTo>
                  <a:pt x="1602311" y="827881"/>
                </a:lnTo>
                <a:lnTo>
                  <a:pt x="1598341" y="830263"/>
                </a:lnTo>
                <a:lnTo>
                  <a:pt x="1593973" y="832644"/>
                </a:lnTo>
                <a:lnTo>
                  <a:pt x="1590797" y="835819"/>
                </a:lnTo>
                <a:lnTo>
                  <a:pt x="1587223" y="838994"/>
                </a:lnTo>
                <a:lnTo>
                  <a:pt x="1584444" y="842963"/>
                </a:lnTo>
                <a:lnTo>
                  <a:pt x="1581665" y="846931"/>
                </a:lnTo>
                <a:lnTo>
                  <a:pt x="1578489" y="854075"/>
                </a:lnTo>
                <a:lnTo>
                  <a:pt x="1576106" y="860822"/>
                </a:lnTo>
                <a:lnTo>
                  <a:pt x="1574121" y="867966"/>
                </a:lnTo>
                <a:lnTo>
                  <a:pt x="1572533" y="875506"/>
                </a:lnTo>
                <a:lnTo>
                  <a:pt x="1571342" y="883444"/>
                </a:lnTo>
                <a:lnTo>
                  <a:pt x="1570151" y="890984"/>
                </a:lnTo>
                <a:lnTo>
                  <a:pt x="1568959" y="906859"/>
                </a:lnTo>
                <a:lnTo>
                  <a:pt x="1568165" y="923131"/>
                </a:lnTo>
                <a:lnTo>
                  <a:pt x="1566974" y="939006"/>
                </a:lnTo>
                <a:lnTo>
                  <a:pt x="1565783" y="946944"/>
                </a:lnTo>
                <a:lnTo>
                  <a:pt x="1564989" y="954484"/>
                </a:lnTo>
                <a:lnTo>
                  <a:pt x="1563401" y="961628"/>
                </a:lnTo>
                <a:lnTo>
                  <a:pt x="1561415" y="969169"/>
                </a:lnTo>
                <a:lnTo>
                  <a:pt x="1558636" y="976709"/>
                </a:lnTo>
                <a:lnTo>
                  <a:pt x="1555460" y="983456"/>
                </a:lnTo>
                <a:lnTo>
                  <a:pt x="1551887" y="989409"/>
                </a:lnTo>
                <a:lnTo>
                  <a:pt x="1548313" y="995363"/>
                </a:lnTo>
                <a:lnTo>
                  <a:pt x="1544343" y="1000522"/>
                </a:lnTo>
                <a:lnTo>
                  <a:pt x="1539578" y="1005284"/>
                </a:lnTo>
                <a:lnTo>
                  <a:pt x="1531637" y="1014809"/>
                </a:lnTo>
                <a:lnTo>
                  <a:pt x="1527667" y="1019969"/>
                </a:lnTo>
                <a:lnTo>
                  <a:pt x="1524093" y="1025525"/>
                </a:lnTo>
                <a:lnTo>
                  <a:pt x="1520520" y="1031081"/>
                </a:lnTo>
                <a:lnTo>
                  <a:pt x="1517741" y="1037431"/>
                </a:lnTo>
                <a:lnTo>
                  <a:pt x="1514961" y="1044178"/>
                </a:lnTo>
                <a:lnTo>
                  <a:pt x="1512976" y="1052513"/>
                </a:lnTo>
                <a:lnTo>
                  <a:pt x="1510991" y="1061244"/>
                </a:lnTo>
                <a:lnTo>
                  <a:pt x="1510197" y="1070769"/>
                </a:lnTo>
                <a:lnTo>
                  <a:pt x="1561415" y="1078309"/>
                </a:lnTo>
                <a:lnTo>
                  <a:pt x="1576900" y="1111250"/>
                </a:lnTo>
                <a:lnTo>
                  <a:pt x="1585635" y="1129903"/>
                </a:lnTo>
                <a:lnTo>
                  <a:pt x="1596355" y="1149350"/>
                </a:lnTo>
                <a:lnTo>
                  <a:pt x="1601517" y="1158478"/>
                </a:lnTo>
                <a:lnTo>
                  <a:pt x="1606679" y="1168003"/>
                </a:lnTo>
                <a:lnTo>
                  <a:pt x="1612237" y="1176734"/>
                </a:lnTo>
                <a:lnTo>
                  <a:pt x="1617796" y="1184672"/>
                </a:lnTo>
                <a:lnTo>
                  <a:pt x="1624149" y="1192609"/>
                </a:lnTo>
                <a:lnTo>
                  <a:pt x="1629707" y="1198959"/>
                </a:lnTo>
                <a:lnTo>
                  <a:pt x="1635663" y="1204516"/>
                </a:lnTo>
                <a:lnTo>
                  <a:pt x="1641619" y="1209278"/>
                </a:lnTo>
                <a:lnTo>
                  <a:pt x="1721821" y="1231106"/>
                </a:lnTo>
                <a:lnTo>
                  <a:pt x="1793687" y="1261269"/>
                </a:lnTo>
                <a:lnTo>
                  <a:pt x="1867537" y="1292622"/>
                </a:lnTo>
                <a:lnTo>
                  <a:pt x="1941387" y="1324372"/>
                </a:lnTo>
                <a:lnTo>
                  <a:pt x="2013649" y="1354931"/>
                </a:lnTo>
                <a:lnTo>
                  <a:pt x="2029531" y="1361678"/>
                </a:lnTo>
                <a:lnTo>
                  <a:pt x="2046207" y="1367631"/>
                </a:lnTo>
                <a:lnTo>
                  <a:pt x="2079161" y="1379141"/>
                </a:lnTo>
                <a:lnTo>
                  <a:pt x="2095440" y="1385094"/>
                </a:lnTo>
                <a:lnTo>
                  <a:pt x="2112116" y="1391444"/>
                </a:lnTo>
                <a:lnTo>
                  <a:pt x="2127998" y="1397397"/>
                </a:lnTo>
                <a:lnTo>
                  <a:pt x="2143085" y="1404144"/>
                </a:lnTo>
                <a:lnTo>
                  <a:pt x="2150232" y="1407716"/>
                </a:lnTo>
                <a:lnTo>
                  <a:pt x="2157776" y="1411684"/>
                </a:lnTo>
                <a:lnTo>
                  <a:pt x="2164923" y="1416050"/>
                </a:lnTo>
                <a:lnTo>
                  <a:pt x="2171673" y="1420019"/>
                </a:lnTo>
                <a:lnTo>
                  <a:pt x="2178423" y="1424384"/>
                </a:lnTo>
                <a:lnTo>
                  <a:pt x="2184775" y="1429147"/>
                </a:lnTo>
                <a:lnTo>
                  <a:pt x="2191128" y="1433909"/>
                </a:lnTo>
                <a:lnTo>
                  <a:pt x="2196687" y="1439069"/>
                </a:lnTo>
                <a:lnTo>
                  <a:pt x="2202245" y="1445022"/>
                </a:lnTo>
                <a:lnTo>
                  <a:pt x="2207804" y="1450578"/>
                </a:lnTo>
                <a:lnTo>
                  <a:pt x="2212965" y="1456928"/>
                </a:lnTo>
                <a:lnTo>
                  <a:pt x="2217333" y="1463278"/>
                </a:lnTo>
                <a:lnTo>
                  <a:pt x="2221700" y="1470422"/>
                </a:lnTo>
                <a:lnTo>
                  <a:pt x="2225274" y="1477566"/>
                </a:lnTo>
                <a:lnTo>
                  <a:pt x="2228847" y="1485503"/>
                </a:lnTo>
                <a:lnTo>
                  <a:pt x="2232023" y="1493441"/>
                </a:lnTo>
                <a:lnTo>
                  <a:pt x="2232023" y="1519634"/>
                </a:lnTo>
                <a:lnTo>
                  <a:pt x="2232817" y="1552178"/>
                </a:lnTo>
                <a:lnTo>
                  <a:pt x="2234406" y="1628378"/>
                </a:lnTo>
                <a:lnTo>
                  <a:pt x="2235597" y="1668859"/>
                </a:lnTo>
                <a:lnTo>
                  <a:pt x="2236391" y="1708150"/>
                </a:lnTo>
                <a:lnTo>
                  <a:pt x="2236788" y="1745059"/>
                </a:lnTo>
                <a:lnTo>
                  <a:pt x="2236391" y="1778000"/>
                </a:lnTo>
                <a:lnTo>
                  <a:pt x="374650" y="1778000"/>
                </a:lnTo>
                <a:lnTo>
                  <a:pt x="374650" y="1745059"/>
                </a:lnTo>
                <a:lnTo>
                  <a:pt x="374650" y="1708150"/>
                </a:lnTo>
                <a:lnTo>
                  <a:pt x="375444" y="1668859"/>
                </a:lnTo>
                <a:lnTo>
                  <a:pt x="376238" y="1628378"/>
                </a:lnTo>
                <a:lnTo>
                  <a:pt x="377826" y="1552178"/>
                </a:lnTo>
                <a:lnTo>
                  <a:pt x="378620" y="1519634"/>
                </a:lnTo>
                <a:lnTo>
                  <a:pt x="379017" y="1493441"/>
                </a:lnTo>
                <a:lnTo>
                  <a:pt x="381797" y="1485503"/>
                </a:lnTo>
                <a:lnTo>
                  <a:pt x="385370" y="1477566"/>
                </a:lnTo>
                <a:lnTo>
                  <a:pt x="389341" y="1470422"/>
                </a:lnTo>
                <a:lnTo>
                  <a:pt x="393311" y="1463278"/>
                </a:lnTo>
                <a:lnTo>
                  <a:pt x="398076" y="1456928"/>
                </a:lnTo>
                <a:lnTo>
                  <a:pt x="403237" y="1450578"/>
                </a:lnTo>
                <a:lnTo>
                  <a:pt x="408399" y="1445022"/>
                </a:lnTo>
                <a:lnTo>
                  <a:pt x="413957" y="1439069"/>
                </a:lnTo>
                <a:lnTo>
                  <a:pt x="419516" y="1433909"/>
                </a:lnTo>
                <a:lnTo>
                  <a:pt x="425869" y="1429147"/>
                </a:lnTo>
                <a:lnTo>
                  <a:pt x="432618" y="1424384"/>
                </a:lnTo>
                <a:lnTo>
                  <a:pt x="438971" y="1420019"/>
                </a:lnTo>
                <a:lnTo>
                  <a:pt x="445721" y="1416050"/>
                </a:lnTo>
                <a:lnTo>
                  <a:pt x="452868" y="1411684"/>
                </a:lnTo>
                <a:lnTo>
                  <a:pt x="460412" y="1407716"/>
                </a:lnTo>
                <a:lnTo>
                  <a:pt x="467558" y="1404144"/>
                </a:lnTo>
                <a:lnTo>
                  <a:pt x="482646" y="1397397"/>
                </a:lnTo>
                <a:lnTo>
                  <a:pt x="498925" y="1391444"/>
                </a:lnTo>
                <a:lnTo>
                  <a:pt x="515204" y="1385094"/>
                </a:lnTo>
                <a:lnTo>
                  <a:pt x="531483" y="1379141"/>
                </a:lnTo>
                <a:lnTo>
                  <a:pt x="564437" y="1367631"/>
                </a:lnTo>
                <a:lnTo>
                  <a:pt x="581113" y="1361678"/>
                </a:lnTo>
                <a:lnTo>
                  <a:pt x="597392" y="1354931"/>
                </a:lnTo>
                <a:lnTo>
                  <a:pt x="669257" y="1324372"/>
                </a:lnTo>
                <a:lnTo>
                  <a:pt x="743504" y="1292622"/>
                </a:lnTo>
                <a:lnTo>
                  <a:pt x="817354" y="1261269"/>
                </a:lnTo>
                <a:lnTo>
                  <a:pt x="888822" y="1231106"/>
                </a:lnTo>
                <a:lnTo>
                  <a:pt x="969025" y="1209278"/>
                </a:lnTo>
                <a:lnTo>
                  <a:pt x="974981" y="1204516"/>
                </a:lnTo>
                <a:lnTo>
                  <a:pt x="980937" y="1198959"/>
                </a:lnTo>
                <a:lnTo>
                  <a:pt x="986892" y="1192609"/>
                </a:lnTo>
                <a:lnTo>
                  <a:pt x="992848" y="1184672"/>
                </a:lnTo>
                <a:lnTo>
                  <a:pt x="998407" y="1176734"/>
                </a:lnTo>
                <a:lnTo>
                  <a:pt x="1003965" y="1168003"/>
                </a:lnTo>
                <a:lnTo>
                  <a:pt x="1009524" y="1158478"/>
                </a:lnTo>
                <a:lnTo>
                  <a:pt x="1015083" y="1149350"/>
                </a:lnTo>
                <a:lnTo>
                  <a:pt x="1025009" y="1129903"/>
                </a:lnTo>
                <a:lnTo>
                  <a:pt x="1034141" y="1111250"/>
                </a:lnTo>
                <a:lnTo>
                  <a:pt x="1049228" y="1078309"/>
                </a:lnTo>
                <a:lnTo>
                  <a:pt x="1087345" y="1068784"/>
                </a:lnTo>
                <a:lnTo>
                  <a:pt x="1085359" y="1060450"/>
                </a:lnTo>
                <a:lnTo>
                  <a:pt x="1082977" y="1053306"/>
                </a:lnTo>
                <a:lnTo>
                  <a:pt x="1080595" y="1046163"/>
                </a:lnTo>
                <a:lnTo>
                  <a:pt x="1077419" y="1040209"/>
                </a:lnTo>
                <a:lnTo>
                  <a:pt x="1074242" y="1034653"/>
                </a:lnTo>
                <a:lnTo>
                  <a:pt x="1071066" y="1029891"/>
                </a:lnTo>
                <a:lnTo>
                  <a:pt x="1067492" y="1025525"/>
                </a:lnTo>
                <a:lnTo>
                  <a:pt x="1063125" y="1020763"/>
                </a:lnTo>
                <a:lnTo>
                  <a:pt x="1055978" y="1012825"/>
                </a:lnTo>
                <a:lnTo>
                  <a:pt x="1048434" y="1004491"/>
                </a:lnTo>
                <a:lnTo>
                  <a:pt x="1045258" y="1000125"/>
                </a:lnTo>
                <a:lnTo>
                  <a:pt x="1042082" y="995363"/>
                </a:lnTo>
                <a:lnTo>
                  <a:pt x="1038905" y="989409"/>
                </a:lnTo>
                <a:lnTo>
                  <a:pt x="1036523" y="983456"/>
                </a:lnTo>
                <a:lnTo>
                  <a:pt x="1022229" y="830659"/>
                </a:lnTo>
                <a:lnTo>
                  <a:pt x="1021832" y="831056"/>
                </a:lnTo>
                <a:lnTo>
                  <a:pt x="1020641" y="831056"/>
                </a:lnTo>
                <a:lnTo>
                  <a:pt x="1016671" y="830659"/>
                </a:lnTo>
                <a:lnTo>
                  <a:pt x="1010715" y="829469"/>
                </a:lnTo>
                <a:lnTo>
                  <a:pt x="1003965" y="828278"/>
                </a:lnTo>
                <a:lnTo>
                  <a:pt x="990863" y="824309"/>
                </a:lnTo>
                <a:lnTo>
                  <a:pt x="985701" y="822325"/>
                </a:lnTo>
                <a:lnTo>
                  <a:pt x="982525" y="821134"/>
                </a:lnTo>
                <a:lnTo>
                  <a:pt x="978157" y="817959"/>
                </a:lnTo>
                <a:lnTo>
                  <a:pt x="973790" y="814388"/>
                </a:lnTo>
                <a:lnTo>
                  <a:pt x="969819" y="810419"/>
                </a:lnTo>
                <a:lnTo>
                  <a:pt x="966246" y="805656"/>
                </a:lnTo>
                <a:lnTo>
                  <a:pt x="962673" y="800497"/>
                </a:lnTo>
                <a:lnTo>
                  <a:pt x="959496" y="794941"/>
                </a:lnTo>
                <a:lnTo>
                  <a:pt x="956717" y="788988"/>
                </a:lnTo>
                <a:lnTo>
                  <a:pt x="953541" y="783034"/>
                </a:lnTo>
                <a:lnTo>
                  <a:pt x="951158" y="776684"/>
                </a:lnTo>
                <a:lnTo>
                  <a:pt x="948776" y="769541"/>
                </a:lnTo>
                <a:lnTo>
                  <a:pt x="944409" y="755253"/>
                </a:lnTo>
                <a:lnTo>
                  <a:pt x="941232" y="740172"/>
                </a:lnTo>
                <a:lnTo>
                  <a:pt x="938056" y="724694"/>
                </a:lnTo>
                <a:lnTo>
                  <a:pt x="935674" y="708819"/>
                </a:lnTo>
                <a:lnTo>
                  <a:pt x="934085" y="693341"/>
                </a:lnTo>
                <a:lnTo>
                  <a:pt x="932497" y="677466"/>
                </a:lnTo>
                <a:lnTo>
                  <a:pt x="931306" y="662781"/>
                </a:lnTo>
                <a:lnTo>
                  <a:pt x="929321" y="635000"/>
                </a:lnTo>
                <a:lnTo>
                  <a:pt x="926939" y="611981"/>
                </a:lnTo>
                <a:lnTo>
                  <a:pt x="926939" y="607616"/>
                </a:lnTo>
                <a:lnTo>
                  <a:pt x="927733" y="603250"/>
                </a:lnTo>
                <a:lnTo>
                  <a:pt x="929321" y="598884"/>
                </a:lnTo>
                <a:lnTo>
                  <a:pt x="931306" y="594519"/>
                </a:lnTo>
                <a:lnTo>
                  <a:pt x="935674" y="585391"/>
                </a:lnTo>
                <a:lnTo>
                  <a:pt x="940835" y="575866"/>
                </a:lnTo>
                <a:lnTo>
                  <a:pt x="943217" y="570706"/>
                </a:lnTo>
                <a:lnTo>
                  <a:pt x="945600" y="565150"/>
                </a:lnTo>
                <a:lnTo>
                  <a:pt x="947585" y="559594"/>
                </a:lnTo>
                <a:lnTo>
                  <a:pt x="949173" y="553641"/>
                </a:lnTo>
                <a:lnTo>
                  <a:pt x="950364" y="547291"/>
                </a:lnTo>
                <a:lnTo>
                  <a:pt x="950761" y="539750"/>
                </a:lnTo>
                <a:lnTo>
                  <a:pt x="950364" y="532606"/>
                </a:lnTo>
                <a:lnTo>
                  <a:pt x="949173" y="524669"/>
                </a:lnTo>
                <a:lnTo>
                  <a:pt x="944409" y="500856"/>
                </a:lnTo>
                <a:lnTo>
                  <a:pt x="940438" y="477441"/>
                </a:lnTo>
                <a:lnTo>
                  <a:pt x="937262" y="454422"/>
                </a:lnTo>
                <a:lnTo>
                  <a:pt x="934880" y="432197"/>
                </a:lnTo>
                <a:lnTo>
                  <a:pt x="933291" y="410766"/>
                </a:lnTo>
                <a:lnTo>
                  <a:pt x="932100" y="389334"/>
                </a:lnTo>
                <a:lnTo>
                  <a:pt x="931703" y="368300"/>
                </a:lnTo>
                <a:lnTo>
                  <a:pt x="932100" y="348059"/>
                </a:lnTo>
                <a:lnTo>
                  <a:pt x="932894" y="328613"/>
                </a:lnTo>
                <a:lnTo>
                  <a:pt x="934483" y="309563"/>
                </a:lnTo>
                <a:lnTo>
                  <a:pt x="936468" y="290909"/>
                </a:lnTo>
                <a:lnTo>
                  <a:pt x="939247" y="273447"/>
                </a:lnTo>
                <a:lnTo>
                  <a:pt x="942423" y="255984"/>
                </a:lnTo>
                <a:lnTo>
                  <a:pt x="946394" y="239713"/>
                </a:lnTo>
                <a:lnTo>
                  <a:pt x="950761" y="223441"/>
                </a:lnTo>
                <a:lnTo>
                  <a:pt x="956320" y="207566"/>
                </a:lnTo>
                <a:lnTo>
                  <a:pt x="961482" y="193278"/>
                </a:lnTo>
                <a:lnTo>
                  <a:pt x="967437" y="178991"/>
                </a:lnTo>
                <a:lnTo>
                  <a:pt x="973790" y="165497"/>
                </a:lnTo>
                <a:lnTo>
                  <a:pt x="980937" y="152400"/>
                </a:lnTo>
                <a:lnTo>
                  <a:pt x="988481" y="140494"/>
                </a:lnTo>
                <a:lnTo>
                  <a:pt x="996421" y="129381"/>
                </a:lnTo>
                <a:lnTo>
                  <a:pt x="1004362" y="118269"/>
                </a:lnTo>
                <a:lnTo>
                  <a:pt x="1013494" y="108347"/>
                </a:lnTo>
                <a:lnTo>
                  <a:pt x="1022229" y="99219"/>
                </a:lnTo>
                <a:lnTo>
                  <a:pt x="1031758" y="90091"/>
                </a:lnTo>
                <a:lnTo>
                  <a:pt x="1041685" y="82550"/>
                </a:lnTo>
                <a:lnTo>
                  <a:pt x="1051611" y="75406"/>
                </a:lnTo>
                <a:lnTo>
                  <a:pt x="1061934" y="68659"/>
                </a:lnTo>
                <a:lnTo>
                  <a:pt x="1073051" y="63103"/>
                </a:lnTo>
                <a:lnTo>
                  <a:pt x="1084168" y="58341"/>
                </a:lnTo>
                <a:lnTo>
                  <a:pt x="1095683" y="53975"/>
                </a:lnTo>
                <a:lnTo>
                  <a:pt x="1112358" y="47228"/>
                </a:lnTo>
                <a:lnTo>
                  <a:pt x="1131019" y="40084"/>
                </a:lnTo>
                <a:lnTo>
                  <a:pt x="1150872" y="32544"/>
                </a:lnTo>
                <a:lnTo>
                  <a:pt x="1171915" y="25400"/>
                </a:lnTo>
                <a:lnTo>
                  <a:pt x="1194547" y="18653"/>
                </a:lnTo>
                <a:lnTo>
                  <a:pt x="1206458" y="15875"/>
                </a:lnTo>
                <a:lnTo>
                  <a:pt x="1218369" y="12303"/>
                </a:lnTo>
                <a:lnTo>
                  <a:pt x="1230281" y="9525"/>
                </a:lnTo>
                <a:lnTo>
                  <a:pt x="1242986" y="7144"/>
                </a:lnTo>
                <a:lnTo>
                  <a:pt x="1255294" y="5159"/>
                </a:lnTo>
                <a:lnTo>
                  <a:pt x="1268397" y="3175"/>
                </a:lnTo>
                <a:lnTo>
                  <a:pt x="1281102" y="1588"/>
                </a:lnTo>
                <a:lnTo>
                  <a:pt x="1294602" y="794"/>
                </a:lnTo>
                <a:lnTo>
                  <a:pt x="1307704" y="0"/>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sp>
        <p:nvSpPr>
          <p:cNvPr id="32777" name="文本框 9">
            <a:extLst>
              <a:ext uri="{FF2B5EF4-FFF2-40B4-BE49-F238E27FC236}">
                <a16:creationId xmlns:a16="http://schemas.microsoft.com/office/drawing/2014/main" id="{02A0E95C-BF3E-4B61-BB67-E21B4093F101}"/>
              </a:ext>
            </a:extLst>
          </p:cNvPr>
          <p:cNvSpPr txBox="1">
            <a:spLocks noChangeArrowheads="1"/>
          </p:cNvSpPr>
          <p:nvPr/>
        </p:nvSpPr>
        <p:spPr bwMode="auto">
          <a:xfrm>
            <a:off x="6502400" y="1751013"/>
            <a:ext cx="352425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808080"/>
                </a:solidFill>
              </a:rPr>
              <a:t>请在这里添加相应的文字内容请在这里添加相应的文字内容</a:t>
            </a:r>
          </a:p>
        </p:txBody>
      </p:sp>
      <p:sp>
        <p:nvSpPr>
          <p:cNvPr id="11" name="文本框 10">
            <a:extLst>
              <a:ext uri="{FF2B5EF4-FFF2-40B4-BE49-F238E27FC236}">
                <a16:creationId xmlns:a16="http://schemas.microsoft.com/office/drawing/2014/main" id="{B2774AFD-C121-4FFB-BFB7-90D682350A17}"/>
              </a:ext>
            </a:extLst>
          </p:cNvPr>
          <p:cNvSpPr txBox="1"/>
          <p:nvPr/>
        </p:nvSpPr>
        <p:spPr>
          <a:xfrm>
            <a:off x="6473825" y="1289050"/>
            <a:ext cx="2030413" cy="461963"/>
          </a:xfrm>
          <a:prstGeom prst="rect">
            <a:avLst/>
          </a:prstGeom>
          <a:noFill/>
        </p:spPr>
        <p:txBody>
          <a:bodyPr wrap="none">
            <a:spAutoFit/>
          </a:bodyPr>
          <a:lstStyle/>
          <a:p>
            <a:pPr algn="ctr" eaLnBrk="1" fontAlgn="auto" hangingPunct="1">
              <a:defRPr/>
            </a:pPr>
            <a:r>
              <a:rPr lang="zh-CN" altLang="en-US" sz="2400" b="1" noProof="1">
                <a:solidFill>
                  <a:schemeClr val="accent6"/>
                </a:solidFill>
                <a:latin typeface="+mn-lt"/>
                <a:ea typeface="+mn-ea"/>
              </a:rPr>
              <a:t>这里添加标题</a:t>
            </a:r>
            <a:endParaRPr lang="zh-CN" altLang="en-US" sz="2400" b="1" noProof="1">
              <a:solidFill>
                <a:schemeClr val="accent6"/>
              </a:solidFill>
            </a:endParaRPr>
          </a:p>
        </p:txBody>
      </p:sp>
      <p:sp>
        <p:nvSpPr>
          <p:cNvPr id="13" name="KSO_Shape">
            <a:extLst>
              <a:ext uri="{FF2B5EF4-FFF2-40B4-BE49-F238E27FC236}">
                <a16:creationId xmlns:a16="http://schemas.microsoft.com/office/drawing/2014/main" id="{377CC0F6-27A8-4F14-9EBD-12CEFD3A46A3}"/>
              </a:ext>
            </a:extLst>
          </p:cNvPr>
          <p:cNvSpPr/>
          <p:nvPr/>
        </p:nvSpPr>
        <p:spPr bwMode="auto">
          <a:xfrm>
            <a:off x="3735388" y="4108450"/>
            <a:ext cx="666750" cy="658813"/>
          </a:xfrm>
          <a:custGeom>
            <a:avLst/>
            <a:gdLst>
              <a:gd name="T0" fmla="*/ 1597444 w 2032000"/>
              <a:gd name="T1" fmla="*/ 1645672 h 2008188"/>
              <a:gd name="T2" fmla="*/ 1652353 w 2032000"/>
              <a:gd name="T3" fmla="*/ 1676888 h 2008188"/>
              <a:gd name="T4" fmla="*/ 1871609 w 2032000"/>
              <a:gd name="T5" fmla="*/ 1719485 h 2008188"/>
              <a:gd name="T6" fmla="*/ 1360910 w 2032000"/>
              <a:gd name="T7" fmla="*/ 1744813 h 2008188"/>
              <a:gd name="T8" fmla="*/ 936837 w 2032000"/>
              <a:gd name="T9" fmla="*/ 1684544 h 2008188"/>
              <a:gd name="T10" fmla="*/ 956838 w 2032000"/>
              <a:gd name="T11" fmla="*/ 1648912 h 2008188"/>
              <a:gd name="T12" fmla="*/ 966352 w 2032000"/>
              <a:gd name="T13" fmla="*/ 1683940 h 2008188"/>
              <a:gd name="T14" fmla="*/ 1220099 w 2032000"/>
              <a:gd name="T15" fmla="*/ 1779974 h 2008188"/>
              <a:gd name="T16" fmla="*/ 712866 w 2032000"/>
              <a:gd name="T17" fmla="*/ 1689985 h 2008188"/>
              <a:gd name="T18" fmla="*/ 246101 w 2032000"/>
              <a:gd name="T19" fmla="*/ 1675121 h 2008188"/>
              <a:gd name="T20" fmla="*/ 310806 w 2032000"/>
              <a:gd name="T21" fmla="*/ 1642432 h 2008188"/>
              <a:gd name="T22" fmla="*/ 414491 w 2032000"/>
              <a:gd name="T23" fmla="*/ 1610425 h 2008188"/>
              <a:gd name="T24" fmla="*/ 556322 w 2032000"/>
              <a:gd name="T25" fmla="*/ 1840761 h 2008188"/>
              <a:gd name="T26" fmla="*/ 72253 w 2032000"/>
              <a:gd name="T27" fmla="*/ 1652440 h 2008188"/>
              <a:gd name="T28" fmla="*/ 1718751 w 2032000"/>
              <a:gd name="T29" fmla="*/ 1327617 h 2008188"/>
              <a:gd name="T30" fmla="*/ 1754684 w 2032000"/>
              <a:gd name="T31" fmla="*/ 1443411 h 2008188"/>
              <a:gd name="T32" fmla="*/ 1707465 w 2032000"/>
              <a:gd name="T33" fmla="*/ 1562778 h 2008188"/>
              <a:gd name="T34" fmla="*/ 1584518 w 2032000"/>
              <a:gd name="T35" fmla="*/ 1601774 h 2008188"/>
              <a:gd name="T36" fmla="*/ 1510868 w 2032000"/>
              <a:gd name="T37" fmla="*/ 1481216 h 2008188"/>
              <a:gd name="T38" fmla="*/ 1507899 w 2032000"/>
              <a:gd name="T39" fmla="*/ 1386854 h 2008188"/>
              <a:gd name="T40" fmla="*/ 951757 w 2032000"/>
              <a:gd name="T41" fmla="*/ 1290408 h 2008188"/>
              <a:gd name="T42" fmla="*/ 1069735 w 2032000"/>
              <a:gd name="T43" fmla="*/ 1394593 h 2008188"/>
              <a:gd name="T44" fmla="*/ 1065852 w 2032000"/>
              <a:gd name="T45" fmla="*/ 1483598 h 2008188"/>
              <a:gd name="T46" fmla="*/ 988195 w 2032000"/>
              <a:gd name="T47" fmla="*/ 1604155 h 2008188"/>
              <a:gd name="T48" fmla="*/ 866034 w 2032000"/>
              <a:gd name="T49" fmla="*/ 1558015 h 2008188"/>
              <a:gd name="T50" fmla="*/ 821531 w 2032000"/>
              <a:gd name="T51" fmla="*/ 1431803 h 2008188"/>
              <a:gd name="T52" fmla="*/ 866632 w 2032000"/>
              <a:gd name="T53" fmla="*/ 1319878 h 2008188"/>
              <a:gd name="T54" fmla="*/ 359455 w 2032000"/>
              <a:gd name="T55" fmla="*/ 1316306 h 2008188"/>
              <a:gd name="T56" fmla="*/ 408681 w 2032000"/>
              <a:gd name="T57" fmla="*/ 1428528 h 2008188"/>
              <a:gd name="T58" fmla="*/ 371091 w 2032000"/>
              <a:gd name="T59" fmla="*/ 1548490 h 2008188"/>
              <a:gd name="T60" fmla="*/ 252650 w 2032000"/>
              <a:gd name="T61" fmla="*/ 1608620 h 2008188"/>
              <a:gd name="T62" fmla="*/ 166430 w 2032000"/>
              <a:gd name="T63" fmla="*/ 1486574 h 2008188"/>
              <a:gd name="T64" fmla="*/ 161955 w 2032000"/>
              <a:gd name="T65" fmla="*/ 1402928 h 2008188"/>
              <a:gd name="T66" fmla="*/ 270252 w 2032000"/>
              <a:gd name="T67" fmla="*/ 1291003 h 2008188"/>
              <a:gd name="T68" fmla="*/ 970062 w 2032000"/>
              <a:gd name="T69" fmla="*/ 1212394 h 2008188"/>
              <a:gd name="T70" fmla="*/ 918270 w 2032000"/>
              <a:gd name="T71" fmla="*/ 1196587 h 2008188"/>
              <a:gd name="T72" fmla="*/ 1170357 w 2032000"/>
              <a:gd name="T73" fmla="*/ 915943 h 2008188"/>
              <a:gd name="T74" fmla="*/ 1541028 w 2032000"/>
              <a:gd name="T75" fmla="*/ 1039285 h 2008188"/>
              <a:gd name="T76" fmla="*/ 1644256 w 2032000"/>
              <a:gd name="T77" fmla="*/ 1115554 h 2008188"/>
              <a:gd name="T78" fmla="*/ 1612425 w 2032000"/>
              <a:gd name="T79" fmla="*/ 1254984 h 2008188"/>
              <a:gd name="T80" fmla="*/ 1560959 w 2032000"/>
              <a:gd name="T81" fmla="*/ 1100062 h 2008188"/>
              <a:gd name="T82" fmla="*/ 1137931 w 2032000"/>
              <a:gd name="T83" fmla="*/ 1050606 h 2008188"/>
              <a:gd name="T84" fmla="*/ 1144774 w 2032000"/>
              <a:gd name="T85" fmla="*/ 908197 h 2008188"/>
              <a:gd name="T86" fmla="*/ 769147 w 2032000"/>
              <a:gd name="T87" fmla="*/ 1048223 h 2008188"/>
              <a:gd name="T88" fmla="*/ 665918 w 2032000"/>
              <a:gd name="T89" fmla="*/ 1124194 h 2008188"/>
              <a:gd name="T90" fmla="*/ 295248 w 2032000"/>
              <a:gd name="T91" fmla="*/ 1248131 h 2008188"/>
              <a:gd name="T92" fmla="*/ 247352 w 2032000"/>
              <a:gd name="T93" fmla="*/ 1157264 h 2008188"/>
              <a:gd name="T94" fmla="*/ 328567 w 2032000"/>
              <a:gd name="T95" fmla="*/ 1070865 h 2008188"/>
              <a:gd name="T96" fmla="*/ 718573 w 2032000"/>
              <a:gd name="T97" fmla="*/ 927562 h 2008188"/>
              <a:gd name="T98" fmla="*/ 893970 w 2032000"/>
              <a:gd name="T99" fmla="*/ 556239 h 2008188"/>
              <a:gd name="T100" fmla="*/ 983187 w 2032000"/>
              <a:gd name="T101" fmla="*/ 527857 h 2008188"/>
              <a:gd name="T102" fmla="*/ 980792 w 2032000"/>
              <a:gd name="T103" fmla="*/ 582232 h 2008188"/>
              <a:gd name="T104" fmla="*/ 1344233 w 2032000"/>
              <a:gd name="T105" fmla="*/ 691790 h 2008188"/>
              <a:gd name="T106" fmla="*/ 589922 w 2032000"/>
              <a:gd name="T107" fmla="*/ 615884 h 2008188"/>
              <a:gd name="T108" fmla="*/ 983498 w 2032000"/>
              <a:gd name="T109" fmla="*/ 2684 h 2008188"/>
              <a:gd name="T110" fmla="*/ 1128682 w 2032000"/>
              <a:gd name="T111" fmla="*/ 120783 h 2008188"/>
              <a:gd name="T112" fmla="*/ 1146568 w 2032000"/>
              <a:gd name="T113" fmla="*/ 244847 h 2008188"/>
              <a:gd name="T114" fmla="*/ 1078598 w 2032000"/>
              <a:gd name="T115" fmla="*/ 402908 h 2008188"/>
              <a:gd name="T116" fmla="*/ 896447 w 2032000"/>
              <a:gd name="T117" fmla="*/ 460168 h 2008188"/>
              <a:gd name="T118" fmla="*/ 790614 w 2032000"/>
              <a:gd name="T119" fmla="*/ 290177 h 2008188"/>
              <a:gd name="T120" fmla="*/ 785844 w 2032000"/>
              <a:gd name="T121" fmla="*/ 179236 h 2008188"/>
              <a:gd name="T122" fmla="*/ 853220 w 2032000"/>
              <a:gd name="T123" fmla="*/ 28928 h 2008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032000" h="2008188">
                <a:moveTo>
                  <a:pt x="1620816" y="1697038"/>
                </a:moveTo>
                <a:lnTo>
                  <a:pt x="1620867" y="1697102"/>
                </a:lnTo>
                <a:lnTo>
                  <a:pt x="1697900" y="1869077"/>
                </a:lnTo>
                <a:lnTo>
                  <a:pt x="1718975" y="1797019"/>
                </a:lnTo>
                <a:lnTo>
                  <a:pt x="1717237" y="1796753"/>
                </a:lnTo>
                <a:lnTo>
                  <a:pt x="1713121" y="1795497"/>
                </a:lnTo>
                <a:lnTo>
                  <a:pt x="1709639" y="1794241"/>
                </a:lnTo>
                <a:lnTo>
                  <a:pt x="1706156" y="1792670"/>
                </a:lnTo>
                <a:lnTo>
                  <a:pt x="1703307" y="1790785"/>
                </a:lnTo>
                <a:lnTo>
                  <a:pt x="1700141" y="1788901"/>
                </a:lnTo>
                <a:lnTo>
                  <a:pt x="1697608" y="1786702"/>
                </a:lnTo>
                <a:lnTo>
                  <a:pt x="1694759" y="1784189"/>
                </a:lnTo>
                <a:lnTo>
                  <a:pt x="1692542" y="1781990"/>
                </a:lnTo>
                <a:lnTo>
                  <a:pt x="1688427" y="1776965"/>
                </a:lnTo>
                <a:lnTo>
                  <a:pt x="1684944" y="1771625"/>
                </a:lnTo>
                <a:lnTo>
                  <a:pt x="1682095" y="1766599"/>
                </a:lnTo>
                <a:lnTo>
                  <a:pt x="1679879" y="1761574"/>
                </a:lnTo>
                <a:lnTo>
                  <a:pt x="1678296" y="1756862"/>
                </a:lnTo>
                <a:lnTo>
                  <a:pt x="1677029" y="1752464"/>
                </a:lnTo>
                <a:lnTo>
                  <a:pt x="1675130" y="1745868"/>
                </a:lnTo>
                <a:lnTo>
                  <a:pt x="1674813" y="1743669"/>
                </a:lnTo>
                <a:lnTo>
                  <a:pt x="1677662" y="1744926"/>
                </a:lnTo>
                <a:lnTo>
                  <a:pt x="1685261" y="1748695"/>
                </a:lnTo>
                <a:lnTo>
                  <a:pt x="1690643" y="1750894"/>
                </a:lnTo>
                <a:lnTo>
                  <a:pt x="1696975" y="1753407"/>
                </a:lnTo>
                <a:lnTo>
                  <a:pt x="1703940" y="1755291"/>
                </a:lnTo>
                <a:lnTo>
                  <a:pt x="1711538" y="1756862"/>
                </a:lnTo>
                <a:lnTo>
                  <a:pt x="1719770" y="1758118"/>
                </a:lnTo>
                <a:lnTo>
                  <a:pt x="1728951" y="1758747"/>
                </a:lnTo>
                <a:lnTo>
                  <a:pt x="1733383" y="1758747"/>
                </a:lnTo>
                <a:lnTo>
                  <a:pt x="1737816" y="1758747"/>
                </a:lnTo>
                <a:lnTo>
                  <a:pt x="1742565" y="1758432"/>
                </a:lnTo>
                <a:lnTo>
                  <a:pt x="1747630" y="1757490"/>
                </a:lnTo>
                <a:lnTo>
                  <a:pt x="1752062" y="1756862"/>
                </a:lnTo>
                <a:lnTo>
                  <a:pt x="1757128" y="1755605"/>
                </a:lnTo>
                <a:lnTo>
                  <a:pt x="1761877" y="1754035"/>
                </a:lnTo>
                <a:lnTo>
                  <a:pt x="1766942" y="1751836"/>
                </a:lnTo>
                <a:lnTo>
                  <a:pt x="1771375" y="1749637"/>
                </a:lnTo>
                <a:lnTo>
                  <a:pt x="1776124" y="1747125"/>
                </a:lnTo>
                <a:lnTo>
                  <a:pt x="1781189" y="1743669"/>
                </a:lnTo>
                <a:lnTo>
                  <a:pt x="1785938" y="1739900"/>
                </a:lnTo>
                <a:lnTo>
                  <a:pt x="1785622" y="1742727"/>
                </a:lnTo>
                <a:lnTo>
                  <a:pt x="1784355" y="1749009"/>
                </a:lnTo>
                <a:lnTo>
                  <a:pt x="1783089" y="1753407"/>
                </a:lnTo>
                <a:lnTo>
                  <a:pt x="1781822" y="1758118"/>
                </a:lnTo>
                <a:lnTo>
                  <a:pt x="1780239" y="1763144"/>
                </a:lnTo>
                <a:lnTo>
                  <a:pt x="1777707" y="1768484"/>
                </a:lnTo>
                <a:lnTo>
                  <a:pt x="1774857" y="1774138"/>
                </a:lnTo>
                <a:lnTo>
                  <a:pt x="1771375" y="1779163"/>
                </a:lnTo>
                <a:lnTo>
                  <a:pt x="1767259" y="1783875"/>
                </a:lnTo>
                <a:lnTo>
                  <a:pt x="1764726" y="1786388"/>
                </a:lnTo>
                <a:lnTo>
                  <a:pt x="1762510" y="1788587"/>
                </a:lnTo>
                <a:lnTo>
                  <a:pt x="1759977" y="1790471"/>
                </a:lnTo>
                <a:lnTo>
                  <a:pt x="1756811" y="1792356"/>
                </a:lnTo>
                <a:lnTo>
                  <a:pt x="1753962" y="1793927"/>
                </a:lnTo>
                <a:lnTo>
                  <a:pt x="1750479" y="1795497"/>
                </a:lnTo>
                <a:lnTo>
                  <a:pt x="1748394" y="1796061"/>
                </a:lnTo>
                <a:lnTo>
                  <a:pt x="1759510" y="1866209"/>
                </a:lnTo>
                <a:lnTo>
                  <a:pt x="1844644" y="1698694"/>
                </a:lnTo>
                <a:lnTo>
                  <a:pt x="1844694" y="1698627"/>
                </a:lnTo>
                <a:lnTo>
                  <a:pt x="1856142" y="1704984"/>
                </a:lnTo>
                <a:lnTo>
                  <a:pt x="1867590" y="1711340"/>
                </a:lnTo>
                <a:lnTo>
                  <a:pt x="1878403" y="1717697"/>
                </a:lnTo>
                <a:lnTo>
                  <a:pt x="1888579" y="1724053"/>
                </a:lnTo>
                <a:lnTo>
                  <a:pt x="1898755" y="1730728"/>
                </a:lnTo>
                <a:lnTo>
                  <a:pt x="1908931" y="1737402"/>
                </a:lnTo>
                <a:lnTo>
                  <a:pt x="1918153" y="1744394"/>
                </a:lnTo>
                <a:lnTo>
                  <a:pt x="1926740" y="1751386"/>
                </a:lnTo>
                <a:lnTo>
                  <a:pt x="1935644" y="1758378"/>
                </a:lnTo>
                <a:lnTo>
                  <a:pt x="1943912" y="1766324"/>
                </a:lnTo>
                <a:lnTo>
                  <a:pt x="1951544" y="1773634"/>
                </a:lnTo>
                <a:lnTo>
                  <a:pt x="1959176" y="1781579"/>
                </a:lnTo>
                <a:lnTo>
                  <a:pt x="1966173" y="1789525"/>
                </a:lnTo>
                <a:lnTo>
                  <a:pt x="1973169" y="1797788"/>
                </a:lnTo>
                <a:lnTo>
                  <a:pt x="1979529" y="1806688"/>
                </a:lnTo>
                <a:lnTo>
                  <a:pt x="1985253" y="1815269"/>
                </a:lnTo>
                <a:lnTo>
                  <a:pt x="1990977" y="1824804"/>
                </a:lnTo>
                <a:lnTo>
                  <a:pt x="1996383" y="1834021"/>
                </a:lnTo>
                <a:lnTo>
                  <a:pt x="2001153" y="1844191"/>
                </a:lnTo>
                <a:lnTo>
                  <a:pt x="2005924" y="1854043"/>
                </a:lnTo>
                <a:lnTo>
                  <a:pt x="2009740" y="1864532"/>
                </a:lnTo>
                <a:lnTo>
                  <a:pt x="2013874" y="1875656"/>
                </a:lnTo>
                <a:lnTo>
                  <a:pt x="2017054" y="1886779"/>
                </a:lnTo>
                <a:lnTo>
                  <a:pt x="2020234" y="1898539"/>
                </a:lnTo>
                <a:lnTo>
                  <a:pt x="2022778" y="1910616"/>
                </a:lnTo>
                <a:lnTo>
                  <a:pt x="2025322" y="1923011"/>
                </a:lnTo>
                <a:lnTo>
                  <a:pt x="2027230" y="1936042"/>
                </a:lnTo>
                <a:lnTo>
                  <a:pt x="2028820" y="1949391"/>
                </a:lnTo>
                <a:lnTo>
                  <a:pt x="2030092" y="1963375"/>
                </a:lnTo>
                <a:lnTo>
                  <a:pt x="2031364" y="1977677"/>
                </a:lnTo>
                <a:lnTo>
                  <a:pt x="2031682" y="1992933"/>
                </a:lnTo>
                <a:lnTo>
                  <a:pt x="2032000" y="2008188"/>
                </a:lnTo>
                <a:lnTo>
                  <a:pt x="1435100" y="2008188"/>
                </a:lnTo>
                <a:lnTo>
                  <a:pt x="1435100" y="1992297"/>
                </a:lnTo>
                <a:lnTo>
                  <a:pt x="1435418" y="1976724"/>
                </a:lnTo>
                <a:lnTo>
                  <a:pt x="1436054" y="1962104"/>
                </a:lnTo>
                <a:lnTo>
                  <a:pt x="1437008" y="1947802"/>
                </a:lnTo>
                <a:lnTo>
                  <a:pt x="1438280" y="1934135"/>
                </a:lnTo>
                <a:lnTo>
                  <a:pt x="1439552" y="1920787"/>
                </a:lnTo>
                <a:lnTo>
                  <a:pt x="1441460" y="1907438"/>
                </a:lnTo>
                <a:lnTo>
                  <a:pt x="1443368" y="1895361"/>
                </a:lnTo>
                <a:lnTo>
                  <a:pt x="1445912" y="1883601"/>
                </a:lnTo>
                <a:lnTo>
                  <a:pt x="1448456" y="1872159"/>
                </a:lnTo>
                <a:lnTo>
                  <a:pt x="1451637" y="1861036"/>
                </a:lnTo>
                <a:lnTo>
                  <a:pt x="1454817" y="1850547"/>
                </a:lnTo>
                <a:lnTo>
                  <a:pt x="1458951" y="1840059"/>
                </a:lnTo>
                <a:lnTo>
                  <a:pt x="1462767" y="1830524"/>
                </a:lnTo>
                <a:lnTo>
                  <a:pt x="1467537" y="1820672"/>
                </a:lnTo>
                <a:lnTo>
                  <a:pt x="1472625" y="1811773"/>
                </a:lnTo>
                <a:lnTo>
                  <a:pt x="1478349" y="1802556"/>
                </a:lnTo>
                <a:lnTo>
                  <a:pt x="1484073" y="1794292"/>
                </a:lnTo>
                <a:lnTo>
                  <a:pt x="1490433" y="1786029"/>
                </a:lnTo>
                <a:lnTo>
                  <a:pt x="1497430" y="1777766"/>
                </a:lnTo>
                <a:lnTo>
                  <a:pt x="1504744" y="1770138"/>
                </a:lnTo>
                <a:lnTo>
                  <a:pt x="1512376" y="1762510"/>
                </a:lnTo>
                <a:lnTo>
                  <a:pt x="1520644" y="1755200"/>
                </a:lnTo>
                <a:lnTo>
                  <a:pt x="1529548" y="1748208"/>
                </a:lnTo>
                <a:lnTo>
                  <a:pt x="1539089" y="1741534"/>
                </a:lnTo>
                <a:lnTo>
                  <a:pt x="1548947" y="1734859"/>
                </a:lnTo>
                <a:lnTo>
                  <a:pt x="1559441" y="1728185"/>
                </a:lnTo>
                <a:lnTo>
                  <a:pt x="1570571" y="1721828"/>
                </a:lnTo>
                <a:lnTo>
                  <a:pt x="1582338" y="1715472"/>
                </a:lnTo>
                <a:lnTo>
                  <a:pt x="1594740" y="1709115"/>
                </a:lnTo>
                <a:lnTo>
                  <a:pt x="1607460" y="1703077"/>
                </a:lnTo>
                <a:lnTo>
                  <a:pt x="1620816" y="1697038"/>
                </a:lnTo>
                <a:close/>
                <a:moveTo>
                  <a:pt x="902871" y="1697038"/>
                </a:moveTo>
                <a:lnTo>
                  <a:pt x="903937" y="1698486"/>
                </a:lnTo>
                <a:lnTo>
                  <a:pt x="980372" y="1869126"/>
                </a:lnTo>
                <a:lnTo>
                  <a:pt x="1001527" y="1797092"/>
                </a:lnTo>
                <a:lnTo>
                  <a:pt x="999293" y="1796753"/>
                </a:lnTo>
                <a:lnTo>
                  <a:pt x="995791" y="1795497"/>
                </a:lnTo>
                <a:lnTo>
                  <a:pt x="991970" y="1794241"/>
                </a:lnTo>
                <a:lnTo>
                  <a:pt x="988786" y="1792670"/>
                </a:lnTo>
                <a:lnTo>
                  <a:pt x="985283" y="1790785"/>
                </a:lnTo>
                <a:lnTo>
                  <a:pt x="982417" y="1788901"/>
                </a:lnTo>
                <a:lnTo>
                  <a:pt x="979552" y="1786702"/>
                </a:lnTo>
                <a:lnTo>
                  <a:pt x="977323" y="1784189"/>
                </a:lnTo>
                <a:lnTo>
                  <a:pt x="975094" y="1781990"/>
                </a:lnTo>
                <a:lnTo>
                  <a:pt x="970636" y="1776965"/>
                </a:lnTo>
                <a:lnTo>
                  <a:pt x="967134" y="1771625"/>
                </a:lnTo>
                <a:lnTo>
                  <a:pt x="964268" y="1766599"/>
                </a:lnTo>
                <a:lnTo>
                  <a:pt x="962357" y="1761574"/>
                </a:lnTo>
                <a:lnTo>
                  <a:pt x="960129" y="1756862"/>
                </a:lnTo>
                <a:lnTo>
                  <a:pt x="958855" y="1752464"/>
                </a:lnTo>
                <a:lnTo>
                  <a:pt x="957581" y="1745868"/>
                </a:lnTo>
                <a:lnTo>
                  <a:pt x="957263" y="1743669"/>
                </a:lnTo>
                <a:lnTo>
                  <a:pt x="959810" y="1744926"/>
                </a:lnTo>
                <a:lnTo>
                  <a:pt x="967452" y="1748695"/>
                </a:lnTo>
                <a:lnTo>
                  <a:pt x="972865" y="1750894"/>
                </a:lnTo>
                <a:lnTo>
                  <a:pt x="979233" y="1753407"/>
                </a:lnTo>
                <a:lnTo>
                  <a:pt x="986238" y="1755291"/>
                </a:lnTo>
                <a:lnTo>
                  <a:pt x="994199" y="1756862"/>
                </a:lnTo>
                <a:lnTo>
                  <a:pt x="1002477" y="1758118"/>
                </a:lnTo>
                <a:lnTo>
                  <a:pt x="1011074" y="1758747"/>
                </a:lnTo>
                <a:lnTo>
                  <a:pt x="1015851" y="1758747"/>
                </a:lnTo>
                <a:lnTo>
                  <a:pt x="1020627" y="1758747"/>
                </a:lnTo>
                <a:lnTo>
                  <a:pt x="1025084" y="1758432"/>
                </a:lnTo>
                <a:lnTo>
                  <a:pt x="1029861" y="1757490"/>
                </a:lnTo>
                <a:lnTo>
                  <a:pt x="1034955" y="1756862"/>
                </a:lnTo>
                <a:lnTo>
                  <a:pt x="1039731" y="1755605"/>
                </a:lnTo>
                <a:lnTo>
                  <a:pt x="1044507" y="1754035"/>
                </a:lnTo>
                <a:lnTo>
                  <a:pt x="1049284" y="1751836"/>
                </a:lnTo>
                <a:lnTo>
                  <a:pt x="1054378" y="1749637"/>
                </a:lnTo>
                <a:lnTo>
                  <a:pt x="1059154" y="1747125"/>
                </a:lnTo>
                <a:lnTo>
                  <a:pt x="1063612" y="1743669"/>
                </a:lnTo>
                <a:lnTo>
                  <a:pt x="1068388" y="1739900"/>
                </a:lnTo>
                <a:lnTo>
                  <a:pt x="1068070" y="1742727"/>
                </a:lnTo>
                <a:lnTo>
                  <a:pt x="1067114" y="1749009"/>
                </a:lnTo>
                <a:lnTo>
                  <a:pt x="1066159" y="1753407"/>
                </a:lnTo>
                <a:lnTo>
                  <a:pt x="1064886" y="1758118"/>
                </a:lnTo>
                <a:lnTo>
                  <a:pt x="1062657" y="1763144"/>
                </a:lnTo>
                <a:lnTo>
                  <a:pt x="1060428" y="1768484"/>
                </a:lnTo>
                <a:lnTo>
                  <a:pt x="1057562" y="1774138"/>
                </a:lnTo>
                <a:lnTo>
                  <a:pt x="1054060" y="1779163"/>
                </a:lnTo>
                <a:lnTo>
                  <a:pt x="1049920" y="1783875"/>
                </a:lnTo>
                <a:lnTo>
                  <a:pt x="1047691" y="1786388"/>
                </a:lnTo>
                <a:lnTo>
                  <a:pt x="1044826" y="1788587"/>
                </a:lnTo>
                <a:lnTo>
                  <a:pt x="1042279" y="1790471"/>
                </a:lnTo>
                <a:lnTo>
                  <a:pt x="1039413" y="1792356"/>
                </a:lnTo>
                <a:lnTo>
                  <a:pt x="1036229" y="1793927"/>
                </a:lnTo>
                <a:lnTo>
                  <a:pt x="1033045" y="1795497"/>
                </a:lnTo>
                <a:lnTo>
                  <a:pt x="1030775" y="1796108"/>
                </a:lnTo>
                <a:lnTo>
                  <a:pt x="1041937" y="1866254"/>
                </a:lnTo>
                <a:lnTo>
                  <a:pt x="1126943" y="1698990"/>
                </a:lnTo>
                <a:lnTo>
                  <a:pt x="1138014" y="1704984"/>
                </a:lnTo>
                <a:lnTo>
                  <a:pt x="1149120" y="1711340"/>
                </a:lnTo>
                <a:lnTo>
                  <a:pt x="1159592" y="1717697"/>
                </a:lnTo>
                <a:lnTo>
                  <a:pt x="1170382" y="1724053"/>
                </a:lnTo>
                <a:lnTo>
                  <a:pt x="1180536" y="1730728"/>
                </a:lnTo>
                <a:lnTo>
                  <a:pt x="1190056" y="1737402"/>
                </a:lnTo>
                <a:lnTo>
                  <a:pt x="1199576" y="1744394"/>
                </a:lnTo>
                <a:lnTo>
                  <a:pt x="1208461" y="1751386"/>
                </a:lnTo>
                <a:lnTo>
                  <a:pt x="1217029" y="1758378"/>
                </a:lnTo>
                <a:lnTo>
                  <a:pt x="1225280" y="1766324"/>
                </a:lnTo>
                <a:lnTo>
                  <a:pt x="1233213" y="1773634"/>
                </a:lnTo>
                <a:lnTo>
                  <a:pt x="1240512" y="1781579"/>
                </a:lnTo>
                <a:lnTo>
                  <a:pt x="1247493" y="1789525"/>
                </a:lnTo>
                <a:lnTo>
                  <a:pt x="1254474" y="1797788"/>
                </a:lnTo>
                <a:lnTo>
                  <a:pt x="1260821" y="1806688"/>
                </a:lnTo>
                <a:lnTo>
                  <a:pt x="1266850" y="1815269"/>
                </a:lnTo>
                <a:lnTo>
                  <a:pt x="1272245" y="1824804"/>
                </a:lnTo>
                <a:lnTo>
                  <a:pt x="1277639" y="1834021"/>
                </a:lnTo>
                <a:lnTo>
                  <a:pt x="1282399" y="1844191"/>
                </a:lnTo>
                <a:lnTo>
                  <a:pt x="1286842" y="1854043"/>
                </a:lnTo>
                <a:lnTo>
                  <a:pt x="1291285" y="1864532"/>
                </a:lnTo>
                <a:lnTo>
                  <a:pt x="1294775" y="1875656"/>
                </a:lnTo>
                <a:lnTo>
                  <a:pt x="1298583" y="1886779"/>
                </a:lnTo>
                <a:lnTo>
                  <a:pt x="1301439" y="1898539"/>
                </a:lnTo>
                <a:lnTo>
                  <a:pt x="1304295" y="1910616"/>
                </a:lnTo>
                <a:lnTo>
                  <a:pt x="1306517" y="1923011"/>
                </a:lnTo>
                <a:lnTo>
                  <a:pt x="1308421" y="1936042"/>
                </a:lnTo>
                <a:lnTo>
                  <a:pt x="1310325" y="1949391"/>
                </a:lnTo>
                <a:lnTo>
                  <a:pt x="1311594" y="1963375"/>
                </a:lnTo>
                <a:lnTo>
                  <a:pt x="1312228" y="1977677"/>
                </a:lnTo>
                <a:lnTo>
                  <a:pt x="1312863" y="1992933"/>
                </a:lnTo>
                <a:lnTo>
                  <a:pt x="1312863" y="2008188"/>
                </a:lnTo>
                <a:lnTo>
                  <a:pt x="717550" y="2008188"/>
                </a:lnTo>
                <a:lnTo>
                  <a:pt x="717867" y="1992297"/>
                </a:lnTo>
                <a:lnTo>
                  <a:pt x="718185" y="1976724"/>
                </a:lnTo>
                <a:lnTo>
                  <a:pt x="718819" y="1962104"/>
                </a:lnTo>
                <a:lnTo>
                  <a:pt x="719454" y="1947802"/>
                </a:lnTo>
                <a:lnTo>
                  <a:pt x="720723" y="1934135"/>
                </a:lnTo>
                <a:lnTo>
                  <a:pt x="721993" y="1920787"/>
                </a:lnTo>
                <a:lnTo>
                  <a:pt x="723897" y="1907438"/>
                </a:lnTo>
                <a:lnTo>
                  <a:pt x="725801" y="1895361"/>
                </a:lnTo>
                <a:lnTo>
                  <a:pt x="728022" y="1883601"/>
                </a:lnTo>
                <a:lnTo>
                  <a:pt x="730878" y="1872159"/>
                </a:lnTo>
                <a:lnTo>
                  <a:pt x="734051" y="1861036"/>
                </a:lnTo>
                <a:lnTo>
                  <a:pt x="737542" y="1850547"/>
                </a:lnTo>
                <a:lnTo>
                  <a:pt x="741033" y="1840059"/>
                </a:lnTo>
                <a:lnTo>
                  <a:pt x="745475" y="1830524"/>
                </a:lnTo>
                <a:lnTo>
                  <a:pt x="750235" y="1820672"/>
                </a:lnTo>
                <a:lnTo>
                  <a:pt x="755313" y="1811773"/>
                </a:lnTo>
                <a:lnTo>
                  <a:pt x="760390" y="1802556"/>
                </a:lnTo>
                <a:lnTo>
                  <a:pt x="766419" y="1794292"/>
                </a:lnTo>
                <a:lnTo>
                  <a:pt x="772766" y="1786029"/>
                </a:lnTo>
                <a:lnTo>
                  <a:pt x="779430" y="1777766"/>
                </a:lnTo>
                <a:lnTo>
                  <a:pt x="786728" y="1770138"/>
                </a:lnTo>
                <a:lnTo>
                  <a:pt x="794979" y="1762510"/>
                </a:lnTo>
                <a:lnTo>
                  <a:pt x="802912" y="1755200"/>
                </a:lnTo>
                <a:lnTo>
                  <a:pt x="811797" y="1748208"/>
                </a:lnTo>
                <a:lnTo>
                  <a:pt x="821317" y="1741534"/>
                </a:lnTo>
                <a:lnTo>
                  <a:pt x="831155" y="1734859"/>
                </a:lnTo>
                <a:lnTo>
                  <a:pt x="841627" y="1728185"/>
                </a:lnTo>
                <a:lnTo>
                  <a:pt x="852733" y="1721828"/>
                </a:lnTo>
                <a:lnTo>
                  <a:pt x="864157" y="1715472"/>
                </a:lnTo>
                <a:lnTo>
                  <a:pt x="876533" y="1709115"/>
                </a:lnTo>
                <a:lnTo>
                  <a:pt x="889544" y="1703077"/>
                </a:lnTo>
                <a:lnTo>
                  <a:pt x="902871" y="1697038"/>
                </a:lnTo>
                <a:close/>
                <a:moveTo>
                  <a:pt x="185540" y="1697038"/>
                </a:moveTo>
                <a:lnTo>
                  <a:pt x="186040" y="1697719"/>
                </a:lnTo>
                <a:lnTo>
                  <a:pt x="262534" y="1869986"/>
                </a:lnTo>
                <a:lnTo>
                  <a:pt x="283868" y="1797044"/>
                </a:lnTo>
                <a:lnTo>
                  <a:pt x="281820" y="1796753"/>
                </a:lnTo>
                <a:lnTo>
                  <a:pt x="278021" y="1795497"/>
                </a:lnTo>
                <a:lnTo>
                  <a:pt x="274538" y="1794241"/>
                </a:lnTo>
                <a:lnTo>
                  <a:pt x="271056" y="1792670"/>
                </a:lnTo>
                <a:lnTo>
                  <a:pt x="268207" y="1790785"/>
                </a:lnTo>
                <a:lnTo>
                  <a:pt x="265041" y="1788901"/>
                </a:lnTo>
                <a:lnTo>
                  <a:pt x="262508" y="1786702"/>
                </a:lnTo>
                <a:lnTo>
                  <a:pt x="259975" y="1784189"/>
                </a:lnTo>
                <a:lnTo>
                  <a:pt x="257442" y="1781990"/>
                </a:lnTo>
                <a:lnTo>
                  <a:pt x="253643" y="1776965"/>
                </a:lnTo>
                <a:lnTo>
                  <a:pt x="249844" y="1771625"/>
                </a:lnTo>
                <a:lnTo>
                  <a:pt x="247311" y="1766599"/>
                </a:lnTo>
                <a:lnTo>
                  <a:pt x="244778" y="1761574"/>
                </a:lnTo>
                <a:lnTo>
                  <a:pt x="243195" y="1756862"/>
                </a:lnTo>
                <a:lnTo>
                  <a:pt x="241929" y="1752464"/>
                </a:lnTo>
                <a:lnTo>
                  <a:pt x="240030" y="1745868"/>
                </a:lnTo>
                <a:lnTo>
                  <a:pt x="239713" y="1743669"/>
                </a:lnTo>
                <a:lnTo>
                  <a:pt x="242562" y="1744926"/>
                </a:lnTo>
                <a:lnTo>
                  <a:pt x="250161" y="1748695"/>
                </a:lnTo>
                <a:lnTo>
                  <a:pt x="255543" y="1750894"/>
                </a:lnTo>
                <a:lnTo>
                  <a:pt x="261875" y="1753407"/>
                </a:lnTo>
                <a:lnTo>
                  <a:pt x="268840" y="1755291"/>
                </a:lnTo>
                <a:lnTo>
                  <a:pt x="276438" y="1756862"/>
                </a:lnTo>
                <a:lnTo>
                  <a:pt x="284669" y="1758118"/>
                </a:lnTo>
                <a:lnTo>
                  <a:pt x="293851" y="1758747"/>
                </a:lnTo>
                <a:lnTo>
                  <a:pt x="297966" y="1758747"/>
                </a:lnTo>
                <a:lnTo>
                  <a:pt x="302715" y="1758747"/>
                </a:lnTo>
                <a:lnTo>
                  <a:pt x="307464" y="1758432"/>
                </a:lnTo>
                <a:lnTo>
                  <a:pt x="312530" y="1757490"/>
                </a:lnTo>
                <a:lnTo>
                  <a:pt x="316962" y="1756862"/>
                </a:lnTo>
                <a:lnTo>
                  <a:pt x="322028" y="1755605"/>
                </a:lnTo>
                <a:lnTo>
                  <a:pt x="326777" y="1754035"/>
                </a:lnTo>
                <a:lnTo>
                  <a:pt x="331526" y="1751836"/>
                </a:lnTo>
                <a:lnTo>
                  <a:pt x="336274" y="1749637"/>
                </a:lnTo>
                <a:lnTo>
                  <a:pt x="341023" y="1747125"/>
                </a:lnTo>
                <a:lnTo>
                  <a:pt x="346089" y="1743669"/>
                </a:lnTo>
                <a:lnTo>
                  <a:pt x="350838" y="1739900"/>
                </a:lnTo>
                <a:lnTo>
                  <a:pt x="350521" y="1742727"/>
                </a:lnTo>
                <a:lnTo>
                  <a:pt x="348938" y="1749009"/>
                </a:lnTo>
                <a:lnTo>
                  <a:pt x="347989" y="1753407"/>
                </a:lnTo>
                <a:lnTo>
                  <a:pt x="346722" y="1758118"/>
                </a:lnTo>
                <a:lnTo>
                  <a:pt x="345139" y="1763144"/>
                </a:lnTo>
                <a:lnTo>
                  <a:pt x="342606" y="1768484"/>
                </a:lnTo>
                <a:lnTo>
                  <a:pt x="339757" y="1774138"/>
                </a:lnTo>
                <a:lnTo>
                  <a:pt x="336274" y="1779163"/>
                </a:lnTo>
                <a:lnTo>
                  <a:pt x="332159" y="1783875"/>
                </a:lnTo>
                <a:lnTo>
                  <a:pt x="329626" y="1786388"/>
                </a:lnTo>
                <a:lnTo>
                  <a:pt x="327410" y="1788587"/>
                </a:lnTo>
                <a:lnTo>
                  <a:pt x="324877" y="1790471"/>
                </a:lnTo>
                <a:lnTo>
                  <a:pt x="321711" y="1792356"/>
                </a:lnTo>
                <a:lnTo>
                  <a:pt x="318862" y="1793927"/>
                </a:lnTo>
                <a:lnTo>
                  <a:pt x="315379" y="1795497"/>
                </a:lnTo>
                <a:lnTo>
                  <a:pt x="313294" y="1796061"/>
                </a:lnTo>
                <a:lnTo>
                  <a:pt x="324147" y="1864546"/>
                </a:lnTo>
                <a:lnTo>
                  <a:pt x="406919" y="1700746"/>
                </a:lnTo>
                <a:lnTo>
                  <a:pt x="408505" y="1698627"/>
                </a:lnTo>
                <a:lnTo>
                  <a:pt x="419923" y="1704984"/>
                </a:lnTo>
                <a:lnTo>
                  <a:pt x="431023" y="1711340"/>
                </a:lnTo>
                <a:lnTo>
                  <a:pt x="442124" y="1717697"/>
                </a:lnTo>
                <a:lnTo>
                  <a:pt x="452590" y="1724053"/>
                </a:lnTo>
                <a:lnTo>
                  <a:pt x="462422" y="1730728"/>
                </a:lnTo>
                <a:lnTo>
                  <a:pt x="472254" y="1737402"/>
                </a:lnTo>
                <a:lnTo>
                  <a:pt x="481452" y="1744394"/>
                </a:lnTo>
                <a:lnTo>
                  <a:pt x="490333" y="1751386"/>
                </a:lnTo>
                <a:lnTo>
                  <a:pt x="499213" y="1758378"/>
                </a:lnTo>
                <a:lnTo>
                  <a:pt x="507459" y="1766324"/>
                </a:lnTo>
                <a:lnTo>
                  <a:pt x="515071" y="1773634"/>
                </a:lnTo>
                <a:lnTo>
                  <a:pt x="522683" y="1781579"/>
                </a:lnTo>
                <a:lnTo>
                  <a:pt x="529978" y="1789525"/>
                </a:lnTo>
                <a:lnTo>
                  <a:pt x="536638" y="1797788"/>
                </a:lnTo>
                <a:lnTo>
                  <a:pt x="542981" y="1806688"/>
                </a:lnTo>
                <a:lnTo>
                  <a:pt x="549008" y="1815269"/>
                </a:lnTo>
                <a:lnTo>
                  <a:pt x="554399" y="1824804"/>
                </a:lnTo>
                <a:lnTo>
                  <a:pt x="559791" y="1834021"/>
                </a:lnTo>
                <a:lnTo>
                  <a:pt x="564548" y="1844191"/>
                </a:lnTo>
                <a:lnTo>
                  <a:pt x="569306" y="1854043"/>
                </a:lnTo>
                <a:lnTo>
                  <a:pt x="573112" y="1864532"/>
                </a:lnTo>
                <a:lnTo>
                  <a:pt x="577235" y="1875656"/>
                </a:lnTo>
                <a:lnTo>
                  <a:pt x="580407" y="1886779"/>
                </a:lnTo>
                <a:lnTo>
                  <a:pt x="583578" y="1898539"/>
                </a:lnTo>
                <a:lnTo>
                  <a:pt x="586115" y="1910616"/>
                </a:lnTo>
                <a:lnTo>
                  <a:pt x="588653" y="1923011"/>
                </a:lnTo>
                <a:lnTo>
                  <a:pt x="590556" y="1936042"/>
                </a:lnTo>
                <a:lnTo>
                  <a:pt x="592142" y="1949391"/>
                </a:lnTo>
                <a:lnTo>
                  <a:pt x="593410" y="1963375"/>
                </a:lnTo>
                <a:lnTo>
                  <a:pt x="594679" y="1977677"/>
                </a:lnTo>
                <a:lnTo>
                  <a:pt x="594996" y="1992933"/>
                </a:lnTo>
                <a:lnTo>
                  <a:pt x="595313" y="2008188"/>
                </a:lnTo>
                <a:lnTo>
                  <a:pt x="0" y="2008188"/>
                </a:lnTo>
                <a:lnTo>
                  <a:pt x="0" y="1992297"/>
                </a:lnTo>
                <a:lnTo>
                  <a:pt x="317" y="1976724"/>
                </a:lnTo>
                <a:lnTo>
                  <a:pt x="952" y="1962104"/>
                </a:lnTo>
                <a:lnTo>
                  <a:pt x="2220" y="1947802"/>
                </a:lnTo>
                <a:lnTo>
                  <a:pt x="3172" y="1934135"/>
                </a:lnTo>
                <a:lnTo>
                  <a:pt x="4440" y="1920787"/>
                </a:lnTo>
                <a:lnTo>
                  <a:pt x="6343" y="1907438"/>
                </a:lnTo>
                <a:lnTo>
                  <a:pt x="8563" y="1895361"/>
                </a:lnTo>
                <a:lnTo>
                  <a:pt x="10784" y="1883601"/>
                </a:lnTo>
                <a:lnTo>
                  <a:pt x="13321" y="1872159"/>
                </a:lnTo>
                <a:lnTo>
                  <a:pt x="16492" y="1861036"/>
                </a:lnTo>
                <a:lnTo>
                  <a:pt x="19664" y="1850547"/>
                </a:lnTo>
                <a:lnTo>
                  <a:pt x="23787" y="1840059"/>
                </a:lnTo>
                <a:lnTo>
                  <a:pt x="27910" y="1830524"/>
                </a:lnTo>
                <a:lnTo>
                  <a:pt x="32351" y="1820672"/>
                </a:lnTo>
                <a:lnTo>
                  <a:pt x="37425" y="1811773"/>
                </a:lnTo>
                <a:lnTo>
                  <a:pt x="43134" y="1802556"/>
                </a:lnTo>
                <a:lnTo>
                  <a:pt x="48843" y="1794292"/>
                </a:lnTo>
                <a:lnTo>
                  <a:pt x="55186" y="1786029"/>
                </a:lnTo>
                <a:lnTo>
                  <a:pt x="62164" y="1777766"/>
                </a:lnTo>
                <a:lnTo>
                  <a:pt x="69459" y="1770138"/>
                </a:lnTo>
                <a:lnTo>
                  <a:pt x="77070" y="1762510"/>
                </a:lnTo>
                <a:lnTo>
                  <a:pt x="85317" y="1755200"/>
                </a:lnTo>
                <a:lnTo>
                  <a:pt x="94514" y="1748208"/>
                </a:lnTo>
                <a:lnTo>
                  <a:pt x="103712" y="1741534"/>
                </a:lnTo>
                <a:lnTo>
                  <a:pt x="113544" y="1734859"/>
                </a:lnTo>
                <a:lnTo>
                  <a:pt x="124010" y="1728185"/>
                </a:lnTo>
                <a:lnTo>
                  <a:pt x="135111" y="1721828"/>
                </a:lnTo>
                <a:lnTo>
                  <a:pt x="146846" y="1715472"/>
                </a:lnTo>
                <a:lnTo>
                  <a:pt x="159215" y="1709115"/>
                </a:lnTo>
                <a:lnTo>
                  <a:pt x="171902" y="1703077"/>
                </a:lnTo>
                <a:lnTo>
                  <a:pt x="185540" y="1697038"/>
                </a:lnTo>
                <a:close/>
                <a:moveTo>
                  <a:pt x="1733551" y="1376363"/>
                </a:moveTo>
                <a:lnTo>
                  <a:pt x="1742737" y="1376998"/>
                </a:lnTo>
                <a:lnTo>
                  <a:pt x="1752557" y="1378268"/>
                </a:lnTo>
                <a:lnTo>
                  <a:pt x="1763644" y="1380491"/>
                </a:lnTo>
                <a:lnTo>
                  <a:pt x="1774731" y="1383348"/>
                </a:lnTo>
                <a:lnTo>
                  <a:pt x="1780433" y="1384936"/>
                </a:lnTo>
                <a:lnTo>
                  <a:pt x="1786135" y="1387158"/>
                </a:lnTo>
                <a:lnTo>
                  <a:pt x="1791520" y="1389063"/>
                </a:lnTo>
                <a:lnTo>
                  <a:pt x="1797222" y="1391603"/>
                </a:lnTo>
                <a:lnTo>
                  <a:pt x="1802924" y="1394461"/>
                </a:lnTo>
                <a:lnTo>
                  <a:pt x="1808309" y="1397001"/>
                </a:lnTo>
                <a:lnTo>
                  <a:pt x="1813694" y="1400493"/>
                </a:lnTo>
                <a:lnTo>
                  <a:pt x="1819079" y="1403986"/>
                </a:lnTo>
                <a:lnTo>
                  <a:pt x="1823831" y="1407796"/>
                </a:lnTo>
                <a:lnTo>
                  <a:pt x="1828582" y="1411606"/>
                </a:lnTo>
                <a:lnTo>
                  <a:pt x="1833334" y="1416051"/>
                </a:lnTo>
                <a:lnTo>
                  <a:pt x="1837769" y="1421131"/>
                </a:lnTo>
                <a:lnTo>
                  <a:pt x="1841570" y="1426211"/>
                </a:lnTo>
                <a:lnTo>
                  <a:pt x="1845371" y="1431608"/>
                </a:lnTo>
                <a:lnTo>
                  <a:pt x="1848222" y="1437006"/>
                </a:lnTo>
                <a:lnTo>
                  <a:pt x="1851390" y="1443038"/>
                </a:lnTo>
                <a:lnTo>
                  <a:pt x="1853607" y="1449388"/>
                </a:lnTo>
                <a:lnTo>
                  <a:pt x="1855508" y="1456373"/>
                </a:lnTo>
                <a:lnTo>
                  <a:pt x="1857408" y="1463676"/>
                </a:lnTo>
                <a:lnTo>
                  <a:pt x="1858359" y="1471296"/>
                </a:lnTo>
                <a:lnTo>
                  <a:pt x="1858675" y="1479233"/>
                </a:lnTo>
                <a:lnTo>
                  <a:pt x="1858675" y="1487488"/>
                </a:lnTo>
                <a:lnTo>
                  <a:pt x="1858042" y="1496378"/>
                </a:lnTo>
                <a:lnTo>
                  <a:pt x="1856775" y="1505586"/>
                </a:lnTo>
                <a:lnTo>
                  <a:pt x="1857408" y="1505586"/>
                </a:lnTo>
                <a:lnTo>
                  <a:pt x="1858992" y="1506221"/>
                </a:lnTo>
                <a:lnTo>
                  <a:pt x="1861210" y="1507491"/>
                </a:lnTo>
                <a:lnTo>
                  <a:pt x="1864377" y="1509713"/>
                </a:lnTo>
                <a:lnTo>
                  <a:pt x="1865644" y="1511301"/>
                </a:lnTo>
                <a:lnTo>
                  <a:pt x="1866912" y="1512888"/>
                </a:lnTo>
                <a:lnTo>
                  <a:pt x="1868179" y="1514793"/>
                </a:lnTo>
                <a:lnTo>
                  <a:pt x="1869446" y="1517651"/>
                </a:lnTo>
                <a:lnTo>
                  <a:pt x="1870396" y="1520191"/>
                </a:lnTo>
                <a:lnTo>
                  <a:pt x="1871030" y="1523683"/>
                </a:lnTo>
                <a:lnTo>
                  <a:pt x="1871663" y="1527176"/>
                </a:lnTo>
                <a:lnTo>
                  <a:pt x="1871663" y="1531621"/>
                </a:lnTo>
                <a:lnTo>
                  <a:pt x="1871663" y="1539558"/>
                </a:lnTo>
                <a:lnTo>
                  <a:pt x="1871030" y="1546543"/>
                </a:lnTo>
                <a:lnTo>
                  <a:pt x="1870079" y="1552893"/>
                </a:lnTo>
                <a:lnTo>
                  <a:pt x="1868495" y="1557973"/>
                </a:lnTo>
                <a:lnTo>
                  <a:pt x="1866912" y="1562418"/>
                </a:lnTo>
                <a:lnTo>
                  <a:pt x="1865011" y="1566228"/>
                </a:lnTo>
                <a:lnTo>
                  <a:pt x="1863110" y="1569721"/>
                </a:lnTo>
                <a:lnTo>
                  <a:pt x="1860576" y="1572578"/>
                </a:lnTo>
                <a:lnTo>
                  <a:pt x="1858359" y="1575753"/>
                </a:lnTo>
                <a:lnTo>
                  <a:pt x="1857092" y="1577341"/>
                </a:lnTo>
                <a:lnTo>
                  <a:pt x="1855508" y="1579881"/>
                </a:lnTo>
                <a:lnTo>
                  <a:pt x="1854241" y="1582421"/>
                </a:lnTo>
                <a:lnTo>
                  <a:pt x="1853290" y="1585596"/>
                </a:lnTo>
                <a:lnTo>
                  <a:pt x="1852340" y="1589406"/>
                </a:lnTo>
                <a:lnTo>
                  <a:pt x="1851707" y="1593851"/>
                </a:lnTo>
                <a:lnTo>
                  <a:pt x="1851073" y="1598931"/>
                </a:lnTo>
                <a:lnTo>
                  <a:pt x="1850439" y="1603693"/>
                </a:lnTo>
                <a:lnTo>
                  <a:pt x="1848856" y="1608773"/>
                </a:lnTo>
                <a:lnTo>
                  <a:pt x="1847588" y="1614171"/>
                </a:lnTo>
                <a:lnTo>
                  <a:pt x="1846005" y="1619568"/>
                </a:lnTo>
                <a:lnTo>
                  <a:pt x="1844104" y="1624966"/>
                </a:lnTo>
                <a:lnTo>
                  <a:pt x="1839669" y="1635444"/>
                </a:lnTo>
                <a:lnTo>
                  <a:pt x="1834284" y="1646239"/>
                </a:lnTo>
                <a:lnTo>
                  <a:pt x="1831433" y="1651636"/>
                </a:lnTo>
                <a:lnTo>
                  <a:pt x="1827949" y="1657034"/>
                </a:lnTo>
                <a:lnTo>
                  <a:pt x="1824781" y="1661796"/>
                </a:lnTo>
                <a:lnTo>
                  <a:pt x="1821296" y="1666876"/>
                </a:lnTo>
                <a:lnTo>
                  <a:pt x="1817178" y="1671956"/>
                </a:lnTo>
                <a:lnTo>
                  <a:pt x="1813694" y="1676719"/>
                </a:lnTo>
                <a:lnTo>
                  <a:pt x="1809576" y="1681164"/>
                </a:lnTo>
                <a:lnTo>
                  <a:pt x="1805458" y="1685926"/>
                </a:lnTo>
                <a:lnTo>
                  <a:pt x="1801023" y="1690371"/>
                </a:lnTo>
                <a:lnTo>
                  <a:pt x="1796588" y="1694181"/>
                </a:lnTo>
                <a:lnTo>
                  <a:pt x="1791837" y="1698309"/>
                </a:lnTo>
                <a:lnTo>
                  <a:pt x="1787085" y="1702119"/>
                </a:lnTo>
                <a:lnTo>
                  <a:pt x="1782333" y="1705294"/>
                </a:lnTo>
                <a:lnTo>
                  <a:pt x="1777265" y="1708469"/>
                </a:lnTo>
                <a:lnTo>
                  <a:pt x="1771880" y="1711009"/>
                </a:lnTo>
                <a:lnTo>
                  <a:pt x="1767128" y="1713549"/>
                </a:lnTo>
                <a:lnTo>
                  <a:pt x="1761743" y="1715771"/>
                </a:lnTo>
                <a:lnTo>
                  <a:pt x="1756041" y="1717676"/>
                </a:lnTo>
                <a:lnTo>
                  <a:pt x="1750656" y="1718946"/>
                </a:lnTo>
                <a:lnTo>
                  <a:pt x="1744954" y="1719899"/>
                </a:lnTo>
                <a:lnTo>
                  <a:pt x="1739253" y="1720534"/>
                </a:lnTo>
                <a:lnTo>
                  <a:pt x="1733551" y="1720851"/>
                </a:lnTo>
                <a:lnTo>
                  <a:pt x="1728166" y="1720534"/>
                </a:lnTo>
                <a:lnTo>
                  <a:pt x="1722464" y="1719899"/>
                </a:lnTo>
                <a:lnTo>
                  <a:pt x="1716762" y="1718946"/>
                </a:lnTo>
                <a:lnTo>
                  <a:pt x="1711060" y="1717676"/>
                </a:lnTo>
                <a:lnTo>
                  <a:pt x="1705675" y="1715771"/>
                </a:lnTo>
                <a:lnTo>
                  <a:pt x="1700290" y="1713549"/>
                </a:lnTo>
                <a:lnTo>
                  <a:pt x="1694904" y="1711009"/>
                </a:lnTo>
                <a:lnTo>
                  <a:pt x="1690153" y="1708469"/>
                </a:lnTo>
                <a:lnTo>
                  <a:pt x="1685085" y="1705294"/>
                </a:lnTo>
                <a:lnTo>
                  <a:pt x="1680016" y="1702119"/>
                </a:lnTo>
                <a:lnTo>
                  <a:pt x="1675265" y="1698309"/>
                </a:lnTo>
                <a:lnTo>
                  <a:pt x="1670830" y="1694181"/>
                </a:lnTo>
                <a:lnTo>
                  <a:pt x="1666395" y="1690371"/>
                </a:lnTo>
                <a:lnTo>
                  <a:pt x="1661960" y="1685926"/>
                </a:lnTo>
                <a:lnTo>
                  <a:pt x="1657842" y="1681164"/>
                </a:lnTo>
                <a:lnTo>
                  <a:pt x="1653724" y="1676719"/>
                </a:lnTo>
                <a:lnTo>
                  <a:pt x="1649606" y="1671956"/>
                </a:lnTo>
                <a:lnTo>
                  <a:pt x="1646122" y="1666876"/>
                </a:lnTo>
                <a:lnTo>
                  <a:pt x="1642637" y="1661796"/>
                </a:lnTo>
                <a:lnTo>
                  <a:pt x="1639469" y="1657034"/>
                </a:lnTo>
                <a:lnTo>
                  <a:pt x="1635985" y="1651636"/>
                </a:lnTo>
                <a:lnTo>
                  <a:pt x="1633134" y="1646239"/>
                </a:lnTo>
                <a:lnTo>
                  <a:pt x="1627749" y="1635444"/>
                </a:lnTo>
                <a:lnTo>
                  <a:pt x="1623314" y="1624966"/>
                </a:lnTo>
                <a:lnTo>
                  <a:pt x="1621413" y="1619568"/>
                </a:lnTo>
                <a:lnTo>
                  <a:pt x="1619830" y="1614171"/>
                </a:lnTo>
                <a:lnTo>
                  <a:pt x="1618246" y="1608773"/>
                </a:lnTo>
                <a:lnTo>
                  <a:pt x="1616979" y="1603693"/>
                </a:lnTo>
                <a:lnTo>
                  <a:pt x="1616028" y="1598931"/>
                </a:lnTo>
                <a:lnTo>
                  <a:pt x="1615395" y="1593851"/>
                </a:lnTo>
                <a:lnTo>
                  <a:pt x="1614761" y="1589406"/>
                </a:lnTo>
                <a:lnTo>
                  <a:pt x="1614128" y="1585596"/>
                </a:lnTo>
                <a:lnTo>
                  <a:pt x="1612861" y="1582421"/>
                </a:lnTo>
                <a:lnTo>
                  <a:pt x="1611593" y="1579881"/>
                </a:lnTo>
                <a:lnTo>
                  <a:pt x="1610326" y="1577341"/>
                </a:lnTo>
                <a:lnTo>
                  <a:pt x="1609059" y="1575753"/>
                </a:lnTo>
                <a:lnTo>
                  <a:pt x="1606842" y="1572578"/>
                </a:lnTo>
                <a:lnTo>
                  <a:pt x="1604308" y="1569721"/>
                </a:lnTo>
                <a:lnTo>
                  <a:pt x="1602090" y="1566228"/>
                </a:lnTo>
                <a:lnTo>
                  <a:pt x="1600506" y="1562418"/>
                </a:lnTo>
                <a:lnTo>
                  <a:pt x="1598606" y="1557973"/>
                </a:lnTo>
                <a:lnTo>
                  <a:pt x="1597339" y="1552893"/>
                </a:lnTo>
                <a:lnTo>
                  <a:pt x="1596388" y="1546543"/>
                </a:lnTo>
                <a:lnTo>
                  <a:pt x="1595755" y="1539558"/>
                </a:lnTo>
                <a:lnTo>
                  <a:pt x="1595438" y="1531621"/>
                </a:lnTo>
                <a:lnTo>
                  <a:pt x="1595755" y="1527176"/>
                </a:lnTo>
                <a:lnTo>
                  <a:pt x="1596072" y="1523683"/>
                </a:lnTo>
                <a:lnTo>
                  <a:pt x="1596705" y="1520191"/>
                </a:lnTo>
                <a:lnTo>
                  <a:pt x="1597656" y="1517651"/>
                </a:lnTo>
                <a:lnTo>
                  <a:pt x="1598923" y="1514793"/>
                </a:lnTo>
                <a:lnTo>
                  <a:pt x="1600506" y="1512888"/>
                </a:lnTo>
                <a:lnTo>
                  <a:pt x="1601774" y="1511301"/>
                </a:lnTo>
                <a:lnTo>
                  <a:pt x="1603041" y="1509713"/>
                </a:lnTo>
                <a:lnTo>
                  <a:pt x="1605575" y="1507491"/>
                </a:lnTo>
                <a:lnTo>
                  <a:pt x="1608426" y="1506221"/>
                </a:lnTo>
                <a:lnTo>
                  <a:pt x="1610010" y="1505586"/>
                </a:lnTo>
                <a:lnTo>
                  <a:pt x="1610643" y="1505586"/>
                </a:lnTo>
                <a:lnTo>
                  <a:pt x="1609376" y="1496378"/>
                </a:lnTo>
                <a:lnTo>
                  <a:pt x="1608743" y="1487488"/>
                </a:lnTo>
                <a:lnTo>
                  <a:pt x="1608426" y="1479233"/>
                </a:lnTo>
                <a:lnTo>
                  <a:pt x="1609059" y="1471296"/>
                </a:lnTo>
                <a:lnTo>
                  <a:pt x="1610010" y="1463676"/>
                </a:lnTo>
                <a:lnTo>
                  <a:pt x="1611277" y="1456373"/>
                </a:lnTo>
                <a:lnTo>
                  <a:pt x="1613494" y="1449388"/>
                </a:lnTo>
                <a:lnTo>
                  <a:pt x="1616028" y="1443038"/>
                </a:lnTo>
                <a:lnTo>
                  <a:pt x="1618879" y="1437006"/>
                </a:lnTo>
                <a:lnTo>
                  <a:pt x="1622047" y="1431608"/>
                </a:lnTo>
                <a:lnTo>
                  <a:pt x="1625848" y="1426211"/>
                </a:lnTo>
                <a:lnTo>
                  <a:pt x="1629649" y="1421131"/>
                </a:lnTo>
                <a:lnTo>
                  <a:pt x="1634084" y="1416051"/>
                </a:lnTo>
                <a:lnTo>
                  <a:pt x="1638519" y="1411606"/>
                </a:lnTo>
                <a:lnTo>
                  <a:pt x="1643271" y="1407796"/>
                </a:lnTo>
                <a:lnTo>
                  <a:pt x="1648339" y="1403986"/>
                </a:lnTo>
                <a:lnTo>
                  <a:pt x="1653407" y="1400493"/>
                </a:lnTo>
                <a:lnTo>
                  <a:pt x="1658792" y="1397001"/>
                </a:lnTo>
                <a:lnTo>
                  <a:pt x="1664494" y="1394461"/>
                </a:lnTo>
                <a:lnTo>
                  <a:pt x="1670196" y="1391603"/>
                </a:lnTo>
                <a:lnTo>
                  <a:pt x="1675581" y="1389063"/>
                </a:lnTo>
                <a:lnTo>
                  <a:pt x="1681283" y="1387158"/>
                </a:lnTo>
                <a:lnTo>
                  <a:pt x="1686985" y="1384936"/>
                </a:lnTo>
                <a:lnTo>
                  <a:pt x="1692687" y="1383348"/>
                </a:lnTo>
                <a:lnTo>
                  <a:pt x="1703774" y="1380491"/>
                </a:lnTo>
                <a:lnTo>
                  <a:pt x="1714228" y="1378268"/>
                </a:lnTo>
                <a:lnTo>
                  <a:pt x="1724364" y="1376998"/>
                </a:lnTo>
                <a:lnTo>
                  <a:pt x="1733551" y="1376363"/>
                </a:lnTo>
                <a:close/>
                <a:moveTo>
                  <a:pt x="1015207" y="1376363"/>
                </a:moveTo>
                <a:lnTo>
                  <a:pt x="1024446" y="1376998"/>
                </a:lnTo>
                <a:lnTo>
                  <a:pt x="1034641" y="1378268"/>
                </a:lnTo>
                <a:lnTo>
                  <a:pt x="1045473" y="1380491"/>
                </a:lnTo>
                <a:lnTo>
                  <a:pt x="1056624" y="1383348"/>
                </a:lnTo>
                <a:lnTo>
                  <a:pt x="1062358" y="1384936"/>
                </a:lnTo>
                <a:lnTo>
                  <a:pt x="1068093" y="1387158"/>
                </a:lnTo>
                <a:lnTo>
                  <a:pt x="1073828" y="1389063"/>
                </a:lnTo>
                <a:lnTo>
                  <a:pt x="1079562" y="1391603"/>
                </a:lnTo>
                <a:lnTo>
                  <a:pt x="1084978" y="1394461"/>
                </a:lnTo>
                <a:lnTo>
                  <a:pt x="1090713" y="1397001"/>
                </a:lnTo>
                <a:lnTo>
                  <a:pt x="1095811" y="1400493"/>
                </a:lnTo>
                <a:lnTo>
                  <a:pt x="1100908" y="1403986"/>
                </a:lnTo>
                <a:lnTo>
                  <a:pt x="1106006" y="1407796"/>
                </a:lnTo>
                <a:lnTo>
                  <a:pt x="1111103" y="1411606"/>
                </a:lnTo>
                <a:lnTo>
                  <a:pt x="1115245" y="1416051"/>
                </a:lnTo>
                <a:lnTo>
                  <a:pt x="1119705" y="1421131"/>
                </a:lnTo>
                <a:lnTo>
                  <a:pt x="1123847" y="1426211"/>
                </a:lnTo>
                <a:lnTo>
                  <a:pt x="1127351" y="1431608"/>
                </a:lnTo>
                <a:lnTo>
                  <a:pt x="1130856" y="1437006"/>
                </a:lnTo>
                <a:lnTo>
                  <a:pt x="1133723" y="1443038"/>
                </a:lnTo>
                <a:lnTo>
                  <a:pt x="1136272" y="1449388"/>
                </a:lnTo>
                <a:lnTo>
                  <a:pt x="1138183" y="1456373"/>
                </a:lnTo>
                <a:lnTo>
                  <a:pt x="1139776" y="1463676"/>
                </a:lnTo>
                <a:lnTo>
                  <a:pt x="1140732" y="1471296"/>
                </a:lnTo>
                <a:lnTo>
                  <a:pt x="1141051" y="1479233"/>
                </a:lnTo>
                <a:lnTo>
                  <a:pt x="1141051" y="1487488"/>
                </a:lnTo>
                <a:lnTo>
                  <a:pt x="1140414" y="1496378"/>
                </a:lnTo>
                <a:lnTo>
                  <a:pt x="1139139" y="1505586"/>
                </a:lnTo>
                <a:lnTo>
                  <a:pt x="1139776" y="1505586"/>
                </a:lnTo>
                <a:lnTo>
                  <a:pt x="1141369" y="1506221"/>
                </a:lnTo>
                <a:lnTo>
                  <a:pt x="1143918" y="1507491"/>
                </a:lnTo>
                <a:lnTo>
                  <a:pt x="1146467" y="1509713"/>
                </a:lnTo>
                <a:lnTo>
                  <a:pt x="1148060" y="1511301"/>
                </a:lnTo>
                <a:lnTo>
                  <a:pt x="1149653" y="1512888"/>
                </a:lnTo>
                <a:lnTo>
                  <a:pt x="1150609" y="1514793"/>
                </a:lnTo>
                <a:lnTo>
                  <a:pt x="1151883" y="1517651"/>
                </a:lnTo>
                <a:lnTo>
                  <a:pt x="1152839" y="1520191"/>
                </a:lnTo>
                <a:lnTo>
                  <a:pt x="1153476" y="1523683"/>
                </a:lnTo>
                <a:lnTo>
                  <a:pt x="1153795" y="1527176"/>
                </a:lnTo>
                <a:lnTo>
                  <a:pt x="1154113" y="1531621"/>
                </a:lnTo>
                <a:lnTo>
                  <a:pt x="1153795" y="1539558"/>
                </a:lnTo>
                <a:lnTo>
                  <a:pt x="1153157" y="1546543"/>
                </a:lnTo>
                <a:lnTo>
                  <a:pt x="1152202" y="1552893"/>
                </a:lnTo>
                <a:lnTo>
                  <a:pt x="1150927" y="1557973"/>
                </a:lnTo>
                <a:lnTo>
                  <a:pt x="1149653" y="1562418"/>
                </a:lnTo>
                <a:lnTo>
                  <a:pt x="1147423" y="1566228"/>
                </a:lnTo>
                <a:lnTo>
                  <a:pt x="1145193" y="1569721"/>
                </a:lnTo>
                <a:lnTo>
                  <a:pt x="1142962" y="1572578"/>
                </a:lnTo>
                <a:lnTo>
                  <a:pt x="1140414" y="1575753"/>
                </a:lnTo>
                <a:lnTo>
                  <a:pt x="1139139" y="1577341"/>
                </a:lnTo>
                <a:lnTo>
                  <a:pt x="1137865" y="1579881"/>
                </a:lnTo>
                <a:lnTo>
                  <a:pt x="1136909" y="1582421"/>
                </a:lnTo>
                <a:lnTo>
                  <a:pt x="1135953" y="1585596"/>
                </a:lnTo>
                <a:lnTo>
                  <a:pt x="1134679" y="1589406"/>
                </a:lnTo>
                <a:lnTo>
                  <a:pt x="1134042" y="1593851"/>
                </a:lnTo>
                <a:lnTo>
                  <a:pt x="1133405" y="1598931"/>
                </a:lnTo>
                <a:lnTo>
                  <a:pt x="1132449" y="1603693"/>
                </a:lnTo>
                <a:lnTo>
                  <a:pt x="1131493" y="1608773"/>
                </a:lnTo>
                <a:lnTo>
                  <a:pt x="1129900" y="1614171"/>
                </a:lnTo>
                <a:lnTo>
                  <a:pt x="1127989" y="1619568"/>
                </a:lnTo>
                <a:lnTo>
                  <a:pt x="1126396" y="1624966"/>
                </a:lnTo>
                <a:lnTo>
                  <a:pt x="1121617" y="1635444"/>
                </a:lnTo>
                <a:lnTo>
                  <a:pt x="1116519" y="1646239"/>
                </a:lnTo>
                <a:lnTo>
                  <a:pt x="1113333" y="1651636"/>
                </a:lnTo>
                <a:lnTo>
                  <a:pt x="1110466" y="1657034"/>
                </a:lnTo>
                <a:lnTo>
                  <a:pt x="1106961" y="1661796"/>
                </a:lnTo>
                <a:lnTo>
                  <a:pt x="1103457" y="1666876"/>
                </a:lnTo>
                <a:lnTo>
                  <a:pt x="1099634" y="1671956"/>
                </a:lnTo>
                <a:lnTo>
                  <a:pt x="1095492" y="1676719"/>
                </a:lnTo>
                <a:lnTo>
                  <a:pt x="1091669" y="1681164"/>
                </a:lnTo>
                <a:lnTo>
                  <a:pt x="1087527" y="1685926"/>
                </a:lnTo>
                <a:lnTo>
                  <a:pt x="1083067" y="1690371"/>
                </a:lnTo>
                <a:lnTo>
                  <a:pt x="1078607" y="1694181"/>
                </a:lnTo>
                <a:lnTo>
                  <a:pt x="1073828" y="1698309"/>
                </a:lnTo>
                <a:lnTo>
                  <a:pt x="1069049" y="1702119"/>
                </a:lnTo>
                <a:lnTo>
                  <a:pt x="1063951" y="1705294"/>
                </a:lnTo>
                <a:lnTo>
                  <a:pt x="1059172" y="1708469"/>
                </a:lnTo>
                <a:lnTo>
                  <a:pt x="1054075" y="1711009"/>
                </a:lnTo>
                <a:lnTo>
                  <a:pt x="1048659" y="1713549"/>
                </a:lnTo>
                <a:lnTo>
                  <a:pt x="1043243" y="1715771"/>
                </a:lnTo>
                <a:lnTo>
                  <a:pt x="1037827" y="1717676"/>
                </a:lnTo>
                <a:lnTo>
                  <a:pt x="1032411" y="1718946"/>
                </a:lnTo>
                <a:lnTo>
                  <a:pt x="1026995" y="1719899"/>
                </a:lnTo>
                <a:lnTo>
                  <a:pt x="1020941" y="1720534"/>
                </a:lnTo>
                <a:lnTo>
                  <a:pt x="1015207" y="1720851"/>
                </a:lnTo>
                <a:lnTo>
                  <a:pt x="1009472" y="1720534"/>
                </a:lnTo>
                <a:lnTo>
                  <a:pt x="1003737" y="1719899"/>
                </a:lnTo>
                <a:lnTo>
                  <a:pt x="998003" y="1718946"/>
                </a:lnTo>
                <a:lnTo>
                  <a:pt x="992587" y="1717676"/>
                </a:lnTo>
                <a:lnTo>
                  <a:pt x="987489" y="1715771"/>
                </a:lnTo>
                <a:lnTo>
                  <a:pt x="982073" y="1713549"/>
                </a:lnTo>
                <a:lnTo>
                  <a:pt x="976657" y="1711009"/>
                </a:lnTo>
                <a:lnTo>
                  <a:pt x="971559" y="1708469"/>
                </a:lnTo>
                <a:lnTo>
                  <a:pt x="966462" y="1705294"/>
                </a:lnTo>
                <a:lnTo>
                  <a:pt x="961683" y="1702119"/>
                </a:lnTo>
                <a:lnTo>
                  <a:pt x="956904" y="1698309"/>
                </a:lnTo>
                <a:lnTo>
                  <a:pt x="952125" y="1694181"/>
                </a:lnTo>
                <a:lnTo>
                  <a:pt x="947346" y="1690371"/>
                </a:lnTo>
                <a:lnTo>
                  <a:pt x="943204" y="1685926"/>
                </a:lnTo>
                <a:lnTo>
                  <a:pt x="939063" y="1681164"/>
                </a:lnTo>
                <a:lnTo>
                  <a:pt x="934602" y="1676719"/>
                </a:lnTo>
                <a:lnTo>
                  <a:pt x="931098" y="1671956"/>
                </a:lnTo>
                <a:lnTo>
                  <a:pt x="927275" y="1666876"/>
                </a:lnTo>
                <a:lnTo>
                  <a:pt x="923770" y="1661796"/>
                </a:lnTo>
                <a:lnTo>
                  <a:pt x="920266" y="1657034"/>
                </a:lnTo>
                <a:lnTo>
                  <a:pt x="914212" y="1646239"/>
                </a:lnTo>
                <a:lnTo>
                  <a:pt x="908796" y="1635444"/>
                </a:lnTo>
                <a:lnTo>
                  <a:pt x="904336" y="1624966"/>
                </a:lnTo>
                <a:lnTo>
                  <a:pt x="902424" y="1619568"/>
                </a:lnTo>
                <a:lnTo>
                  <a:pt x="900832" y="1614171"/>
                </a:lnTo>
                <a:lnTo>
                  <a:pt x="899239" y="1608773"/>
                </a:lnTo>
                <a:lnTo>
                  <a:pt x="898283" y="1603693"/>
                </a:lnTo>
                <a:lnTo>
                  <a:pt x="897327" y="1598931"/>
                </a:lnTo>
                <a:lnTo>
                  <a:pt x="896690" y="1593851"/>
                </a:lnTo>
                <a:lnTo>
                  <a:pt x="895734" y="1589406"/>
                </a:lnTo>
                <a:lnTo>
                  <a:pt x="894778" y="1585596"/>
                </a:lnTo>
                <a:lnTo>
                  <a:pt x="893822" y="1582421"/>
                </a:lnTo>
                <a:lnTo>
                  <a:pt x="892548" y="1579881"/>
                </a:lnTo>
                <a:lnTo>
                  <a:pt x="891592" y="1577341"/>
                </a:lnTo>
                <a:lnTo>
                  <a:pt x="890318" y="1575753"/>
                </a:lnTo>
                <a:lnTo>
                  <a:pt x="887451" y="1572578"/>
                </a:lnTo>
                <a:lnTo>
                  <a:pt x="885220" y="1569721"/>
                </a:lnTo>
                <a:lnTo>
                  <a:pt x="882990" y="1566228"/>
                </a:lnTo>
                <a:lnTo>
                  <a:pt x="881079" y="1562418"/>
                </a:lnTo>
                <a:lnTo>
                  <a:pt x="879486" y="1557973"/>
                </a:lnTo>
                <a:lnTo>
                  <a:pt x="878211" y="1552893"/>
                </a:lnTo>
                <a:lnTo>
                  <a:pt x="877256" y="1546543"/>
                </a:lnTo>
                <a:lnTo>
                  <a:pt x="876300" y="1539558"/>
                </a:lnTo>
                <a:lnTo>
                  <a:pt x="876300" y="1531621"/>
                </a:lnTo>
                <a:lnTo>
                  <a:pt x="876300" y="1527176"/>
                </a:lnTo>
                <a:lnTo>
                  <a:pt x="877256" y="1523683"/>
                </a:lnTo>
                <a:lnTo>
                  <a:pt x="877893" y="1520191"/>
                </a:lnTo>
                <a:lnTo>
                  <a:pt x="878849" y="1517651"/>
                </a:lnTo>
                <a:lnTo>
                  <a:pt x="879804" y="1514793"/>
                </a:lnTo>
                <a:lnTo>
                  <a:pt x="881079" y="1512888"/>
                </a:lnTo>
                <a:lnTo>
                  <a:pt x="882353" y="1511301"/>
                </a:lnTo>
                <a:lnTo>
                  <a:pt x="883946" y="1509713"/>
                </a:lnTo>
                <a:lnTo>
                  <a:pt x="886813" y="1507491"/>
                </a:lnTo>
                <a:lnTo>
                  <a:pt x="889044" y="1506221"/>
                </a:lnTo>
                <a:lnTo>
                  <a:pt x="890955" y="1505586"/>
                </a:lnTo>
                <a:lnTo>
                  <a:pt x="891592" y="1505586"/>
                </a:lnTo>
                <a:lnTo>
                  <a:pt x="890318" y="1496378"/>
                </a:lnTo>
                <a:lnTo>
                  <a:pt x="889362" y="1487488"/>
                </a:lnTo>
                <a:lnTo>
                  <a:pt x="889362" y="1479233"/>
                </a:lnTo>
                <a:lnTo>
                  <a:pt x="889999" y="1471296"/>
                </a:lnTo>
                <a:lnTo>
                  <a:pt x="890955" y="1463676"/>
                </a:lnTo>
                <a:lnTo>
                  <a:pt x="892548" y="1456373"/>
                </a:lnTo>
                <a:lnTo>
                  <a:pt x="894460" y="1449388"/>
                </a:lnTo>
                <a:lnTo>
                  <a:pt x="897008" y="1443038"/>
                </a:lnTo>
                <a:lnTo>
                  <a:pt x="899876" y="1437006"/>
                </a:lnTo>
                <a:lnTo>
                  <a:pt x="903380" y="1431608"/>
                </a:lnTo>
                <a:lnTo>
                  <a:pt x="906885" y="1426211"/>
                </a:lnTo>
                <a:lnTo>
                  <a:pt x="910708" y="1421131"/>
                </a:lnTo>
                <a:lnTo>
                  <a:pt x="914850" y="1416051"/>
                </a:lnTo>
                <a:lnTo>
                  <a:pt x="919629" y="1411606"/>
                </a:lnTo>
                <a:lnTo>
                  <a:pt x="924407" y="1407796"/>
                </a:lnTo>
                <a:lnTo>
                  <a:pt x="929505" y="1403986"/>
                </a:lnTo>
                <a:lnTo>
                  <a:pt x="934602" y="1400493"/>
                </a:lnTo>
                <a:lnTo>
                  <a:pt x="940018" y="1397001"/>
                </a:lnTo>
                <a:lnTo>
                  <a:pt x="945435" y="1394461"/>
                </a:lnTo>
                <a:lnTo>
                  <a:pt x="951169" y="1391603"/>
                </a:lnTo>
                <a:lnTo>
                  <a:pt x="956904" y="1389063"/>
                </a:lnTo>
                <a:lnTo>
                  <a:pt x="962639" y="1387158"/>
                </a:lnTo>
                <a:lnTo>
                  <a:pt x="968373" y="1384936"/>
                </a:lnTo>
                <a:lnTo>
                  <a:pt x="974108" y="1383348"/>
                </a:lnTo>
                <a:lnTo>
                  <a:pt x="985259" y="1380491"/>
                </a:lnTo>
                <a:lnTo>
                  <a:pt x="996091" y="1378268"/>
                </a:lnTo>
                <a:lnTo>
                  <a:pt x="1006286" y="1376998"/>
                </a:lnTo>
                <a:lnTo>
                  <a:pt x="1015207" y="1376363"/>
                </a:lnTo>
                <a:close/>
                <a:moveTo>
                  <a:pt x="297497" y="1376363"/>
                </a:moveTo>
                <a:lnTo>
                  <a:pt x="306726" y="1376998"/>
                </a:lnTo>
                <a:lnTo>
                  <a:pt x="316591" y="1378268"/>
                </a:lnTo>
                <a:lnTo>
                  <a:pt x="327729" y="1380491"/>
                </a:lnTo>
                <a:lnTo>
                  <a:pt x="338867" y="1383348"/>
                </a:lnTo>
                <a:lnTo>
                  <a:pt x="344595" y="1384936"/>
                </a:lnTo>
                <a:lnTo>
                  <a:pt x="350323" y="1387158"/>
                </a:lnTo>
                <a:lnTo>
                  <a:pt x="355733" y="1389063"/>
                </a:lnTo>
                <a:lnTo>
                  <a:pt x="361461" y="1391603"/>
                </a:lnTo>
                <a:lnTo>
                  <a:pt x="367189" y="1394461"/>
                </a:lnTo>
                <a:lnTo>
                  <a:pt x="372599" y="1397001"/>
                </a:lnTo>
                <a:lnTo>
                  <a:pt x="378009" y="1400493"/>
                </a:lnTo>
                <a:lnTo>
                  <a:pt x="383419" y="1403986"/>
                </a:lnTo>
                <a:lnTo>
                  <a:pt x="388510" y="1407796"/>
                </a:lnTo>
                <a:lnTo>
                  <a:pt x="392966" y="1411606"/>
                </a:lnTo>
                <a:lnTo>
                  <a:pt x="397739" y="1416051"/>
                </a:lnTo>
                <a:lnTo>
                  <a:pt x="402194" y="1421131"/>
                </a:lnTo>
                <a:lnTo>
                  <a:pt x="406013" y="1426211"/>
                </a:lnTo>
                <a:lnTo>
                  <a:pt x="409832" y="1431608"/>
                </a:lnTo>
                <a:lnTo>
                  <a:pt x="412696" y="1437006"/>
                </a:lnTo>
                <a:lnTo>
                  <a:pt x="415878" y="1443038"/>
                </a:lnTo>
                <a:lnTo>
                  <a:pt x="418106" y="1449388"/>
                </a:lnTo>
                <a:lnTo>
                  <a:pt x="420015" y="1456373"/>
                </a:lnTo>
                <a:lnTo>
                  <a:pt x="421924" y="1463676"/>
                </a:lnTo>
                <a:lnTo>
                  <a:pt x="422879" y="1471296"/>
                </a:lnTo>
                <a:lnTo>
                  <a:pt x="423197" y="1479233"/>
                </a:lnTo>
                <a:lnTo>
                  <a:pt x="423197" y="1487488"/>
                </a:lnTo>
                <a:lnTo>
                  <a:pt x="422561" y="1496378"/>
                </a:lnTo>
                <a:lnTo>
                  <a:pt x="421288" y="1505586"/>
                </a:lnTo>
                <a:lnTo>
                  <a:pt x="421924" y="1505586"/>
                </a:lnTo>
                <a:lnTo>
                  <a:pt x="423516" y="1506221"/>
                </a:lnTo>
                <a:lnTo>
                  <a:pt x="426061" y="1507491"/>
                </a:lnTo>
                <a:lnTo>
                  <a:pt x="428925" y="1509713"/>
                </a:lnTo>
                <a:lnTo>
                  <a:pt x="430198" y="1511301"/>
                </a:lnTo>
                <a:lnTo>
                  <a:pt x="431471" y="1512888"/>
                </a:lnTo>
                <a:lnTo>
                  <a:pt x="432744" y="1514793"/>
                </a:lnTo>
                <a:lnTo>
                  <a:pt x="434017" y="1517651"/>
                </a:lnTo>
                <a:lnTo>
                  <a:pt x="434972" y="1520191"/>
                </a:lnTo>
                <a:lnTo>
                  <a:pt x="435926" y="1523683"/>
                </a:lnTo>
                <a:lnTo>
                  <a:pt x="436245" y="1527176"/>
                </a:lnTo>
                <a:lnTo>
                  <a:pt x="436563" y="1531621"/>
                </a:lnTo>
                <a:lnTo>
                  <a:pt x="436245" y="1539558"/>
                </a:lnTo>
                <a:lnTo>
                  <a:pt x="435608" y="1546543"/>
                </a:lnTo>
                <a:lnTo>
                  <a:pt x="434653" y="1552893"/>
                </a:lnTo>
                <a:lnTo>
                  <a:pt x="433062" y="1557973"/>
                </a:lnTo>
                <a:lnTo>
                  <a:pt x="431471" y="1562418"/>
                </a:lnTo>
                <a:lnTo>
                  <a:pt x="429562" y="1566228"/>
                </a:lnTo>
                <a:lnTo>
                  <a:pt x="427652" y="1569721"/>
                </a:lnTo>
                <a:lnTo>
                  <a:pt x="425107" y="1572578"/>
                </a:lnTo>
                <a:lnTo>
                  <a:pt x="422879" y="1575753"/>
                </a:lnTo>
                <a:lnTo>
                  <a:pt x="421606" y="1577341"/>
                </a:lnTo>
                <a:lnTo>
                  <a:pt x="420015" y="1579881"/>
                </a:lnTo>
                <a:lnTo>
                  <a:pt x="418742" y="1582421"/>
                </a:lnTo>
                <a:lnTo>
                  <a:pt x="417787" y="1585596"/>
                </a:lnTo>
                <a:lnTo>
                  <a:pt x="416833" y="1589406"/>
                </a:lnTo>
                <a:lnTo>
                  <a:pt x="416515" y="1593851"/>
                </a:lnTo>
                <a:lnTo>
                  <a:pt x="415560" y="1598931"/>
                </a:lnTo>
                <a:lnTo>
                  <a:pt x="414923" y="1603693"/>
                </a:lnTo>
                <a:lnTo>
                  <a:pt x="413332" y="1608773"/>
                </a:lnTo>
                <a:lnTo>
                  <a:pt x="412059" y="1614171"/>
                </a:lnTo>
                <a:lnTo>
                  <a:pt x="410468" y="1619568"/>
                </a:lnTo>
                <a:lnTo>
                  <a:pt x="408559" y="1624966"/>
                </a:lnTo>
                <a:lnTo>
                  <a:pt x="404104" y="1635444"/>
                </a:lnTo>
                <a:lnTo>
                  <a:pt x="398694" y="1646239"/>
                </a:lnTo>
                <a:lnTo>
                  <a:pt x="395830" y="1651636"/>
                </a:lnTo>
                <a:lnTo>
                  <a:pt x="392329" y="1657034"/>
                </a:lnTo>
                <a:lnTo>
                  <a:pt x="389147" y="1661796"/>
                </a:lnTo>
                <a:lnTo>
                  <a:pt x="385646" y="1666876"/>
                </a:lnTo>
                <a:lnTo>
                  <a:pt x="381509" y="1671956"/>
                </a:lnTo>
                <a:lnTo>
                  <a:pt x="378009" y="1676719"/>
                </a:lnTo>
                <a:lnTo>
                  <a:pt x="373872" y="1681164"/>
                </a:lnTo>
                <a:lnTo>
                  <a:pt x="369735" y="1685926"/>
                </a:lnTo>
                <a:lnTo>
                  <a:pt x="365280" y="1690371"/>
                </a:lnTo>
                <a:lnTo>
                  <a:pt x="360825" y="1694181"/>
                </a:lnTo>
                <a:lnTo>
                  <a:pt x="356369" y="1698309"/>
                </a:lnTo>
                <a:lnTo>
                  <a:pt x="351278" y="1702119"/>
                </a:lnTo>
                <a:lnTo>
                  <a:pt x="346504" y="1705294"/>
                </a:lnTo>
                <a:lnTo>
                  <a:pt x="341413" y="1708469"/>
                </a:lnTo>
                <a:lnTo>
                  <a:pt x="336003" y="1711009"/>
                </a:lnTo>
                <a:lnTo>
                  <a:pt x="331229" y="1713549"/>
                </a:lnTo>
                <a:lnTo>
                  <a:pt x="325820" y="1715771"/>
                </a:lnTo>
                <a:lnTo>
                  <a:pt x="320092" y="1717676"/>
                </a:lnTo>
                <a:lnTo>
                  <a:pt x="314682" y="1718946"/>
                </a:lnTo>
                <a:lnTo>
                  <a:pt x="308954" y="1719899"/>
                </a:lnTo>
                <a:lnTo>
                  <a:pt x="303225" y="1720534"/>
                </a:lnTo>
                <a:lnTo>
                  <a:pt x="297497" y="1720851"/>
                </a:lnTo>
                <a:lnTo>
                  <a:pt x="292087" y="1720534"/>
                </a:lnTo>
                <a:lnTo>
                  <a:pt x="286359" y="1719899"/>
                </a:lnTo>
                <a:lnTo>
                  <a:pt x="280631" y="1718946"/>
                </a:lnTo>
                <a:lnTo>
                  <a:pt x="274903" y="1717676"/>
                </a:lnTo>
                <a:lnTo>
                  <a:pt x="269493" y="1715771"/>
                </a:lnTo>
                <a:lnTo>
                  <a:pt x="264083" y="1713549"/>
                </a:lnTo>
                <a:lnTo>
                  <a:pt x="258674" y="1711009"/>
                </a:lnTo>
                <a:lnTo>
                  <a:pt x="253900" y="1708469"/>
                </a:lnTo>
                <a:lnTo>
                  <a:pt x="248808" y="1705294"/>
                </a:lnTo>
                <a:lnTo>
                  <a:pt x="243717" y="1702119"/>
                </a:lnTo>
                <a:lnTo>
                  <a:pt x="238943" y="1698309"/>
                </a:lnTo>
                <a:lnTo>
                  <a:pt x="234488" y="1694181"/>
                </a:lnTo>
                <a:lnTo>
                  <a:pt x="230033" y="1690371"/>
                </a:lnTo>
                <a:lnTo>
                  <a:pt x="225578" y="1685926"/>
                </a:lnTo>
                <a:lnTo>
                  <a:pt x="221441" y="1681164"/>
                </a:lnTo>
                <a:lnTo>
                  <a:pt x="217304" y="1676719"/>
                </a:lnTo>
                <a:lnTo>
                  <a:pt x="213167" y="1671956"/>
                </a:lnTo>
                <a:lnTo>
                  <a:pt x="209666" y="1666876"/>
                </a:lnTo>
                <a:lnTo>
                  <a:pt x="206166" y="1661796"/>
                </a:lnTo>
                <a:lnTo>
                  <a:pt x="202984" y="1657034"/>
                </a:lnTo>
                <a:lnTo>
                  <a:pt x="196619" y="1646239"/>
                </a:lnTo>
                <a:lnTo>
                  <a:pt x="191209" y="1635444"/>
                </a:lnTo>
                <a:lnTo>
                  <a:pt x="186754" y="1624966"/>
                </a:lnTo>
                <a:lnTo>
                  <a:pt x="184845" y="1619568"/>
                </a:lnTo>
                <a:lnTo>
                  <a:pt x="183253" y="1614171"/>
                </a:lnTo>
                <a:lnTo>
                  <a:pt x="181981" y="1608773"/>
                </a:lnTo>
                <a:lnTo>
                  <a:pt x="180389" y="1603693"/>
                </a:lnTo>
                <a:lnTo>
                  <a:pt x="179435" y="1598931"/>
                </a:lnTo>
                <a:lnTo>
                  <a:pt x="178798" y="1593851"/>
                </a:lnTo>
                <a:lnTo>
                  <a:pt x="178162" y="1589406"/>
                </a:lnTo>
                <a:lnTo>
                  <a:pt x="177525" y="1585596"/>
                </a:lnTo>
                <a:lnTo>
                  <a:pt x="176252" y="1582421"/>
                </a:lnTo>
                <a:lnTo>
                  <a:pt x="174980" y="1579881"/>
                </a:lnTo>
                <a:lnTo>
                  <a:pt x="173707" y="1577341"/>
                </a:lnTo>
                <a:lnTo>
                  <a:pt x="172434" y="1575753"/>
                </a:lnTo>
                <a:lnTo>
                  <a:pt x="170206" y="1572578"/>
                </a:lnTo>
                <a:lnTo>
                  <a:pt x="167660" y="1569721"/>
                </a:lnTo>
                <a:lnTo>
                  <a:pt x="165433" y="1566228"/>
                </a:lnTo>
                <a:lnTo>
                  <a:pt x="163842" y="1562418"/>
                </a:lnTo>
                <a:lnTo>
                  <a:pt x="161932" y="1557973"/>
                </a:lnTo>
                <a:lnTo>
                  <a:pt x="160659" y="1552893"/>
                </a:lnTo>
                <a:lnTo>
                  <a:pt x="159705" y="1546543"/>
                </a:lnTo>
                <a:lnTo>
                  <a:pt x="159068" y="1539558"/>
                </a:lnTo>
                <a:lnTo>
                  <a:pt x="158750" y="1531621"/>
                </a:lnTo>
                <a:lnTo>
                  <a:pt x="159068" y="1527176"/>
                </a:lnTo>
                <a:lnTo>
                  <a:pt x="159386" y="1523683"/>
                </a:lnTo>
                <a:lnTo>
                  <a:pt x="160023" y="1520191"/>
                </a:lnTo>
                <a:lnTo>
                  <a:pt x="160978" y="1517651"/>
                </a:lnTo>
                <a:lnTo>
                  <a:pt x="162569" y="1514793"/>
                </a:lnTo>
                <a:lnTo>
                  <a:pt x="163842" y="1512888"/>
                </a:lnTo>
                <a:lnTo>
                  <a:pt x="165114" y="1511301"/>
                </a:lnTo>
                <a:lnTo>
                  <a:pt x="166387" y="1509713"/>
                </a:lnTo>
                <a:lnTo>
                  <a:pt x="169251" y="1507491"/>
                </a:lnTo>
                <a:lnTo>
                  <a:pt x="171797" y="1506221"/>
                </a:lnTo>
                <a:lnTo>
                  <a:pt x="173388" y="1505586"/>
                </a:lnTo>
                <a:lnTo>
                  <a:pt x="174025" y="1505586"/>
                </a:lnTo>
                <a:lnTo>
                  <a:pt x="172752" y="1496378"/>
                </a:lnTo>
                <a:lnTo>
                  <a:pt x="172116" y="1487488"/>
                </a:lnTo>
                <a:lnTo>
                  <a:pt x="171797" y="1479233"/>
                </a:lnTo>
                <a:lnTo>
                  <a:pt x="172434" y="1471296"/>
                </a:lnTo>
                <a:lnTo>
                  <a:pt x="173388" y="1463676"/>
                </a:lnTo>
                <a:lnTo>
                  <a:pt x="174661" y="1456373"/>
                </a:lnTo>
                <a:lnTo>
                  <a:pt x="176889" y="1449388"/>
                </a:lnTo>
                <a:lnTo>
                  <a:pt x="179435" y="1443038"/>
                </a:lnTo>
                <a:lnTo>
                  <a:pt x="182299" y="1437006"/>
                </a:lnTo>
                <a:lnTo>
                  <a:pt x="185481" y="1431608"/>
                </a:lnTo>
                <a:lnTo>
                  <a:pt x="189300" y="1426211"/>
                </a:lnTo>
                <a:lnTo>
                  <a:pt x="193119" y="1421131"/>
                </a:lnTo>
                <a:lnTo>
                  <a:pt x="197574" y="1416051"/>
                </a:lnTo>
                <a:lnTo>
                  <a:pt x="202029" y="1411606"/>
                </a:lnTo>
                <a:lnTo>
                  <a:pt x="206802" y="1407796"/>
                </a:lnTo>
                <a:lnTo>
                  <a:pt x="211894" y="1403986"/>
                </a:lnTo>
                <a:lnTo>
                  <a:pt x="216986" y="1400493"/>
                </a:lnTo>
                <a:lnTo>
                  <a:pt x="222396" y="1397001"/>
                </a:lnTo>
                <a:lnTo>
                  <a:pt x="228124" y="1394461"/>
                </a:lnTo>
                <a:lnTo>
                  <a:pt x="233852" y="1391603"/>
                </a:lnTo>
                <a:lnTo>
                  <a:pt x="239262" y="1389063"/>
                </a:lnTo>
                <a:lnTo>
                  <a:pt x="244990" y="1387158"/>
                </a:lnTo>
                <a:lnTo>
                  <a:pt x="250718" y="1384936"/>
                </a:lnTo>
                <a:lnTo>
                  <a:pt x="256446" y="1383348"/>
                </a:lnTo>
                <a:lnTo>
                  <a:pt x="267584" y="1380491"/>
                </a:lnTo>
                <a:lnTo>
                  <a:pt x="278085" y="1378268"/>
                </a:lnTo>
                <a:lnTo>
                  <a:pt x="288269" y="1376998"/>
                </a:lnTo>
                <a:lnTo>
                  <a:pt x="297497" y="1376363"/>
                </a:lnTo>
                <a:close/>
                <a:moveTo>
                  <a:pt x="1006793" y="977900"/>
                </a:moveTo>
                <a:lnTo>
                  <a:pt x="1009651" y="977900"/>
                </a:lnTo>
                <a:lnTo>
                  <a:pt x="1012508" y="977900"/>
                </a:lnTo>
                <a:lnTo>
                  <a:pt x="1015683" y="978536"/>
                </a:lnTo>
                <a:lnTo>
                  <a:pt x="1018541" y="979173"/>
                </a:lnTo>
                <a:lnTo>
                  <a:pt x="1021398" y="980445"/>
                </a:lnTo>
                <a:lnTo>
                  <a:pt x="1023938" y="981718"/>
                </a:lnTo>
                <a:lnTo>
                  <a:pt x="1026478" y="982990"/>
                </a:lnTo>
                <a:lnTo>
                  <a:pt x="1028701" y="984581"/>
                </a:lnTo>
                <a:lnTo>
                  <a:pt x="1030923" y="986807"/>
                </a:lnTo>
                <a:lnTo>
                  <a:pt x="1032828" y="989034"/>
                </a:lnTo>
                <a:lnTo>
                  <a:pt x="1034733" y="991261"/>
                </a:lnTo>
                <a:lnTo>
                  <a:pt x="1036003" y="993806"/>
                </a:lnTo>
                <a:lnTo>
                  <a:pt x="1037273" y="996351"/>
                </a:lnTo>
                <a:lnTo>
                  <a:pt x="1038226" y="998896"/>
                </a:lnTo>
                <a:lnTo>
                  <a:pt x="1039178" y="1002077"/>
                </a:lnTo>
                <a:lnTo>
                  <a:pt x="1039496" y="1004940"/>
                </a:lnTo>
                <a:lnTo>
                  <a:pt x="1039813" y="1008121"/>
                </a:lnTo>
                <a:lnTo>
                  <a:pt x="1039813" y="1276292"/>
                </a:lnTo>
                <a:lnTo>
                  <a:pt x="1039496" y="1279473"/>
                </a:lnTo>
                <a:lnTo>
                  <a:pt x="1039178" y="1282336"/>
                </a:lnTo>
                <a:lnTo>
                  <a:pt x="1038226" y="1285199"/>
                </a:lnTo>
                <a:lnTo>
                  <a:pt x="1037273" y="1288062"/>
                </a:lnTo>
                <a:lnTo>
                  <a:pt x="1036003" y="1290925"/>
                </a:lnTo>
                <a:lnTo>
                  <a:pt x="1034733" y="1293152"/>
                </a:lnTo>
                <a:lnTo>
                  <a:pt x="1032828" y="1295379"/>
                </a:lnTo>
                <a:lnTo>
                  <a:pt x="1030923" y="1297606"/>
                </a:lnTo>
                <a:lnTo>
                  <a:pt x="1028701" y="1299515"/>
                </a:lnTo>
                <a:lnTo>
                  <a:pt x="1026478" y="1301105"/>
                </a:lnTo>
                <a:lnTo>
                  <a:pt x="1023938" y="1303014"/>
                </a:lnTo>
                <a:lnTo>
                  <a:pt x="1021398" y="1304286"/>
                </a:lnTo>
                <a:lnTo>
                  <a:pt x="1018541" y="1305241"/>
                </a:lnTo>
                <a:lnTo>
                  <a:pt x="1015683" y="1305877"/>
                </a:lnTo>
                <a:lnTo>
                  <a:pt x="1012508" y="1306195"/>
                </a:lnTo>
                <a:lnTo>
                  <a:pt x="1009651" y="1306513"/>
                </a:lnTo>
                <a:lnTo>
                  <a:pt x="1006793" y="1306195"/>
                </a:lnTo>
                <a:lnTo>
                  <a:pt x="1003618" y="1305877"/>
                </a:lnTo>
                <a:lnTo>
                  <a:pt x="1000761" y="1305241"/>
                </a:lnTo>
                <a:lnTo>
                  <a:pt x="997903" y="1304286"/>
                </a:lnTo>
                <a:lnTo>
                  <a:pt x="995363" y="1303014"/>
                </a:lnTo>
                <a:lnTo>
                  <a:pt x="992506" y="1301105"/>
                </a:lnTo>
                <a:lnTo>
                  <a:pt x="990601" y="1299515"/>
                </a:lnTo>
                <a:lnTo>
                  <a:pt x="988378" y="1297606"/>
                </a:lnTo>
                <a:lnTo>
                  <a:pt x="986156" y="1295379"/>
                </a:lnTo>
                <a:lnTo>
                  <a:pt x="984568" y="1293152"/>
                </a:lnTo>
                <a:lnTo>
                  <a:pt x="983298" y="1290925"/>
                </a:lnTo>
                <a:lnTo>
                  <a:pt x="982028" y="1288062"/>
                </a:lnTo>
                <a:lnTo>
                  <a:pt x="981076" y="1285199"/>
                </a:lnTo>
                <a:lnTo>
                  <a:pt x="979806" y="1282336"/>
                </a:lnTo>
                <a:lnTo>
                  <a:pt x="979488" y="1279473"/>
                </a:lnTo>
                <a:lnTo>
                  <a:pt x="979488" y="1276292"/>
                </a:lnTo>
                <a:lnTo>
                  <a:pt x="979488" y="1008121"/>
                </a:lnTo>
                <a:lnTo>
                  <a:pt x="979488" y="1004940"/>
                </a:lnTo>
                <a:lnTo>
                  <a:pt x="979806" y="1002077"/>
                </a:lnTo>
                <a:lnTo>
                  <a:pt x="981076" y="998896"/>
                </a:lnTo>
                <a:lnTo>
                  <a:pt x="982028" y="996351"/>
                </a:lnTo>
                <a:lnTo>
                  <a:pt x="983298" y="993806"/>
                </a:lnTo>
                <a:lnTo>
                  <a:pt x="984568" y="991261"/>
                </a:lnTo>
                <a:lnTo>
                  <a:pt x="986156" y="989034"/>
                </a:lnTo>
                <a:lnTo>
                  <a:pt x="988378" y="986807"/>
                </a:lnTo>
                <a:lnTo>
                  <a:pt x="990601" y="984581"/>
                </a:lnTo>
                <a:lnTo>
                  <a:pt x="992506" y="982990"/>
                </a:lnTo>
                <a:lnTo>
                  <a:pt x="995363" y="981718"/>
                </a:lnTo>
                <a:lnTo>
                  <a:pt x="997903" y="980445"/>
                </a:lnTo>
                <a:lnTo>
                  <a:pt x="1000761" y="979173"/>
                </a:lnTo>
                <a:lnTo>
                  <a:pt x="1003618" y="978536"/>
                </a:lnTo>
                <a:lnTo>
                  <a:pt x="1006793" y="977900"/>
                </a:lnTo>
                <a:close/>
                <a:moveTo>
                  <a:pt x="1223947" y="968375"/>
                </a:moveTo>
                <a:lnTo>
                  <a:pt x="1227121" y="968375"/>
                </a:lnTo>
                <a:lnTo>
                  <a:pt x="1229976" y="968375"/>
                </a:lnTo>
                <a:lnTo>
                  <a:pt x="1233150" y="968693"/>
                </a:lnTo>
                <a:lnTo>
                  <a:pt x="1236006" y="969646"/>
                </a:lnTo>
                <a:lnTo>
                  <a:pt x="1238861" y="970599"/>
                </a:lnTo>
                <a:lnTo>
                  <a:pt x="1241400" y="971870"/>
                </a:lnTo>
                <a:lnTo>
                  <a:pt x="1243939" y="973141"/>
                </a:lnTo>
                <a:lnTo>
                  <a:pt x="1246477" y="975048"/>
                </a:lnTo>
                <a:lnTo>
                  <a:pt x="1248381" y="976955"/>
                </a:lnTo>
                <a:lnTo>
                  <a:pt x="1250285" y="978862"/>
                </a:lnTo>
                <a:lnTo>
                  <a:pt x="1252189" y="981404"/>
                </a:lnTo>
                <a:lnTo>
                  <a:pt x="1253776" y="983946"/>
                </a:lnTo>
                <a:lnTo>
                  <a:pt x="1254727" y="986488"/>
                </a:lnTo>
                <a:lnTo>
                  <a:pt x="1255679" y="989348"/>
                </a:lnTo>
                <a:lnTo>
                  <a:pt x="1256631" y="992208"/>
                </a:lnTo>
                <a:lnTo>
                  <a:pt x="1256949" y="995386"/>
                </a:lnTo>
                <a:lnTo>
                  <a:pt x="1256949" y="998246"/>
                </a:lnTo>
                <a:lnTo>
                  <a:pt x="1256949" y="1068473"/>
                </a:lnTo>
                <a:lnTo>
                  <a:pt x="1257583" y="1072604"/>
                </a:lnTo>
                <a:lnTo>
                  <a:pt x="1258535" y="1076417"/>
                </a:lnTo>
                <a:lnTo>
                  <a:pt x="1259805" y="1080549"/>
                </a:lnTo>
                <a:lnTo>
                  <a:pt x="1261709" y="1084362"/>
                </a:lnTo>
                <a:lnTo>
                  <a:pt x="1264247" y="1087539"/>
                </a:lnTo>
                <a:lnTo>
                  <a:pt x="1266786" y="1091035"/>
                </a:lnTo>
                <a:lnTo>
                  <a:pt x="1269959" y="1093895"/>
                </a:lnTo>
                <a:lnTo>
                  <a:pt x="1273767" y="1097073"/>
                </a:lnTo>
                <a:lnTo>
                  <a:pt x="1277575" y="1099615"/>
                </a:lnTo>
                <a:lnTo>
                  <a:pt x="1281700" y="1101839"/>
                </a:lnTo>
                <a:lnTo>
                  <a:pt x="1286460" y="1104064"/>
                </a:lnTo>
                <a:lnTo>
                  <a:pt x="1291219" y="1105652"/>
                </a:lnTo>
                <a:lnTo>
                  <a:pt x="1296297" y="1106924"/>
                </a:lnTo>
                <a:lnTo>
                  <a:pt x="1301374" y="1107877"/>
                </a:lnTo>
                <a:lnTo>
                  <a:pt x="1306768" y="1108512"/>
                </a:lnTo>
                <a:lnTo>
                  <a:pt x="1312480" y="1108512"/>
                </a:lnTo>
                <a:lnTo>
                  <a:pt x="1643763" y="1108512"/>
                </a:lnTo>
                <a:lnTo>
                  <a:pt x="1649157" y="1108830"/>
                </a:lnTo>
                <a:lnTo>
                  <a:pt x="1655186" y="1109148"/>
                </a:lnTo>
                <a:lnTo>
                  <a:pt x="1660898" y="1110101"/>
                </a:lnTo>
                <a:lnTo>
                  <a:pt x="1666610" y="1111055"/>
                </a:lnTo>
                <a:lnTo>
                  <a:pt x="1672322" y="1112326"/>
                </a:lnTo>
                <a:lnTo>
                  <a:pt x="1677716" y="1113915"/>
                </a:lnTo>
                <a:lnTo>
                  <a:pt x="1683110" y="1115503"/>
                </a:lnTo>
                <a:lnTo>
                  <a:pt x="1688188" y="1118046"/>
                </a:lnTo>
                <a:lnTo>
                  <a:pt x="1693265" y="1120270"/>
                </a:lnTo>
                <a:lnTo>
                  <a:pt x="1698342" y="1122812"/>
                </a:lnTo>
                <a:lnTo>
                  <a:pt x="1703419" y="1125672"/>
                </a:lnTo>
                <a:lnTo>
                  <a:pt x="1708179" y="1128532"/>
                </a:lnTo>
                <a:lnTo>
                  <a:pt x="1712304" y="1131710"/>
                </a:lnTo>
                <a:lnTo>
                  <a:pt x="1717064" y="1135523"/>
                </a:lnTo>
                <a:lnTo>
                  <a:pt x="1721189" y="1138701"/>
                </a:lnTo>
                <a:lnTo>
                  <a:pt x="1724997" y="1142832"/>
                </a:lnTo>
                <a:lnTo>
                  <a:pt x="1729122" y="1146645"/>
                </a:lnTo>
                <a:lnTo>
                  <a:pt x="1732295" y="1150776"/>
                </a:lnTo>
                <a:lnTo>
                  <a:pt x="1736103" y="1155225"/>
                </a:lnTo>
                <a:lnTo>
                  <a:pt x="1738959" y="1159674"/>
                </a:lnTo>
                <a:lnTo>
                  <a:pt x="1742132" y="1164440"/>
                </a:lnTo>
                <a:lnTo>
                  <a:pt x="1744988" y="1169525"/>
                </a:lnTo>
                <a:lnTo>
                  <a:pt x="1747527" y="1174291"/>
                </a:lnTo>
                <a:lnTo>
                  <a:pt x="1749748" y="1179375"/>
                </a:lnTo>
                <a:lnTo>
                  <a:pt x="1751969" y="1184460"/>
                </a:lnTo>
                <a:lnTo>
                  <a:pt x="1753873" y="1189862"/>
                </a:lnTo>
                <a:lnTo>
                  <a:pt x="1755460" y="1195582"/>
                </a:lnTo>
                <a:lnTo>
                  <a:pt x="1756729" y="1201302"/>
                </a:lnTo>
                <a:lnTo>
                  <a:pt x="1757681" y="1207022"/>
                </a:lnTo>
                <a:lnTo>
                  <a:pt x="1758316" y="1212741"/>
                </a:lnTo>
                <a:lnTo>
                  <a:pt x="1758633" y="1218144"/>
                </a:lnTo>
                <a:lnTo>
                  <a:pt x="1758950" y="1224181"/>
                </a:lnTo>
                <a:lnTo>
                  <a:pt x="1758950" y="1309980"/>
                </a:lnTo>
                <a:lnTo>
                  <a:pt x="1758633" y="1312840"/>
                </a:lnTo>
                <a:lnTo>
                  <a:pt x="1758316" y="1316017"/>
                </a:lnTo>
                <a:lnTo>
                  <a:pt x="1757681" y="1318877"/>
                </a:lnTo>
                <a:lnTo>
                  <a:pt x="1756412" y="1321419"/>
                </a:lnTo>
                <a:lnTo>
                  <a:pt x="1755460" y="1324279"/>
                </a:lnTo>
                <a:lnTo>
                  <a:pt x="1753873" y="1326504"/>
                </a:lnTo>
                <a:lnTo>
                  <a:pt x="1751969" y="1329046"/>
                </a:lnTo>
                <a:lnTo>
                  <a:pt x="1750065" y="1331270"/>
                </a:lnTo>
                <a:lnTo>
                  <a:pt x="1748161" y="1332859"/>
                </a:lnTo>
                <a:lnTo>
                  <a:pt x="1745623" y="1334766"/>
                </a:lnTo>
                <a:lnTo>
                  <a:pt x="1743084" y="1336355"/>
                </a:lnTo>
                <a:lnTo>
                  <a:pt x="1740546" y="1337626"/>
                </a:lnTo>
                <a:lnTo>
                  <a:pt x="1737690" y="1338579"/>
                </a:lnTo>
                <a:lnTo>
                  <a:pt x="1734834" y="1339215"/>
                </a:lnTo>
                <a:lnTo>
                  <a:pt x="1731978" y="1339532"/>
                </a:lnTo>
                <a:lnTo>
                  <a:pt x="1728805" y="1339850"/>
                </a:lnTo>
                <a:lnTo>
                  <a:pt x="1725631" y="1339532"/>
                </a:lnTo>
                <a:lnTo>
                  <a:pt x="1722776" y="1339215"/>
                </a:lnTo>
                <a:lnTo>
                  <a:pt x="1719920" y="1338579"/>
                </a:lnTo>
                <a:lnTo>
                  <a:pt x="1717064" y="1337626"/>
                </a:lnTo>
                <a:lnTo>
                  <a:pt x="1714525" y="1336355"/>
                </a:lnTo>
                <a:lnTo>
                  <a:pt x="1711987" y="1334766"/>
                </a:lnTo>
                <a:lnTo>
                  <a:pt x="1709765" y="1332859"/>
                </a:lnTo>
                <a:lnTo>
                  <a:pt x="1707544" y="1331270"/>
                </a:lnTo>
                <a:lnTo>
                  <a:pt x="1705640" y="1329046"/>
                </a:lnTo>
                <a:lnTo>
                  <a:pt x="1704054" y="1326504"/>
                </a:lnTo>
                <a:lnTo>
                  <a:pt x="1702467" y="1324279"/>
                </a:lnTo>
                <a:lnTo>
                  <a:pt x="1700880" y="1321419"/>
                </a:lnTo>
                <a:lnTo>
                  <a:pt x="1699928" y="1318877"/>
                </a:lnTo>
                <a:lnTo>
                  <a:pt x="1699294" y="1316017"/>
                </a:lnTo>
                <a:lnTo>
                  <a:pt x="1698977" y="1312840"/>
                </a:lnTo>
                <a:lnTo>
                  <a:pt x="1698659" y="1309980"/>
                </a:lnTo>
                <a:lnTo>
                  <a:pt x="1698659" y="1224181"/>
                </a:lnTo>
                <a:lnTo>
                  <a:pt x="1698342" y="1218461"/>
                </a:lnTo>
                <a:lnTo>
                  <a:pt x="1697707" y="1213377"/>
                </a:lnTo>
                <a:lnTo>
                  <a:pt x="1696438" y="1207975"/>
                </a:lnTo>
                <a:lnTo>
                  <a:pt x="1694217" y="1202891"/>
                </a:lnTo>
                <a:lnTo>
                  <a:pt x="1691995" y="1197806"/>
                </a:lnTo>
                <a:lnTo>
                  <a:pt x="1689457" y="1193675"/>
                </a:lnTo>
                <a:lnTo>
                  <a:pt x="1685966" y="1189226"/>
                </a:lnTo>
                <a:lnTo>
                  <a:pt x="1682793" y="1185095"/>
                </a:lnTo>
                <a:lnTo>
                  <a:pt x="1678668" y="1181918"/>
                </a:lnTo>
                <a:lnTo>
                  <a:pt x="1674226" y="1178422"/>
                </a:lnTo>
                <a:lnTo>
                  <a:pt x="1670100" y="1175880"/>
                </a:lnTo>
                <a:lnTo>
                  <a:pt x="1665023" y="1173338"/>
                </a:lnTo>
                <a:lnTo>
                  <a:pt x="1659946" y="1171431"/>
                </a:lnTo>
                <a:lnTo>
                  <a:pt x="1654552" y="1170160"/>
                </a:lnTo>
                <a:lnTo>
                  <a:pt x="1649157" y="1169525"/>
                </a:lnTo>
                <a:lnTo>
                  <a:pt x="1643763" y="1169207"/>
                </a:lnTo>
                <a:lnTo>
                  <a:pt x="1312480" y="1169207"/>
                </a:lnTo>
                <a:lnTo>
                  <a:pt x="1306451" y="1169207"/>
                </a:lnTo>
                <a:lnTo>
                  <a:pt x="1300739" y="1168571"/>
                </a:lnTo>
                <a:lnTo>
                  <a:pt x="1294710" y="1167936"/>
                </a:lnTo>
                <a:lnTo>
                  <a:pt x="1288998" y="1166982"/>
                </a:lnTo>
                <a:lnTo>
                  <a:pt x="1283604" y="1165711"/>
                </a:lnTo>
                <a:lnTo>
                  <a:pt x="1278209" y="1164440"/>
                </a:lnTo>
                <a:lnTo>
                  <a:pt x="1272815" y="1163169"/>
                </a:lnTo>
                <a:lnTo>
                  <a:pt x="1267420" y="1161262"/>
                </a:lnTo>
                <a:lnTo>
                  <a:pt x="1262343" y="1159038"/>
                </a:lnTo>
                <a:lnTo>
                  <a:pt x="1257583" y="1157131"/>
                </a:lnTo>
                <a:lnTo>
                  <a:pt x="1252824" y="1154272"/>
                </a:lnTo>
                <a:lnTo>
                  <a:pt x="1248064" y="1152047"/>
                </a:lnTo>
                <a:lnTo>
                  <a:pt x="1243304" y="1149187"/>
                </a:lnTo>
                <a:lnTo>
                  <a:pt x="1239179" y="1146009"/>
                </a:lnTo>
                <a:lnTo>
                  <a:pt x="1234736" y="1143150"/>
                </a:lnTo>
                <a:lnTo>
                  <a:pt x="1230611" y="1139654"/>
                </a:lnTo>
                <a:lnTo>
                  <a:pt x="1227121" y="1136159"/>
                </a:lnTo>
                <a:lnTo>
                  <a:pt x="1223313" y="1132345"/>
                </a:lnTo>
                <a:lnTo>
                  <a:pt x="1220140" y="1128532"/>
                </a:lnTo>
                <a:lnTo>
                  <a:pt x="1216649" y="1124719"/>
                </a:lnTo>
                <a:lnTo>
                  <a:pt x="1213793" y="1120588"/>
                </a:lnTo>
                <a:lnTo>
                  <a:pt x="1210937" y="1116457"/>
                </a:lnTo>
                <a:lnTo>
                  <a:pt x="1208399" y="1112008"/>
                </a:lnTo>
                <a:lnTo>
                  <a:pt x="1206177" y="1107559"/>
                </a:lnTo>
                <a:lnTo>
                  <a:pt x="1203956" y="1103428"/>
                </a:lnTo>
                <a:lnTo>
                  <a:pt x="1202052" y="1098661"/>
                </a:lnTo>
                <a:lnTo>
                  <a:pt x="1200783" y="1093577"/>
                </a:lnTo>
                <a:lnTo>
                  <a:pt x="1199196" y="1088811"/>
                </a:lnTo>
                <a:lnTo>
                  <a:pt x="1198244" y="1084044"/>
                </a:lnTo>
                <a:lnTo>
                  <a:pt x="1197610" y="1078960"/>
                </a:lnTo>
                <a:lnTo>
                  <a:pt x="1196975" y="1073875"/>
                </a:lnTo>
                <a:lnTo>
                  <a:pt x="1196975" y="1068473"/>
                </a:lnTo>
                <a:lnTo>
                  <a:pt x="1196975" y="998246"/>
                </a:lnTo>
                <a:lnTo>
                  <a:pt x="1196975" y="995386"/>
                </a:lnTo>
                <a:lnTo>
                  <a:pt x="1197610" y="992208"/>
                </a:lnTo>
                <a:lnTo>
                  <a:pt x="1198244" y="989348"/>
                </a:lnTo>
                <a:lnTo>
                  <a:pt x="1199196" y="986488"/>
                </a:lnTo>
                <a:lnTo>
                  <a:pt x="1200783" y="983946"/>
                </a:lnTo>
                <a:lnTo>
                  <a:pt x="1202052" y="981404"/>
                </a:lnTo>
                <a:lnTo>
                  <a:pt x="1203956" y="978862"/>
                </a:lnTo>
                <a:lnTo>
                  <a:pt x="1205543" y="976955"/>
                </a:lnTo>
                <a:lnTo>
                  <a:pt x="1208081" y="975048"/>
                </a:lnTo>
                <a:lnTo>
                  <a:pt x="1210303" y="973141"/>
                </a:lnTo>
                <a:lnTo>
                  <a:pt x="1212841" y="971870"/>
                </a:lnTo>
                <a:lnTo>
                  <a:pt x="1215380" y="970599"/>
                </a:lnTo>
                <a:lnTo>
                  <a:pt x="1217918" y="969646"/>
                </a:lnTo>
                <a:lnTo>
                  <a:pt x="1221092" y="968693"/>
                </a:lnTo>
                <a:lnTo>
                  <a:pt x="1223947" y="968375"/>
                </a:lnTo>
                <a:close/>
                <a:moveTo>
                  <a:pt x="792181" y="968375"/>
                </a:moveTo>
                <a:lnTo>
                  <a:pt x="795354" y="968375"/>
                </a:lnTo>
                <a:lnTo>
                  <a:pt x="798528" y="968375"/>
                </a:lnTo>
                <a:lnTo>
                  <a:pt x="801701" y="968693"/>
                </a:lnTo>
                <a:lnTo>
                  <a:pt x="804239" y="969646"/>
                </a:lnTo>
                <a:lnTo>
                  <a:pt x="807413" y="970599"/>
                </a:lnTo>
                <a:lnTo>
                  <a:pt x="809634" y="971870"/>
                </a:lnTo>
                <a:lnTo>
                  <a:pt x="812172" y="973141"/>
                </a:lnTo>
                <a:lnTo>
                  <a:pt x="814711" y="975048"/>
                </a:lnTo>
                <a:lnTo>
                  <a:pt x="816615" y="976955"/>
                </a:lnTo>
                <a:lnTo>
                  <a:pt x="818519" y="978862"/>
                </a:lnTo>
                <a:lnTo>
                  <a:pt x="820423" y="981404"/>
                </a:lnTo>
                <a:lnTo>
                  <a:pt x="822009" y="983946"/>
                </a:lnTo>
                <a:lnTo>
                  <a:pt x="822961" y="986488"/>
                </a:lnTo>
                <a:lnTo>
                  <a:pt x="824231" y="989348"/>
                </a:lnTo>
                <a:lnTo>
                  <a:pt x="824865" y="992208"/>
                </a:lnTo>
                <a:lnTo>
                  <a:pt x="825183" y="995386"/>
                </a:lnTo>
                <a:lnTo>
                  <a:pt x="825500" y="998246"/>
                </a:lnTo>
                <a:lnTo>
                  <a:pt x="825500" y="1083408"/>
                </a:lnTo>
                <a:lnTo>
                  <a:pt x="825183" y="1089446"/>
                </a:lnTo>
                <a:lnTo>
                  <a:pt x="824865" y="1095484"/>
                </a:lnTo>
                <a:lnTo>
                  <a:pt x="824231" y="1101204"/>
                </a:lnTo>
                <a:lnTo>
                  <a:pt x="823279" y="1106924"/>
                </a:lnTo>
                <a:lnTo>
                  <a:pt x="822009" y="1112643"/>
                </a:lnTo>
                <a:lnTo>
                  <a:pt x="820423" y="1118046"/>
                </a:lnTo>
                <a:lnTo>
                  <a:pt x="818519" y="1123448"/>
                </a:lnTo>
                <a:lnTo>
                  <a:pt x="816298" y="1128532"/>
                </a:lnTo>
                <a:lnTo>
                  <a:pt x="814076" y="1133616"/>
                </a:lnTo>
                <a:lnTo>
                  <a:pt x="811538" y="1138701"/>
                </a:lnTo>
                <a:lnTo>
                  <a:pt x="808682" y="1143467"/>
                </a:lnTo>
                <a:lnTo>
                  <a:pt x="805509" y="1147916"/>
                </a:lnTo>
                <a:lnTo>
                  <a:pt x="802653" y="1152683"/>
                </a:lnTo>
                <a:lnTo>
                  <a:pt x="799162" y="1157131"/>
                </a:lnTo>
                <a:lnTo>
                  <a:pt x="795672" y="1161580"/>
                </a:lnTo>
                <a:lnTo>
                  <a:pt x="791547" y="1165394"/>
                </a:lnTo>
                <a:lnTo>
                  <a:pt x="787739" y="1169207"/>
                </a:lnTo>
                <a:lnTo>
                  <a:pt x="783614" y="1172702"/>
                </a:lnTo>
                <a:lnTo>
                  <a:pt x="779171" y="1176198"/>
                </a:lnTo>
                <a:lnTo>
                  <a:pt x="774729" y="1179375"/>
                </a:lnTo>
                <a:lnTo>
                  <a:pt x="769969" y="1182553"/>
                </a:lnTo>
                <a:lnTo>
                  <a:pt x="764892" y="1185095"/>
                </a:lnTo>
                <a:lnTo>
                  <a:pt x="760132" y="1187955"/>
                </a:lnTo>
                <a:lnTo>
                  <a:pt x="754737" y="1190180"/>
                </a:lnTo>
                <a:lnTo>
                  <a:pt x="749978" y="1192086"/>
                </a:lnTo>
                <a:lnTo>
                  <a:pt x="744583" y="1193993"/>
                </a:lnTo>
                <a:lnTo>
                  <a:pt x="738871" y="1195582"/>
                </a:lnTo>
                <a:lnTo>
                  <a:pt x="733160" y="1196853"/>
                </a:lnTo>
                <a:lnTo>
                  <a:pt x="727448" y="1197806"/>
                </a:lnTo>
                <a:lnTo>
                  <a:pt x="721736" y="1198442"/>
                </a:lnTo>
                <a:lnTo>
                  <a:pt x="716024" y="1199077"/>
                </a:lnTo>
                <a:lnTo>
                  <a:pt x="710312" y="1199077"/>
                </a:lnTo>
                <a:lnTo>
                  <a:pt x="379030" y="1199077"/>
                </a:lnTo>
                <a:lnTo>
                  <a:pt x="373318" y="1199395"/>
                </a:lnTo>
                <a:lnTo>
                  <a:pt x="367923" y="1200348"/>
                </a:lnTo>
                <a:lnTo>
                  <a:pt x="362846" y="1201302"/>
                </a:lnTo>
                <a:lnTo>
                  <a:pt x="357769" y="1202573"/>
                </a:lnTo>
                <a:lnTo>
                  <a:pt x="353009" y="1204162"/>
                </a:lnTo>
                <a:lnTo>
                  <a:pt x="348250" y="1206386"/>
                </a:lnTo>
                <a:lnTo>
                  <a:pt x="344124" y="1208610"/>
                </a:lnTo>
                <a:lnTo>
                  <a:pt x="340316" y="1211153"/>
                </a:lnTo>
                <a:lnTo>
                  <a:pt x="336509" y="1214013"/>
                </a:lnTo>
                <a:lnTo>
                  <a:pt x="333335" y="1217190"/>
                </a:lnTo>
                <a:lnTo>
                  <a:pt x="330797" y="1220686"/>
                </a:lnTo>
                <a:lnTo>
                  <a:pt x="328258" y="1223863"/>
                </a:lnTo>
                <a:lnTo>
                  <a:pt x="326354" y="1227677"/>
                </a:lnTo>
                <a:lnTo>
                  <a:pt x="325085" y="1231490"/>
                </a:lnTo>
                <a:lnTo>
                  <a:pt x="324133" y="1235303"/>
                </a:lnTo>
                <a:lnTo>
                  <a:pt x="324133" y="1239434"/>
                </a:lnTo>
                <a:lnTo>
                  <a:pt x="324133" y="1309980"/>
                </a:lnTo>
                <a:lnTo>
                  <a:pt x="323498" y="1312840"/>
                </a:lnTo>
                <a:lnTo>
                  <a:pt x="323181" y="1316017"/>
                </a:lnTo>
                <a:lnTo>
                  <a:pt x="322547" y="1318877"/>
                </a:lnTo>
                <a:lnTo>
                  <a:pt x="321595" y="1321419"/>
                </a:lnTo>
                <a:lnTo>
                  <a:pt x="320325" y="1324279"/>
                </a:lnTo>
                <a:lnTo>
                  <a:pt x="318739" y="1326504"/>
                </a:lnTo>
                <a:lnTo>
                  <a:pt x="316835" y="1329046"/>
                </a:lnTo>
                <a:lnTo>
                  <a:pt x="314931" y="1331270"/>
                </a:lnTo>
                <a:lnTo>
                  <a:pt x="313027" y="1332859"/>
                </a:lnTo>
                <a:lnTo>
                  <a:pt x="310488" y="1334766"/>
                </a:lnTo>
                <a:lnTo>
                  <a:pt x="307950" y="1336355"/>
                </a:lnTo>
                <a:lnTo>
                  <a:pt x="305411" y="1337626"/>
                </a:lnTo>
                <a:lnTo>
                  <a:pt x="302555" y="1338579"/>
                </a:lnTo>
                <a:lnTo>
                  <a:pt x="300017" y="1339215"/>
                </a:lnTo>
                <a:lnTo>
                  <a:pt x="296844" y="1339532"/>
                </a:lnTo>
                <a:lnTo>
                  <a:pt x="293670" y="1339850"/>
                </a:lnTo>
                <a:lnTo>
                  <a:pt x="290497" y="1339532"/>
                </a:lnTo>
                <a:lnTo>
                  <a:pt x="287641" y="1339215"/>
                </a:lnTo>
                <a:lnTo>
                  <a:pt x="284785" y="1338579"/>
                </a:lnTo>
                <a:lnTo>
                  <a:pt x="281930" y="1337626"/>
                </a:lnTo>
                <a:lnTo>
                  <a:pt x="279391" y="1336355"/>
                </a:lnTo>
                <a:lnTo>
                  <a:pt x="276852" y="1334766"/>
                </a:lnTo>
                <a:lnTo>
                  <a:pt x="274631" y="1332859"/>
                </a:lnTo>
                <a:lnTo>
                  <a:pt x="272727" y="1331270"/>
                </a:lnTo>
                <a:lnTo>
                  <a:pt x="270506" y="1329046"/>
                </a:lnTo>
                <a:lnTo>
                  <a:pt x="268919" y="1326504"/>
                </a:lnTo>
                <a:lnTo>
                  <a:pt x="267333" y="1324279"/>
                </a:lnTo>
                <a:lnTo>
                  <a:pt x="265746" y="1321419"/>
                </a:lnTo>
                <a:lnTo>
                  <a:pt x="264794" y="1318877"/>
                </a:lnTo>
                <a:lnTo>
                  <a:pt x="264160" y="1316017"/>
                </a:lnTo>
                <a:lnTo>
                  <a:pt x="263842" y="1312840"/>
                </a:lnTo>
                <a:lnTo>
                  <a:pt x="263525" y="1309980"/>
                </a:lnTo>
                <a:lnTo>
                  <a:pt x="263525" y="1239434"/>
                </a:lnTo>
                <a:lnTo>
                  <a:pt x="263842" y="1234350"/>
                </a:lnTo>
                <a:lnTo>
                  <a:pt x="264160" y="1229266"/>
                </a:lnTo>
                <a:lnTo>
                  <a:pt x="264794" y="1224181"/>
                </a:lnTo>
                <a:lnTo>
                  <a:pt x="265746" y="1219415"/>
                </a:lnTo>
                <a:lnTo>
                  <a:pt x="267333" y="1214330"/>
                </a:lnTo>
                <a:lnTo>
                  <a:pt x="268919" y="1209564"/>
                </a:lnTo>
                <a:lnTo>
                  <a:pt x="270506" y="1204797"/>
                </a:lnTo>
                <a:lnTo>
                  <a:pt x="272727" y="1200348"/>
                </a:lnTo>
                <a:lnTo>
                  <a:pt x="274948" y="1195900"/>
                </a:lnTo>
                <a:lnTo>
                  <a:pt x="277487" y="1191451"/>
                </a:lnTo>
                <a:lnTo>
                  <a:pt x="280343" y="1187638"/>
                </a:lnTo>
                <a:lnTo>
                  <a:pt x="283199" y="1183189"/>
                </a:lnTo>
                <a:lnTo>
                  <a:pt x="286689" y="1179375"/>
                </a:lnTo>
                <a:lnTo>
                  <a:pt x="289863" y="1175562"/>
                </a:lnTo>
                <a:lnTo>
                  <a:pt x="293670" y="1171749"/>
                </a:lnTo>
                <a:lnTo>
                  <a:pt x="297478" y="1168571"/>
                </a:lnTo>
                <a:lnTo>
                  <a:pt x="301603" y="1165076"/>
                </a:lnTo>
                <a:lnTo>
                  <a:pt x="305729" y="1162216"/>
                </a:lnTo>
                <a:lnTo>
                  <a:pt x="309854" y="1159038"/>
                </a:lnTo>
                <a:lnTo>
                  <a:pt x="314614" y="1156178"/>
                </a:lnTo>
                <a:lnTo>
                  <a:pt x="319373" y="1153318"/>
                </a:lnTo>
                <a:lnTo>
                  <a:pt x="324133" y="1151094"/>
                </a:lnTo>
                <a:lnTo>
                  <a:pt x="328893" y="1149187"/>
                </a:lnTo>
                <a:lnTo>
                  <a:pt x="334287" y="1146963"/>
                </a:lnTo>
                <a:lnTo>
                  <a:pt x="339365" y="1145056"/>
                </a:lnTo>
                <a:lnTo>
                  <a:pt x="344759" y="1143467"/>
                </a:lnTo>
                <a:lnTo>
                  <a:pt x="350471" y="1142196"/>
                </a:lnTo>
                <a:lnTo>
                  <a:pt x="355548" y="1140925"/>
                </a:lnTo>
                <a:lnTo>
                  <a:pt x="361260" y="1139972"/>
                </a:lnTo>
                <a:lnTo>
                  <a:pt x="367289" y="1139336"/>
                </a:lnTo>
                <a:lnTo>
                  <a:pt x="373001" y="1139018"/>
                </a:lnTo>
                <a:lnTo>
                  <a:pt x="379030" y="1139018"/>
                </a:lnTo>
                <a:lnTo>
                  <a:pt x="710312" y="1139018"/>
                </a:lnTo>
                <a:lnTo>
                  <a:pt x="715707" y="1138701"/>
                </a:lnTo>
                <a:lnTo>
                  <a:pt x="721101" y="1138065"/>
                </a:lnTo>
                <a:lnTo>
                  <a:pt x="726496" y="1136476"/>
                </a:lnTo>
                <a:lnTo>
                  <a:pt x="731573" y="1134570"/>
                </a:lnTo>
                <a:lnTo>
                  <a:pt x="736650" y="1132345"/>
                </a:lnTo>
                <a:lnTo>
                  <a:pt x="740775" y="1129803"/>
                </a:lnTo>
                <a:lnTo>
                  <a:pt x="745218" y="1126308"/>
                </a:lnTo>
                <a:lnTo>
                  <a:pt x="749343" y="1122812"/>
                </a:lnTo>
                <a:lnTo>
                  <a:pt x="752833" y="1118999"/>
                </a:lnTo>
                <a:lnTo>
                  <a:pt x="756007" y="1114550"/>
                </a:lnTo>
                <a:lnTo>
                  <a:pt x="758545" y="1110101"/>
                </a:lnTo>
                <a:lnTo>
                  <a:pt x="760766" y="1105335"/>
                </a:lnTo>
                <a:lnTo>
                  <a:pt x="762988" y="1099933"/>
                </a:lnTo>
                <a:lnTo>
                  <a:pt x="764257" y="1094848"/>
                </a:lnTo>
                <a:lnTo>
                  <a:pt x="765209" y="1089128"/>
                </a:lnTo>
                <a:lnTo>
                  <a:pt x="765209" y="1083408"/>
                </a:lnTo>
                <a:lnTo>
                  <a:pt x="765209" y="998246"/>
                </a:lnTo>
                <a:lnTo>
                  <a:pt x="765526" y="995386"/>
                </a:lnTo>
                <a:lnTo>
                  <a:pt x="765844" y="992208"/>
                </a:lnTo>
                <a:lnTo>
                  <a:pt x="766478" y="989348"/>
                </a:lnTo>
                <a:lnTo>
                  <a:pt x="767747" y="986488"/>
                </a:lnTo>
                <a:lnTo>
                  <a:pt x="769017" y="983946"/>
                </a:lnTo>
                <a:lnTo>
                  <a:pt x="770603" y="981404"/>
                </a:lnTo>
                <a:lnTo>
                  <a:pt x="772190" y="978862"/>
                </a:lnTo>
                <a:lnTo>
                  <a:pt x="774094" y="976955"/>
                </a:lnTo>
                <a:lnTo>
                  <a:pt x="776315" y="975048"/>
                </a:lnTo>
                <a:lnTo>
                  <a:pt x="778536" y="973141"/>
                </a:lnTo>
                <a:lnTo>
                  <a:pt x="781392" y="971870"/>
                </a:lnTo>
                <a:lnTo>
                  <a:pt x="783614" y="970599"/>
                </a:lnTo>
                <a:lnTo>
                  <a:pt x="786469" y="969646"/>
                </a:lnTo>
                <a:lnTo>
                  <a:pt x="789325" y="968693"/>
                </a:lnTo>
                <a:lnTo>
                  <a:pt x="792181" y="968375"/>
                </a:lnTo>
                <a:close/>
                <a:moveTo>
                  <a:pt x="854248" y="475049"/>
                </a:moveTo>
                <a:lnTo>
                  <a:pt x="968334" y="729382"/>
                </a:lnTo>
                <a:lnTo>
                  <a:pt x="999072" y="623496"/>
                </a:lnTo>
                <a:lnTo>
                  <a:pt x="996361" y="622927"/>
                </a:lnTo>
                <a:lnTo>
                  <a:pt x="990612" y="621333"/>
                </a:lnTo>
                <a:lnTo>
                  <a:pt x="985184" y="619103"/>
                </a:lnTo>
                <a:lnTo>
                  <a:pt x="980393" y="616553"/>
                </a:lnTo>
                <a:lnTo>
                  <a:pt x="975603" y="614004"/>
                </a:lnTo>
                <a:lnTo>
                  <a:pt x="971132" y="611136"/>
                </a:lnTo>
                <a:lnTo>
                  <a:pt x="966981" y="607950"/>
                </a:lnTo>
                <a:lnTo>
                  <a:pt x="963468" y="604444"/>
                </a:lnTo>
                <a:lnTo>
                  <a:pt x="959636" y="600620"/>
                </a:lnTo>
                <a:lnTo>
                  <a:pt x="956762" y="597115"/>
                </a:lnTo>
                <a:lnTo>
                  <a:pt x="953568" y="593291"/>
                </a:lnTo>
                <a:lnTo>
                  <a:pt x="951014" y="589467"/>
                </a:lnTo>
                <a:lnTo>
                  <a:pt x="948778" y="585325"/>
                </a:lnTo>
                <a:lnTo>
                  <a:pt x="944308" y="577677"/>
                </a:lnTo>
                <a:lnTo>
                  <a:pt x="940795" y="570029"/>
                </a:lnTo>
                <a:lnTo>
                  <a:pt x="938559" y="563018"/>
                </a:lnTo>
                <a:lnTo>
                  <a:pt x="936643" y="556645"/>
                </a:lnTo>
                <a:lnTo>
                  <a:pt x="935366" y="550909"/>
                </a:lnTo>
                <a:lnTo>
                  <a:pt x="934089" y="546767"/>
                </a:lnTo>
                <a:lnTo>
                  <a:pt x="933450" y="543261"/>
                </a:lnTo>
                <a:lnTo>
                  <a:pt x="937921" y="545492"/>
                </a:lnTo>
                <a:lnTo>
                  <a:pt x="942711" y="547723"/>
                </a:lnTo>
                <a:lnTo>
                  <a:pt x="949098" y="550909"/>
                </a:lnTo>
                <a:lnTo>
                  <a:pt x="957081" y="554096"/>
                </a:lnTo>
                <a:lnTo>
                  <a:pt x="966342" y="557601"/>
                </a:lnTo>
                <a:lnTo>
                  <a:pt x="976880" y="560469"/>
                </a:lnTo>
                <a:lnTo>
                  <a:pt x="982629" y="561744"/>
                </a:lnTo>
                <a:lnTo>
                  <a:pt x="988377" y="563337"/>
                </a:lnTo>
                <a:lnTo>
                  <a:pt x="994445" y="564293"/>
                </a:lnTo>
                <a:lnTo>
                  <a:pt x="1000831" y="565249"/>
                </a:lnTo>
                <a:lnTo>
                  <a:pt x="1007218" y="565886"/>
                </a:lnTo>
                <a:lnTo>
                  <a:pt x="1013924" y="566205"/>
                </a:lnTo>
                <a:lnTo>
                  <a:pt x="1020631" y="566205"/>
                </a:lnTo>
                <a:lnTo>
                  <a:pt x="1027656" y="565886"/>
                </a:lnTo>
                <a:lnTo>
                  <a:pt x="1034682" y="565568"/>
                </a:lnTo>
                <a:lnTo>
                  <a:pt x="1041707" y="564293"/>
                </a:lnTo>
                <a:lnTo>
                  <a:pt x="1048733" y="563018"/>
                </a:lnTo>
                <a:lnTo>
                  <a:pt x="1055758" y="560788"/>
                </a:lnTo>
                <a:lnTo>
                  <a:pt x="1063103" y="558557"/>
                </a:lnTo>
                <a:lnTo>
                  <a:pt x="1070129" y="555371"/>
                </a:lnTo>
                <a:lnTo>
                  <a:pt x="1077474" y="552184"/>
                </a:lnTo>
                <a:lnTo>
                  <a:pt x="1084499" y="548041"/>
                </a:lnTo>
                <a:lnTo>
                  <a:pt x="1091525" y="543580"/>
                </a:lnTo>
                <a:lnTo>
                  <a:pt x="1098550" y="538163"/>
                </a:lnTo>
                <a:lnTo>
                  <a:pt x="1098231" y="541668"/>
                </a:lnTo>
                <a:lnTo>
                  <a:pt x="1097592" y="545811"/>
                </a:lnTo>
                <a:lnTo>
                  <a:pt x="1096315" y="551228"/>
                </a:lnTo>
                <a:lnTo>
                  <a:pt x="1095037" y="557920"/>
                </a:lnTo>
                <a:lnTo>
                  <a:pt x="1092802" y="564930"/>
                </a:lnTo>
                <a:lnTo>
                  <a:pt x="1089928" y="572578"/>
                </a:lnTo>
                <a:lnTo>
                  <a:pt x="1086734" y="580545"/>
                </a:lnTo>
                <a:lnTo>
                  <a:pt x="1084818" y="584687"/>
                </a:lnTo>
                <a:lnTo>
                  <a:pt x="1082264" y="588830"/>
                </a:lnTo>
                <a:lnTo>
                  <a:pt x="1080028" y="592654"/>
                </a:lnTo>
                <a:lnTo>
                  <a:pt x="1077474" y="596478"/>
                </a:lnTo>
                <a:lnTo>
                  <a:pt x="1074280" y="599983"/>
                </a:lnTo>
                <a:lnTo>
                  <a:pt x="1071406" y="603807"/>
                </a:lnTo>
                <a:lnTo>
                  <a:pt x="1067574" y="606994"/>
                </a:lnTo>
                <a:lnTo>
                  <a:pt x="1063742" y="610499"/>
                </a:lnTo>
                <a:lnTo>
                  <a:pt x="1059910" y="613367"/>
                </a:lnTo>
                <a:lnTo>
                  <a:pt x="1055439" y="616235"/>
                </a:lnTo>
                <a:lnTo>
                  <a:pt x="1050968" y="618465"/>
                </a:lnTo>
                <a:lnTo>
                  <a:pt x="1046178" y="621015"/>
                </a:lnTo>
                <a:lnTo>
                  <a:pt x="1043098" y="621918"/>
                </a:lnTo>
                <a:lnTo>
                  <a:pt x="1058953" y="723182"/>
                </a:lnTo>
                <a:lnTo>
                  <a:pt x="1183794" y="477832"/>
                </a:lnTo>
                <a:lnTo>
                  <a:pt x="1184474" y="476886"/>
                </a:lnTo>
                <a:lnTo>
                  <a:pt x="1201924" y="486411"/>
                </a:lnTo>
                <a:lnTo>
                  <a:pt x="1218105" y="495301"/>
                </a:lnTo>
                <a:lnTo>
                  <a:pt x="1234286" y="505143"/>
                </a:lnTo>
                <a:lnTo>
                  <a:pt x="1249515" y="514351"/>
                </a:lnTo>
                <a:lnTo>
                  <a:pt x="1264744" y="524193"/>
                </a:lnTo>
                <a:lnTo>
                  <a:pt x="1279021" y="534036"/>
                </a:lnTo>
                <a:lnTo>
                  <a:pt x="1292664" y="544513"/>
                </a:lnTo>
                <a:lnTo>
                  <a:pt x="1305989" y="554673"/>
                </a:lnTo>
                <a:lnTo>
                  <a:pt x="1318680" y="565468"/>
                </a:lnTo>
                <a:lnTo>
                  <a:pt x="1330736" y="576263"/>
                </a:lnTo>
                <a:lnTo>
                  <a:pt x="1342475" y="587693"/>
                </a:lnTo>
                <a:lnTo>
                  <a:pt x="1353263" y="599123"/>
                </a:lnTo>
                <a:lnTo>
                  <a:pt x="1363733" y="611188"/>
                </a:lnTo>
                <a:lnTo>
                  <a:pt x="1373885" y="623253"/>
                </a:lnTo>
                <a:lnTo>
                  <a:pt x="1383086" y="635953"/>
                </a:lnTo>
                <a:lnTo>
                  <a:pt x="1391970" y="649288"/>
                </a:lnTo>
                <a:lnTo>
                  <a:pt x="1400536" y="662623"/>
                </a:lnTo>
                <a:lnTo>
                  <a:pt x="1408150" y="676593"/>
                </a:lnTo>
                <a:lnTo>
                  <a:pt x="1415130" y="691516"/>
                </a:lnTo>
                <a:lnTo>
                  <a:pt x="1422110" y="706121"/>
                </a:lnTo>
                <a:lnTo>
                  <a:pt x="1428139" y="721678"/>
                </a:lnTo>
                <a:lnTo>
                  <a:pt x="1433849" y="737871"/>
                </a:lnTo>
                <a:lnTo>
                  <a:pt x="1438926" y="754381"/>
                </a:lnTo>
                <a:lnTo>
                  <a:pt x="1443368" y="771526"/>
                </a:lnTo>
                <a:lnTo>
                  <a:pt x="1447492" y="789623"/>
                </a:lnTo>
                <a:lnTo>
                  <a:pt x="1450982" y="808039"/>
                </a:lnTo>
                <a:lnTo>
                  <a:pt x="1453837" y="827406"/>
                </a:lnTo>
                <a:lnTo>
                  <a:pt x="1456058" y="847091"/>
                </a:lnTo>
                <a:lnTo>
                  <a:pt x="1457962" y="867729"/>
                </a:lnTo>
                <a:lnTo>
                  <a:pt x="1459231" y="888684"/>
                </a:lnTo>
                <a:lnTo>
                  <a:pt x="1460183" y="910909"/>
                </a:lnTo>
                <a:lnTo>
                  <a:pt x="1460500" y="933451"/>
                </a:lnTo>
                <a:lnTo>
                  <a:pt x="581025" y="933451"/>
                </a:lnTo>
                <a:lnTo>
                  <a:pt x="581342" y="910274"/>
                </a:lnTo>
                <a:lnTo>
                  <a:pt x="581660" y="887414"/>
                </a:lnTo>
                <a:lnTo>
                  <a:pt x="582929" y="865506"/>
                </a:lnTo>
                <a:lnTo>
                  <a:pt x="584198" y="844234"/>
                </a:lnTo>
                <a:lnTo>
                  <a:pt x="585784" y="823914"/>
                </a:lnTo>
                <a:lnTo>
                  <a:pt x="587688" y="804228"/>
                </a:lnTo>
                <a:lnTo>
                  <a:pt x="590543" y="785178"/>
                </a:lnTo>
                <a:lnTo>
                  <a:pt x="593399" y="767081"/>
                </a:lnTo>
                <a:lnTo>
                  <a:pt x="596889" y="749618"/>
                </a:lnTo>
                <a:lnTo>
                  <a:pt x="600696" y="732791"/>
                </a:lnTo>
                <a:lnTo>
                  <a:pt x="605455" y="716598"/>
                </a:lnTo>
                <a:lnTo>
                  <a:pt x="610531" y="700723"/>
                </a:lnTo>
                <a:lnTo>
                  <a:pt x="616242" y="685801"/>
                </a:lnTo>
                <a:lnTo>
                  <a:pt x="622270" y="670878"/>
                </a:lnTo>
                <a:lnTo>
                  <a:pt x="629250" y="656908"/>
                </a:lnTo>
                <a:lnTo>
                  <a:pt x="636548" y="643573"/>
                </a:lnTo>
                <a:lnTo>
                  <a:pt x="644479" y="630238"/>
                </a:lnTo>
                <a:lnTo>
                  <a:pt x="653363" y="617856"/>
                </a:lnTo>
                <a:lnTo>
                  <a:pt x="662564" y="605473"/>
                </a:lnTo>
                <a:lnTo>
                  <a:pt x="673034" y="594043"/>
                </a:lnTo>
                <a:lnTo>
                  <a:pt x="683504" y="582296"/>
                </a:lnTo>
                <a:lnTo>
                  <a:pt x="695243" y="571183"/>
                </a:lnTo>
                <a:lnTo>
                  <a:pt x="707299" y="560388"/>
                </a:lnTo>
                <a:lnTo>
                  <a:pt x="720624" y="550228"/>
                </a:lnTo>
                <a:lnTo>
                  <a:pt x="734267" y="539751"/>
                </a:lnTo>
                <a:lnTo>
                  <a:pt x="748861" y="530226"/>
                </a:lnTo>
                <a:lnTo>
                  <a:pt x="764408" y="520383"/>
                </a:lnTo>
                <a:lnTo>
                  <a:pt x="780589" y="510858"/>
                </a:lnTo>
                <a:lnTo>
                  <a:pt x="798038" y="501651"/>
                </a:lnTo>
                <a:lnTo>
                  <a:pt x="816123" y="492443"/>
                </a:lnTo>
                <a:lnTo>
                  <a:pt x="835159" y="483236"/>
                </a:lnTo>
                <a:lnTo>
                  <a:pt x="854248" y="475049"/>
                </a:lnTo>
                <a:close/>
                <a:moveTo>
                  <a:pt x="855147" y="474663"/>
                </a:moveTo>
                <a:lnTo>
                  <a:pt x="855153" y="474670"/>
                </a:lnTo>
                <a:lnTo>
                  <a:pt x="855131" y="474670"/>
                </a:lnTo>
                <a:lnTo>
                  <a:pt x="855147" y="474663"/>
                </a:lnTo>
                <a:close/>
                <a:moveTo>
                  <a:pt x="1020763" y="0"/>
                </a:moveTo>
                <a:lnTo>
                  <a:pt x="1027440" y="318"/>
                </a:lnTo>
                <a:lnTo>
                  <a:pt x="1034436" y="1272"/>
                </a:lnTo>
                <a:lnTo>
                  <a:pt x="1041750" y="1908"/>
                </a:lnTo>
                <a:lnTo>
                  <a:pt x="1049064" y="2863"/>
                </a:lnTo>
                <a:lnTo>
                  <a:pt x="1057014" y="4135"/>
                </a:lnTo>
                <a:lnTo>
                  <a:pt x="1065282" y="5726"/>
                </a:lnTo>
                <a:lnTo>
                  <a:pt x="1073231" y="7952"/>
                </a:lnTo>
                <a:lnTo>
                  <a:pt x="1081499" y="10179"/>
                </a:lnTo>
                <a:lnTo>
                  <a:pt x="1089767" y="12406"/>
                </a:lnTo>
                <a:lnTo>
                  <a:pt x="1098671" y="15587"/>
                </a:lnTo>
                <a:lnTo>
                  <a:pt x="1106939" y="18767"/>
                </a:lnTo>
                <a:lnTo>
                  <a:pt x="1115207" y="22585"/>
                </a:lnTo>
                <a:lnTo>
                  <a:pt x="1123474" y="26720"/>
                </a:lnTo>
                <a:lnTo>
                  <a:pt x="1131742" y="30855"/>
                </a:lnTo>
                <a:lnTo>
                  <a:pt x="1139374" y="35626"/>
                </a:lnTo>
                <a:lnTo>
                  <a:pt x="1147006" y="40716"/>
                </a:lnTo>
                <a:lnTo>
                  <a:pt x="1154638" y="46442"/>
                </a:lnTo>
                <a:lnTo>
                  <a:pt x="1161952" y="52167"/>
                </a:lnTo>
                <a:lnTo>
                  <a:pt x="1168629" y="59166"/>
                </a:lnTo>
                <a:lnTo>
                  <a:pt x="1174989" y="65846"/>
                </a:lnTo>
                <a:lnTo>
                  <a:pt x="1181031" y="73480"/>
                </a:lnTo>
                <a:lnTo>
                  <a:pt x="1186119" y="81432"/>
                </a:lnTo>
                <a:lnTo>
                  <a:pt x="1190889" y="89703"/>
                </a:lnTo>
                <a:lnTo>
                  <a:pt x="1195341" y="98927"/>
                </a:lnTo>
                <a:lnTo>
                  <a:pt x="1197249" y="103381"/>
                </a:lnTo>
                <a:lnTo>
                  <a:pt x="1198839" y="108152"/>
                </a:lnTo>
                <a:lnTo>
                  <a:pt x="1200429" y="113242"/>
                </a:lnTo>
                <a:lnTo>
                  <a:pt x="1202019" y="118331"/>
                </a:lnTo>
                <a:lnTo>
                  <a:pt x="1202973" y="123739"/>
                </a:lnTo>
                <a:lnTo>
                  <a:pt x="1203927" y="128828"/>
                </a:lnTo>
                <a:lnTo>
                  <a:pt x="1204881" y="134554"/>
                </a:lnTo>
                <a:lnTo>
                  <a:pt x="1205517" y="140280"/>
                </a:lnTo>
                <a:lnTo>
                  <a:pt x="1205835" y="146005"/>
                </a:lnTo>
                <a:lnTo>
                  <a:pt x="1206153" y="152049"/>
                </a:lnTo>
                <a:lnTo>
                  <a:pt x="1206153" y="158093"/>
                </a:lnTo>
                <a:lnTo>
                  <a:pt x="1206153" y="164455"/>
                </a:lnTo>
                <a:lnTo>
                  <a:pt x="1205517" y="170817"/>
                </a:lnTo>
                <a:lnTo>
                  <a:pt x="1204881" y="177497"/>
                </a:lnTo>
                <a:lnTo>
                  <a:pt x="1204245" y="184177"/>
                </a:lnTo>
                <a:lnTo>
                  <a:pt x="1203291" y="191175"/>
                </a:lnTo>
                <a:lnTo>
                  <a:pt x="1204245" y="191175"/>
                </a:lnTo>
                <a:lnTo>
                  <a:pt x="1206789" y="192129"/>
                </a:lnTo>
                <a:lnTo>
                  <a:pt x="1210286" y="194038"/>
                </a:lnTo>
                <a:lnTo>
                  <a:pt x="1212194" y="195628"/>
                </a:lnTo>
                <a:lnTo>
                  <a:pt x="1214420" y="197219"/>
                </a:lnTo>
                <a:lnTo>
                  <a:pt x="1216328" y="199445"/>
                </a:lnTo>
                <a:lnTo>
                  <a:pt x="1218554" y="202308"/>
                </a:lnTo>
                <a:lnTo>
                  <a:pt x="1220462" y="205171"/>
                </a:lnTo>
                <a:lnTo>
                  <a:pt x="1222052" y="208988"/>
                </a:lnTo>
                <a:lnTo>
                  <a:pt x="1223642" y="212805"/>
                </a:lnTo>
                <a:lnTo>
                  <a:pt x="1224596" y="217895"/>
                </a:lnTo>
                <a:lnTo>
                  <a:pt x="1225232" y="223302"/>
                </a:lnTo>
                <a:lnTo>
                  <a:pt x="1225550" y="229664"/>
                </a:lnTo>
                <a:lnTo>
                  <a:pt x="1225232" y="241752"/>
                </a:lnTo>
                <a:lnTo>
                  <a:pt x="1224278" y="251931"/>
                </a:lnTo>
                <a:lnTo>
                  <a:pt x="1223006" y="261156"/>
                </a:lnTo>
                <a:lnTo>
                  <a:pt x="1221098" y="268790"/>
                </a:lnTo>
                <a:lnTo>
                  <a:pt x="1218236" y="275152"/>
                </a:lnTo>
                <a:lnTo>
                  <a:pt x="1215692" y="280878"/>
                </a:lnTo>
                <a:lnTo>
                  <a:pt x="1212194" y="285967"/>
                </a:lnTo>
                <a:lnTo>
                  <a:pt x="1209015" y="290102"/>
                </a:lnTo>
                <a:lnTo>
                  <a:pt x="1205199" y="294556"/>
                </a:lnTo>
                <a:lnTo>
                  <a:pt x="1203609" y="297737"/>
                </a:lnTo>
                <a:lnTo>
                  <a:pt x="1201701" y="300918"/>
                </a:lnTo>
                <a:lnTo>
                  <a:pt x="1199793" y="305053"/>
                </a:lnTo>
                <a:lnTo>
                  <a:pt x="1198203" y="309506"/>
                </a:lnTo>
                <a:lnTo>
                  <a:pt x="1196931" y="314914"/>
                </a:lnTo>
                <a:lnTo>
                  <a:pt x="1195977" y="321276"/>
                </a:lnTo>
                <a:lnTo>
                  <a:pt x="1195023" y="328592"/>
                </a:lnTo>
                <a:lnTo>
                  <a:pt x="1193433" y="335908"/>
                </a:lnTo>
                <a:lnTo>
                  <a:pt x="1191843" y="343860"/>
                </a:lnTo>
                <a:lnTo>
                  <a:pt x="1189617" y="351495"/>
                </a:lnTo>
                <a:lnTo>
                  <a:pt x="1187391" y="359447"/>
                </a:lnTo>
                <a:lnTo>
                  <a:pt x="1184211" y="367081"/>
                </a:lnTo>
                <a:lnTo>
                  <a:pt x="1181349" y="375352"/>
                </a:lnTo>
                <a:lnTo>
                  <a:pt x="1177851" y="383304"/>
                </a:lnTo>
                <a:lnTo>
                  <a:pt x="1173717" y="391257"/>
                </a:lnTo>
                <a:lnTo>
                  <a:pt x="1169901" y="398891"/>
                </a:lnTo>
                <a:lnTo>
                  <a:pt x="1165449" y="406843"/>
                </a:lnTo>
                <a:lnTo>
                  <a:pt x="1160680" y="414796"/>
                </a:lnTo>
                <a:lnTo>
                  <a:pt x="1155910" y="422430"/>
                </a:lnTo>
                <a:lnTo>
                  <a:pt x="1150504" y="429746"/>
                </a:lnTo>
                <a:lnTo>
                  <a:pt x="1145098" y="437062"/>
                </a:lnTo>
                <a:lnTo>
                  <a:pt x="1139374" y="444378"/>
                </a:lnTo>
                <a:lnTo>
                  <a:pt x="1133332" y="451058"/>
                </a:lnTo>
                <a:lnTo>
                  <a:pt x="1126972" y="457738"/>
                </a:lnTo>
                <a:lnTo>
                  <a:pt x="1120612" y="464100"/>
                </a:lnTo>
                <a:lnTo>
                  <a:pt x="1113935" y="470144"/>
                </a:lnTo>
                <a:lnTo>
                  <a:pt x="1106939" y="475870"/>
                </a:lnTo>
                <a:lnTo>
                  <a:pt x="1099943" y="481596"/>
                </a:lnTo>
                <a:lnTo>
                  <a:pt x="1092947" y="486367"/>
                </a:lnTo>
                <a:lnTo>
                  <a:pt x="1085633" y="490820"/>
                </a:lnTo>
                <a:lnTo>
                  <a:pt x="1078001" y="495274"/>
                </a:lnTo>
                <a:lnTo>
                  <a:pt x="1070052" y="499091"/>
                </a:lnTo>
                <a:lnTo>
                  <a:pt x="1062102" y="501954"/>
                </a:lnTo>
                <a:lnTo>
                  <a:pt x="1054152" y="504816"/>
                </a:lnTo>
                <a:lnTo>
                  <a:pt x="1046202" y="506725"/>
                </a:lnTo>
                <a:lnTo>
                  <a:pt x="1037616" y="508315"/>
                </a:lnTo>
                <a:lnTo>
                  <a:pt x="1029348" y="509270"/>
                </a:lnTo>
                <a:lnTo>
                  <a:pt x="1020763" y="509588"/>
                </a:lnTo>
                <a:lnTo>
                  <a:pt x="1012177" y="509270"/>
                </a:lnTo>
                <a:lnTo>
                  <a:pt x="1003909" y="508315"/>
                </a:lnTo>
                <a:lnTo>
                  <a:pt x="995641" y="506725"/>
                </a:lnTo>
                <a:lnTo>
                  <a:pt x="987691" y="504816"/>
                </a:lnTo>
                <a:lnTo>
                  <a:pt x="979423" y="501954"/>
                </a:lnTo>
                <a:lnTo>
                  <a:pt x="971473" y="499091"/>
                </a:lnTo>
                <a:lnTo>
                  <a:pt x="963842" y="495274"/>
                </a:lnTo>
                <a:lnTo>
                  <a:pt x="956210" y="490820"/>
                </a:lnTo>
                <a:lnTo>
                  <a:pt x="948896" y="486367"/>
                </a:lnTo>
                <a:lnTo>
                  <a:pt x="941264" y="481596"/>
                </a:lnTo>
                <a:lnTo>
                  <a:pt x="934268" y="475870"/>
                </a:lnTo>
                <a:lnTo>
                  <a:pt x="927590" y="470144"/>
                </a:lnTo>
                <a:lnTo>
                  <a:pt x="920913" y="464100"/>
                </a:lnTo>
                <a:lnTo>
                  <a:pt x="914553" y="457738"/>
                </a:lnTo>
                <a:lnTo>
                  <a:pt x="908193" y="451058"/>
                </a:lnTo>
                <a:lnTo>
                  <a:pt x="902151" y="444378"/>
                </a:lnTo>
                <a:lnTo>
                  <a:pt x="896427" y="437062"/>
                </a:lnTo>
                <a:lnTo>
                  <a:pt x="891339" y="429746"/>
                </a:lnTo>
                <a:lnTo>
                  <a:pt x="885933" y="422430"/>
                </a:lnTo>
                <a:lnTo>
                  <a:pt x="880845" y="414796"/>
                </a:lnTo>
                <a:lnTo>
                  <a:pt x="876076" y="406843"/>
                </a:lnTo>
                <a:lnTo>
                  <a:pt x="871942" y="398891"/>
                </a:lnTo>
                <a:lnTo>
                  <a:pt x="867808" y="391257"/>
                </a:lnTo>
                <a:lnTo>
                  <a:pt x="863674" y="383304"/>
                </a:lnTo>
                <a:lnTo>
                  <a:pt x="860494" y="375352"/>
                </a:lnTo>
                <a:lnTo>
                  <a:pt x="856996" y="367081"/>
                </a:lnTo>
                <a:lnTo>
                  <a:pt x="854452" y="359447"/>
                </a:lnTo>
                <a:lnTo>
                  <a:pt x="852226" y="351495"/>
                </a:lnTo>
                <a:lnTo>
                  <a:pt x="849682" y="343860"/>
                </a:lnTo>
                <a:lnTo>
                  <a:pt x="848092" y="335908"/>
                </a:lnTo>
                <a:lnTo>
                  <a:pt x="846820" y="328592"/>
                </a:lnTo>
                <a:lnTo>
                  <a:pt x="845866" y="321276"/>
                </a:lnTo>
                <a:lnTo>
                  <a:pt x="844594" y="314914"/>
                </a:lnTo>
                <a:lnTo>
                  <a:pt x="843322" y="309506"/>
                </a:lnTo>
                <a:lnTo>
                  <a:pt x="841732" y="305053"/>
                </a:lnTo>
                <a:lnTo>
                  <a:pt x="840142" y="300918"/>
                </a:lnTo>
                <a:lnTo>
                  <a:pt x="837916" y="297737"/>
                </a:lnTo>
                <a:lnTo>
                  <a:pt x="836326" y="294556"/>
                </a:lnTo>
                <a:lnTo>
                  <a:pt x="832829" y="290102"/>
                </a:lnTo>
                <a:lnTo>
                  <a:pt x="829013" y="285967"/>
                </a:lnTo>
                <a:lnTo>
                  <a:pt x="826151" y="280878"/>
                </a:lnTo>
                <a:lnTo>
                  <a:pt x="822971" y="275152"/>
                </a:lnTo>
                <a:lnTo>
                  <a:pt x="820745" y="268790"/>
                </a:lnTo>
                <a:lnTo>
                  <a:pt x="818519" y="261156"/>
                </a:lnTo>
                <a:lnTo>
                  <a:pt x="817247" y="251931"/>
                </a:lnTo>
                <a:lnTo>
                  <a:pt x="816293" y="241752"/>
                </a:lnTo>
                <a:lnTo>
                  <a:pt x="815975" y="229664"/>
                </a:lnTo>
                <a:lnTo>
                  <a:pt x="816293" y="223302"/>
                </a:lnTo>
                <a:lnTo>
                  <a:pt x="816929" y="217895"/>
                </a:lnTo>
                <a:lnTo>
                  <a:pt x="817883" y="212805"/>
                </a:lnTo>
                <a:lnTo>
                  <a:pt x="819791" y="208988"/>
                </a:lnTo>
                <a:lnTo>
                  <a:pt x="821381" y="205171"/>
                </a:lnTo>
                <a:lnTo>
                  <a:pt x="822971" y="202308"/>
                </a:lnTo>
                <a:lnTo>
                  <a:pt x="824879" y="199445"/>
                </a:lnTo>
                <a:lnTo>
                  <a:pt x="827423" y="197219"/>
                </a:lnTo>
                <a:lnTo>
                  <a:pt x="829331" y="195628"/>
                </a:lnTo>
                <a:lnTo>
                  <a:pt x="831239" y="194038"/>
                </a:lnTo>
                <a:lnTo>
                  <a:pt x="835054" y="192129"/>
                </a:lnTo>
                <a:lnTo>
                  <a:pt x="837280" y="191175"/>
                </a:lnTo>
                <a:lnTo>
                  <a:pt x="838234" y="191175"/>
                </a:lnTo>
                <a:lnTo>
                  <a:pt x="837280" y="184177"/>
                </a:lnTo>
                <a:lnTo>
                  <a:pt x="836326" y="177497"/>
                </a:lnTo>
                <a:lnTo>
                  <a:pt x="835690" y="170817"/>
                </a:lnTo>
                <a:lnTo>
                  <a:pt x="835372" y="164455"/>
                </a:lnTo>
                <a:lnTo>
                  <a:pt x="835372" y="158093"/>
                </a:lnTo>
                <a:lnTo>
                  <a:pt x="835372" y="152049"/>
                </a:lnTo>
                <a:lnTo>
                  <a:pt x="835690" y="146005"/>
                </a:lnTo>
                <a:lnTo>
                  <a:pt x="836008" y="140280"/>
                </a:lnTo>
                <a:lnTo>
                  <a:pt x="836644" y="134554"/>
                </a:lnTo>
                <a:lnTo>
                  <a:pt x="837280" y="128828"/>
                </a:lnTo>
                <a:lnTo>
                  <a:pt x="838234" y="123739"/>
                </a:lnTo>
                <a:lnTo>
                  <a:pt x="839824" y="118331"/>
                </a:lnTo>
                <a:lnTo>
                  <a:pt x="841096" y="113242"/>
                </a:lnTo>
                <a:lnTo>
                  <a:pt x="842686" y="108152"/>
                </a:lnTo>
                <a:lnTo>
                  <a:pt x="844276" y="103381"/>
                </a:lnTo>
                <a:lnTo>
                  <a:pt x="846502" y="98927"/>
                </a:lnTo>
                <a:lnTo>
                  <a:pt x="850636" y="89703"/>
                </a:lnTo>
                <a:lnTo>
                  <a:pt x="855406" y="81432"/>
                </a:lnTo>
                <a:lnTo>
                  <a:pt x="860812" y="73480"/>
                </a:lnTo>
                <a:lnTo>
                  <a:pt x="866854" y="65846"/>
                </a:lnTo>
                <a:lnTo>
                  <a:pt x="873214" y="59166"/>
                </a:lnTo>
                <a:lnTo>
                  <a:pt x="879891" y="52167"/>
                </a:lnTo>
                <a:lnTo>
                  <a:pt x="886887" y="46442"/>
                </a:lnTo>
                <a:lnTo>
                  <a:pt x="894201" y="40716"/>
                </a:lnTo>
                <a:lnTo>
                  <a:pt x="901833" y="35626"/>
                </a:lnTo>
                <a:lnTo>
                  <a:pt x="910101" y="30855"/>
                </a:lnTo>
                <a:lnTo>
                  <a:pt x="918051" y="26720"/>
                </a:lnTo>
                <a:lnTo>
                  <a:pt x="926318" y="22585"/>
                </a:lnTo>
                <a:lnTo>
                  <a:pt x="934586" y="18767"/>
                </a:lnTo>
                <a:lnTo>
                  <a:pt x="943172" y="15587"/>
                </a:lnTo>
                <a:lnTo>
                  <a:pt x="951440" y="12406"/>
                </a:lnTo>
                <a:lnTo>
                  <a:pt x="959708" y="10179"/>
                </a:lnTo>
                <a:lnTo>
                  <a:pt x="968294" y="7952"/>
                </a:lnTo>
                <a:lnTo>
                  <a:pt x="976561" y="5726"/>
                </a:lnTo>
                <a:lnTo>
                  <a:pt x="984511" y="4135"/>
                </a:lnTo>
                <a:lnTo>
                  <a:pt x="992143" y="2863"/>
                </a:lnTo>
                <a:lnTo>
                  <a:pt x="999775" y="1908"/>
                </a:lnTo>
                <a:lnTo>
                  <a:pt x="1007407" y="1272"/>
                </a:lnTo>
                <a:lnTo>
                  <a:pt x="1014403" y="318"/>
                </a:lnTo>
                <a:lnTo>
                  <a:pt x="1020763" y="0"/>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sp>
        <p:nvSpPr>
          <p:cNvPr id="32780" name="文本框 13">
            <a:extLst>
              <a:ext uri="{FF2B5EF4-FFF2-40B4-BE49-F238E27FC236}">
                <a16:creationId xmlns:a16="http://schemas.microsoft.com/office/drawing/2014/main" id="{CAE7453D-7041-4D8F-9C74-07B0ABEFEC6F}"/>
              </a:ext>
            </a:extLst>
          </p:cNvPr>
          <p:cNvSpPr txBox="1">
            <a:spLocks noChangeArrowheads="1"/>
          </p:cNvSpPr>
          <p:nvPr/>
        </p:nvSpPr>
        <p:spPr bwMode="auto">
          <a:xfrm>
            <a:off x="1225550" y="5432425"/>
            <a:ext cx="35242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808080"/>
                </a:solidFill>
              </a:rPr>
              <a:t>请在这里添加相应的文字内容请在这里添加相应的文字内容</a:t>
            </a:r>
          </a:p>
        </p:txBody>
      </p:sp>
      <p:sp>
        <p:nvSpPr>
          <p:cNvPr id="15" name="文本框 14">
            <a:extLst>
              <a:ext uri="{FF2B5EF4-FFF2-40B4-BE49-F238E27FC236}">
                <a16:creationId xmlns:a16="http://schemas.microsoft.com/office/drawing/2014/main" id="{7854A7BA-AA5D-42F2-B9C9-BFBC716A5104}"/>
              </a:ext>
            </a:extLst>
          </p:cNvPr>
          <p:cNvSpPr txBox="1"/>
          <p:nvPr/>
        </p:nvSpPr>
        <p:spPr>
          <a:xfrm>
            <a:off x="1196975" y="4970463"/>
            <a:ext cx="2030413" cy="461962"/>
          </a:xfrm>
          <a:prstGeom prst="rect">
            <a:avLst/>
          </a:prstGeom>
          <a:noFill/>
        </p:spPr>
        <p:txBody>
          <a:bodyPr wrap="none">
            <a:spAutoFit/>
          </a:bodyPr>
          <a:lstStyle/>
          <a:p>
            <a:pPr algn="ctr" eaLnBrk="1" fontAlgn="auto" hangingPunct="1">
              <a:defRPr/>
            </a:pPr>
            <a:r>
              <a:rPr lang="zh-CN" altLang="en-US" sz="2400" b="1" noProof="1">
                <a:solidFill>
                  <a:schemeClr val="accent6"/>
                </a:solidFill>
                <a:latin typeface="+mn-lt"/>
                <a:ea typeface="+mn-ea"/>
              </a:rPr>
              <a:t>这里添加标题</a:t>
            </a:r>
            <a:endParaRPr lang="zh-CN" altLang="en-US" sz="2400" b="1" noProof="1">
              <a:solidFill>
                <a:schemeClr val="accent6"/>
              </a:solidFill>
            </a:endParaRPr>
          </a:p>
        </p:txBody>
      </p:sp>
      <p:sp>
        <p:nvSpPr>
          <p:cNvPr id="16" name="圆角矩形 15">
            <a:extLst>
              <a:ext uri="{FF2B5EF4-FFF2-40B4-BE49-F238E27FC236}">
                <a16:creationId xmlns:a16="http://schemas.microsoft.com/office/drawing/2014/main" id="{22E6FD96-C491-4F0C-A6FE-B40781875C66}"/>
              </a:ext>
            </a:extLst>
          </p:cNvPr>
          <p:cNvSpPr/>
          <p:nvPr/>
        </p:nvSpPr>
        <p:spPr>
          <a:xfrm>
            <a:off x="725488" y="1289050"/>
            <a:ext cx="2438400" cy="692150"/>
          </a:xfrm>
          <a:prstGeom prst="round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783" name="文本框 16">
            <a:extLst>
              <a:ext uri="{FF2B5EF4-FFF2-40B4-BE49-F238E27FC236}">
                <a16:creationId xmlns:a16="http://schemas.microsoft.com/office/drawing/2014/main" id="{5049FA32-7E78-4586-86AA-097122DC2D3C}"/>
              </a:ext>
            </a:extLst>
          </p:cNvPr>
          <p:cNvSpPr txBox="1">
            <a:spLocks noChangeArrowheads="1"/>
          </p:cNvSpPr>
          <p:nvPr/>
        </p:nvSpPr>
        <p:spPr bwMode="auto">
          <a:xfrm>
            <a:off x="957263" y="1404938"/>
            <a:ext cx="2030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chemeClr val="bg1"/>
                </a:solidFill>
              </a:rPr>
              <a:t>这里添加标题</a:t>
            </a:r>
          </a:p>
        </p:txBody>
      </p:sp>
      <p:pic>
        <p:nvPicPr>
          <p:cNvPr id="32784" name="图片 17">
            <a:extLst>
              <a:ext uri="{FF2B5EF4-FFF2-40B4-BE49-F238E27FC236}">
                <a16:creationId xmlns:a16="http://schemas.microsoft.com/office/drawing/2014/main" id="{BE4224EE-853B-4945-B5C7-D5BE57489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785" name="组合 18">
            <a:extLst>
              <a:ext uri="{FF2B5EF4-FFF2-40B4-BE49-F238E27FC236}">
                <a16:creationId xmlns:a16="http://schemas.microsoft.com/office/drawing/2014/main" id="{23BDF3E0-28C2-4462-867F-2A5568D376CD}"/>
              </a:ext>
            </a:extLst>
          </p:cNvPr>
          <p:cNvGrpSpPr>
            <a:grpSpLocks/>
          </p:cNvGrpSpPr>
          <p:nvPr/>
        </p:nvGrpSpPr>
        <p:grpSpPr bwMode="auto">
          <a:xfrm>
            <a:off x="133350" y="125413"/>
            <a:ext cx="639763" cy="638175"/>
            <a:chOff x="1131485" y="2234042"/>
            <a:chExt cx="1607262" cy="1607262"/>
          </a:xfrm>
        </p:grpSpPr>
        <p:sp>
          <p:nvSpPr>
            <p:cNvPr id="20" name="椭圆 19">
              <a:extLst>
                <a:ext uri="{FF2B5EF4-FFF2-40B4-BE49-F238E27FC236}">
                  <a16:creationId xmlns:a16="http://schemas.microsoft.com/office/drawing/2014/main" id="{C9A28E31-31E0-4F57-A8EC-9B0757BE119B}"/>
                </a:ext>
              </a:extLst>
            </p:cNvPr>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1" name="椭圆 20">
              <a:extLst>
                <a:ext uri="{FF2B5EF4-FFF2-40B4-BE49-F238E27FC236}">
                  <a16:creationId xmlns:a16="http://schemas.microsoft.com/office/drawing/2014/main" id="{7E914357-EE4D-4CD3-9733-AD241DCD840F}"/>
                </a:ext>
              </a:extLst>
            </p:cNvPr>
            <p:cNvSpPr/>
            <p:nvPr/>
          </p:nvSpPr>
          <p:spPr>
            <a:xfrm>
              <a:off x="1239169" y="2341991"/>
              <a:ext cx="1391895"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791" name="KSO_Shape">
              <a:extLst>
                <a:ext uri="{FF2B5EF4-FFF2-40B4-BE49-F238E27FC236}">
                  <a16:creationId xmlns:a16="http://schemas.microsoft.com/office/drawing/2014/main" id="{C856F47C-3FE1-4F0C-A1EB-C656B9A506B0}"/>
                </a:ext>
              </a:extLst>
            </p:cNvPr>
            <p:cNvSpPr>
              <a:spLocks noChangeArrowheads="1"/>
            </p:cNvSpPr>
            <p:nvPr/>
          </p:nvSpPr>
          <p:spPr bwMode="auto">
            <a:xfrm>
              <a:off x="1480150" y="2597150"/>
              <a:ext cx="909932" cy="881046"/>
            </a:xfrm>
            <a:custGeom>
              <a:avLst/>
              <a:gdLst>
                <a:gd name="T0" fmla="*/ 8644 w 8965002"/>
                <a:gd name="T1" fmla="*/ 3777 h 8673857"/>
                <a:gd name="T2" fmla="*/ 8892 w 8965002"/>
                <a:gd name="T3" fmla="*/ 3777 h 8673857"/>
                <a:gd name="T4" fmla="*/ 9300 w 8965002"/>
                <a:gd name="T5" fmla="*/ 4552 h 8673857"/>
                <a:gd name="T6" fmla="*/ 7282 w 8965002"/>
                <a:gd name="T7" fmla="*/ 7598 h 8673857"/>
                <a:gd name="T8" fmla="*/ 6806 w 8965002"/>
                <a:gd name="T9" fmla="*/ 7834 h 8673857"/>
                <a:gd name="T10" fmla="*/ 5621 w 8965002"/>
                <a:gd name="T11" fmla="*/ 7834 h 8673857"/>
                <a:gd name="T12" fmla="*/ 5621 w 8965002"/>
                <a:gd name="T13" fmla="*/ 8794 h 8673857"/>
                <a:gd name="T14" fmla="*/ 5463 w 8965002"/>
                <a:gd name="T15" fmla="*/ 9054 h 8673857"/>
                <a:gd name="T16" fmla="*/ 5318 w 8965002"/>
                <a:gd name="T17" fmla="*/ 9089 h 8673857"/>
                <a:gd name="T18" fmla="*/ 5134 w 8965002"/>
                <a:gd name="T19" fmla="*/ 9034 h 8673857"/>
                <a:gd name="T20" fmla="*/ 4211 w 8965002"/>
                <a:gd name="T21" fmla="*/ 8408 h 8673857"/>
                <a:gd name="T22" fmla="*/ 3308 w 8965002"/>
                <a:gd name="T23" fmla="*/ 9034 h 8673857"/>
                <a:gd name="T24" fmla="*/ 2978 w 8965002"/>
                <a:gd name="T25" fmla="*/ 9054 h 8673857"/>
                <a:gd name="T26" fmla="*/ 2809 w 8965002"/>
                <a:gd name="T27" fmla="*/ 8794 h 8673857"/>
                <a:gd name="T28" fmla="*/ 2809 w 8965002"/>
                <a:gd name="T29" fmla="*/ 6394 h 8673857"/>
                <a:gd name="T30" fmla="*/ 3316 w 8965002"/>
                <a:gd name="T31" fmla="*/ 5378 h 8673857"/>
                <a:gd name="T32" fmla="*/ 3477 w 8965002"/>
                <a:gd name="T33" fmla="*/ 5335 h 8673857"/>
                <a:gd name="T34" fmla="*/ 5950 w 8965002"/>
                <a:gd name="T35" fmla="*/ 5335 h 8673857"/>
                <a:gd name="T36" fmla="*/ 5613 w 8965002"/>
                <a:gd name="T37" fmla="*/ 6582 h 8673857"/>
                <a:gd name="T38" fmla="*/ 6512 w 8965002"/>
                <a:gd name="T39" fmla="*/ 6582 h 8673857"/>
                <a:gd name="T40" fmla="*/ 8644 w 8965002"/>
                <a:gd name="T41" fmla="*/ 3777 h 8673857"/>
                <a:gd name="T42" fmla="*/ 6389 w 8965002"/>
                <a:gd name="T43" fmla="*/ 0 h 8673857"/>
                <a:gd name="T44" fmla="*/ 8573 w 8965002"/>
                <a:gd name="T45" fmla="*/ 144 h 8673857"/>
                <a:gd name="T46" fmla="*/ 8969 w 8965002"/>
                <a:gd name="T47" fmla="*/ 927 h 8673857"/>
                <a:gd name="T48" fmla="*/ 6492 w 8965002"/>
                <a:gd name="T49" fmla="*/ 4165 h 8673857"/>
                <a:gd name="T50" fmla="*/ 6044 w 8965002"/>
                <a:gd name="T51" fmla="*/ 4378 h 8673857"/>
                <a:gd name="T52" fmla="*/ 2310 w 8965002"/>
                <a:gd name="T53" fmla="*/ 4378 h 8673857"/>
                <a:gd name="T54" fmla="*/ 1203 w 8965002"/>
                <a:gd name="T55" fmla="*/ 5739 h 8673857"/>
                <a:gd name="T56" fmla="*/ 1882 w 8965002"/>
                <a:gd name="T57" fmla="*/ 6522 h 8673857"/>
                <a:gd name="T58" fmla="*/ 2180 w 8965002"/>
                <a:gd name="T59" fmla="*/ 6581 h 8673857"/>
                <a:gd name="T60" fmla="*/ 2180 w 8965002"/>
                <a:gd name="T61" fmla="*/ 7833 h 8673857"/>
                <a:gd name="T62" fmla="*/ 56 w 8965002"/>
                <a:gd name="T63" fmla="*/ 5995 h 8673857"/>
                <a:gd name="T64" fmla="*/ 68 w 8965002"/>
                <a:gd name="T65" fmla="*/ 4956 h 8673857"/>
                <a:gd name="T66" fmla="*/ 2840 w 8965002"/>
                <a:gd name="T67" fmla="*/ 703 h 8673857"/>
                <a:gd name="T68" fmla="*/ 3676 w 8965002"/>
                <a:gd name="T69" fmla="*/ 239 h 8673857"/>
                <a:gd name="T70" fmla="*/ 6389 w 8965002"/>
                <a:gd name="T71" fmla="*/ 0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
        <p:nvSpPr>
          <p:cNvPr id="32786" name="文本框 22">
            <a:extLst>
              <a:ext uri="{FF2B5EF4-FFF2-40B4-BE49-F238E27FC236}">
                <a16:creationId xmlns:a16="http://schemas.microsoft.com/office/drawing/2014/main" id="{4CDD033A-9BDC-462A-93B9-D2A3289CB391}"/>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添加论文内容第一部分标题</a:t>
            </a:r>
          </a:p>
        </p:txBody>
      </p:sp>
      <p:cxnSp>
        <p:nvCxnSpPr>
          <p:cNvPr id="24" name="直接连接符 23">
            <a:extLst>
              <a:ext uri="{FF2B5EF4-FFF2-40B4-BE49-F238E27FC236}">
                <a16:creationId xmlns:a16="http://schemas.microsoft.com/office/drawing/2014/main" id="{6311E078-B61A-428F-9CA5-EBC6F78AAF4C}"/>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0FEAA31F-1374-4AE7-9709-E10A5C1F5524}"/>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E79CA75-FE1C-455A-A04B-0074A363EFB4}"/>
              </a:ext>
            </a:extLst>
          </p:cNvPr>
          <p:cNvSpPr/>
          <p:nvPr/>
        </p:nvSpPr>
        <p:spPr>
          <a:xfrm>
            <a:off x="6267450" y="0"/>
            <a:ext cx="5924550" cy="685800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aphicFrame>
        <p:nvGraphicFramePr>
          <p:cNvPr id="33795" name="对象 2">
            <a:extLst>
              <a:ext uri="{FF2B5EF4-FFF2-40B4-BE49-F238E27FC236}">
                <a16:creationId xmlns:a16="http://schemas.microsoft.com/office/drawing/2014/main" id="{AD46A698-4F4C-4614-8BAC-A35FD75207D5}"/>
              </a:ext>
            </a:extLst>
          </p:cNvPr>
          <p:cNvGraphicFramePr>
            <a:graphicFrameLocks/>
          </p:cNvGraphicFramePr>
          <p:nvPr/>
        </p:nvGraphicFramePr>
        <p:xfrm>
          <a:off x="488950" y="681038"/>
          <a:ext cx="5568950" cy="5419725"/>
        </p:xfrm>
        <a:graphic>
          <a:graphicData uri="http://schemas.openxmlformats.org/presentationml/2006/ole">
            <mc:AlternateContent xmlns:mc="http://schemas.openxmlformats.org/markup-compatibility/2006">
              <mc:Choice xmlns:v="urn:schemas-microsoft-com:vml" Requires="v">
                <p:oleObj r:id="rId2" imgW="5561905" imgH="5409524" progId="excel.sheet.8">
                  <p:embed/>
                </p:oleObj>
              </mc:Choice>
              <mc:Fallback>
                <p:oleObj r:id="rId2" imgW="5561905" imgH="5409524" progId="excel.sheet.8">
                  <p:embed/>
                  <p:pic>
                    <p:nvPicPr>
                      <p:cNvPr id="0" name="对象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50" y="681038"/>
                        <a:ext cx="5568950" cy="541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6" name="文本框 5">
            <a:extLst>
              <a:ext uri="{FF2B5EF4-FFF2-40B4-BE49-F238E27FC236}">
                <a16:creationId xmlns:a16="http://schemas.microsoft.com/office/drawing/2014/main" id="{4046D70B-D550-4BD1-8FF5-CED7D0C17E43}"/>
              </a:ext>
            </a:extLst>
          </p:cNvPr>
          <p:cNvSpPr txBox="1">
            <a:spLocks noChangeArrowheads="1"/>
          </p:cNvSpPr>
          <p:nvPr/>
        </p:nvSpPr>
        <p:spPr bwMode="auto">
          <a:xfrm>
            <a:off x="8134350" y="1765300"/>
            <a:ext cx="337820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chemeClr val="bg1"/>
                </a:solidFill>
              </a:rPr>
              <a:t>请在这里添加相应的文字内容请在这里添加相应的文字内容</a:t>
            </a:r>
          </a:p>
        </p:txBody>
      </p:sp>
      <p:sp>
        <p:nvSpPr>
          <p:cNvPr id="33797" name="文本框 6">
            <a:extLst>
              <a:ext uri="{FF2B5EF4-FFF2-40B4-BE49-F238E27FC236}">
                <a16:creationId xmlns:a16="http://schemas.microsoft.com/office/drawing/2014/main" id="{CCCB9DD8-D4CA-4F50-80B9-7AA066593815}"/>
              </a:ext>
            </a:extLst>
          </p:cNvPr>
          <p:cNvSpPr txBox="1">
            <a:spLocks noChangeArrowheads="1"/>
          </p:cNvSpPr>
          <p:nvPr/>
        </p:nvSpPr>
        <p:spPr bwMode="auto">
          <a:xfrm>
            <a:off x="8134350" y="1303338"/>
            <a:ext cx="203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chemeClr val="bg1"/>
                </a:solidFill>
              </a:rPr>
              <a:t>这里添加标题</a:t>
            </a:r>
          </a:p>
        </p:txBody>
      </p:sp>
      <p:sp>
        <p:nvSpPr>
          <p:cNvPr id="33798" name="文本框 7">
            <a:extLst>
              <a:ext uri="{FF2B5EF4-FFF2-40B4-BE49-F238E27FC236}">
                <a16:creationId xmlns:a16="http://schemas.microsoft.com/office/drawing/2014/main" id="{A821DB77-FA3B-43BE-BF80-55AB818F77E5}"/>
              </a:ext>
            </a:extLst>
          </p:cNvPr>
          <p:cNvSpPr txBox="1">
            <a:spLocks noChangeArrowheads="1"/>
          </p:cNvSpPr>
          <p:nvPr/>
        </p:nvSpPr>
        <p:spPr bwMode="auto">
          <a:xfrm>
            <a:off x="8134350" y="3379788"/>
            <a:ext cx="33782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chemeClr val="bg1"/>
                </a:solidFill>
              </a:rPr>
              <a:t>请在这里添加相应的文字内容请在这里添加相应的文字内容</a:t>
            </a:r>
          </a:p>
        </p:txBody>
      </p:sp>
      <p:sp>
        <p:nvSpPr>
          <p:cNvPr id="33799" name="文本框 8">
            <a:extLst>
              <a:ext uri="{FF2B5EF4-FFF2-40B4-BE49-F238E27FC236}">
                <a16:creationId xmlns:a16="http://schemas.microsoft.com/office/drawing/2014/main" id="{EEF597CB-7E0F-43FB-8E78-CDFEA490876A}"/>
              </a:ext>
            </a:extLst>
          </p:cNvPr>
          <p:cNvSpPr txBox="1">
            <a:spLocks noChangeArrowheads="1"/>
          </p:cNvSpPr>
          <p:nvPr/>
        </p:nvSpPr>
        <p:spPr bwMode="auto">
          <a:xfrm>
            <a:off x="8134350" y="2917825"/>
            <a:ext cx="203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chemeClr val="bg1"/>
                </a:solidFill>
              </a:rPr>
              <a:t>这里添加标题</a:t>
            </a:r>
          </a:p>
        </p:txBody>
      </p:sp>
      <p:sp>
        <p:nvSpPr>
          <p:cNvPr id="33800" name="文本框 9">
            <a:extLst>
              <a:ext uri="{FF2B5EF4-FFF2-40B4-BE49-F238E27FC236}">
                <a16:creationId xmlns:a16="http://schemas.microsoft.com/office/drawing/2014/main" id="{97015A00-8F03-4FAB-AD77-9CDB68EAF50B}"/>
              </a:ext>
            </a:extLst>
          </p:cNvPr>
          <p:cNvSpPr txBox="1">
            <a:spLocks noChangeArrowheads="1"/>
          </p:cNvSpPr>
          <p:nvPr/>
        </p:nvSpPr>
        <p:spPr bwMode="auto">
          <a:xfrm>
            <a:off x="8134350" y="5059363"/>
            <a:ext cx="33782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chemeClr val="bg1"/>
                </a:solidFill>
              </a:rPr>
              <a:t>请在这里添加相应的文字内容请在这里添加相应的文字内容</a:t>
            </a:r>
          </a:p>
        </p:txBody>
      </p:sp>
      <p:sp>
        <p:nvSpPr>
          <p:cNvPr id="33801" name="文本框 10">
            <a:extLst>
              <a:ext uri="{FF2B5EF4-FFF2-40B4-BE49-F238E27FC236}">
                <a16:creationId xmlns:a16="http://schemas.microsoft.com/office/drawing/2014/main" id="{9EFDCC8F-C0A1-40E5-B87F-24D78DC4662B}"/>
              </a:ext>
            </a:extLst>
          </p:cNvPr>
          <p:cNvSpPr txBox="1">
            <a:spLocks noChangeArrowheads="1"/>
          </p:cNvSpPr>
          <p:nvPr/>
        </p:nvSpPr>
        <p:spPr bwMode="auto">
          <a:xfrm>
            <a:off x="8134350" y="4598988"/>
            <a:ext cx="203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chemeClr val="bg1"/>
                </a:solidFill>
              </a:rPr>
              <a:t>这里添加标题</a:t>
            </a:r>
          </a:p>
        </p:txBody>
      </p:sp>
      <p:sp>
        <p:nvSpPr>
          <p:cNvPr id="33802" name="Freeform 19">
            <a:extLst>
              <a:ext uri="{FF2B5EF4-FFF2-40B4-BE49-F238E27FC236}">
                <a16:creationId xmlns:a16="http://schemas.microsoft.com/office/drawing/2014/main" id="{4C71105A-9FFA-43FA-934C-3F8D9227D3F9}"/>
              </a:ext>
            </a:extLst>
          </p:cNvPr>
          <p:cNvSpPr>
            <a:spLocks noEditPoints="1" noChangeArrowheads="1"/>
          </p:cNvSpPr>
          <p:nvPr/>
        </p:nvSpPr>
        <p:spPr bwMode="auto">
          <a:xfrm>
            <a:off x="7056438" y="3243263"/>
            <a:ext cx="673100" cy="623887"/>
          </a:xfrm>
          <a:custGeom>
            <a:avLst/>
            <a:gdLst>
              <a:gd name="T0" fmla="*/ 2147483646 w 144"/>
              <a:gd name="T1" fmla="*/ 0 h 132"/>
              <a:gd name="T2" fmla="*/ 2147483646 w 144"/>
              <a:gd name="T3" fmla="*/ 0 h 132"/>
              <a:gd name="T4" fmla="*/ 0 w 144"/>
              <a:gd name="T5" fmla="*/ 2147483646 h 132"/>
              <a:gd name="T6" fmla="*/ 0 w 144"/>
              <a:gd name="T7" fmla="*/ 2147483646 h 132"/>
              <a:gd name="T8" fmla="*/ 2147483646 w 144"/>
              <a:gd name="T9" fmla="*/ 2147483646 h 132"/>
              <a:gd name="T10" fmla="*/ 2147483646 w 144"/>
              <a:gd name="T11" fmla="*/ 2147483646 h 132"/>
              <a:gd name="T12" fmla="*/ 2147483646 w 144"/>
              <a:gd name="T13" fmla="*/ 2147483646 h 132"/>
              <a:gd name="T14" fmla="*/ 2147483646 w 144"/>
              <a:gd name="T15" fmla="*/ 2147483646 h 132"/>
              <a:gd name="T16" fmla="*/ 2147483646 w 144"/>
              <a:gd name="T17" fmla="*/ 2147483646 h 132"/>
              <a:gd name="T18" fmla="*/ 2147483646 w 144"/>
              <a:gd name="T19" fmla="*/ 2147483646 h 132"/>
              <a:gd name="T20" fmla="*/ 2147483646 w 144"/>
              <a:gd name="T21" fmla="*/ 2147483646 h 132"/>
              <a:gd name="T22" fmla="*/ 2147483646 w 144"/>
              <a:gd name="T23" fmla="*/ 0 h 132"/>
              <a:gd name="T24" fmla="*/ 2147483646 w 144"/>
              <a:gd name="T25" fmla="*/ 2147483646 h 132"/>
              <a:gd name="T26" fmla="*/ 2147483646 w 144"/>
              <a:gd name="T27" fmla="*/ 2147483646 h 132"/>
              <a:gd name="T28" fmla="*/ 2147483646 w 144"/>
              <a:gd name="T29" fmla="*/ 2147483646 h 132"/>
              <a:gd name="T30" fmla="*/ 2147483646 w 144"/>
              <a:gd name="T31" fmla="*/ 2147483646 h 132"/>
              <a:gd name="T32" fmla="*/ 2147483646 w 144"/>
              <a:gd name="T33" fmla="*/ 2147483646 h 132"/>
              <a:gd name="T34" fmla="*/ 2147483646 w 144"/>
              <a:gd name="T35" fmla="*/ 2147483646 h 132"/>
              <a:gd name="T36" fmla="*/ 2147483646 w 144"/>
              <a:gd name="T37" fmla="*/ 2147483646 h 132"/>
              <a:gd name="T38" fmla="*/ 2147483646 w 144"/>
              <a:gd name="T39" fmla="*/ 2147483646 h 132"/>
              <a:gd name="T40" fmla="*/ 2147483646 w 144"/>
              <a:gd name="T41" fmla="*/ 2147483646 h 132"/>
              <a:gd name="T42" fmla="*/ 2147483646 w 144"/>
              <a:gd name="T43" fmla="*/ 2147483646 h 132"/>
              <a:gd name="T44" fmla="*/ 2147483646 w 144"/>
              <a:gd name="T45" fmla="*/ 2147483646 h 132"/>
              <a:gd name="T46" fmla="*/ 2147483646 w 144"/>
              <a:gd name="T47" fmla="*/ 2147483646 h 132"/>
              <a:gd name="T48" fmla="*/ 2147483646 w 144"/>
              <a:gd name="T49" fmla="*/ 2147483646 h 132"/>
              <a:gd name="T50" fmla="*/ 2147483646 w 144"/>
              <a:gd name="T51" fmla="*/ 2147483646 h 132"/>
              <a:gd name="T52" fmla="*/ 2147483646 w 144"/>
              <a:gd name="T53" fmla="*/ 2147483646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44" h="132">
                <a:moveTo>
                  <a:pt x="108" y="0"/>
                </a:moveTo>
                <a:cubicBezTo>
                  <a:pt x="36" y="0"/>
                  <a:pt x="36" y="0"/>
                  <a:pt x="36" y="0"/>
                </a:cubicBezTo>
                <a:cubicBezTo>
                  <a:pt x="16" y="0"/>
                  <a:pt x="0" y="16"/>
                  <a:pt x="0" y="36"/>
                </a:cubicBezTo>
                <a:cubicBezTo>
                  <a:pt x="0" y="60"/>
                  <a:pt x="0" y="60"/>
                  <a:pt x="0" y="60"/>
                </a:cubicBezTo>
                <a:cubicBezTo>
                  <a:pt x="0" y="80"/>
                  <a:pt x="16" y="96"/>
                  <a:pt x="36" y="96"/>
                </a:cubicBezTo>
                <a:cubicBezTo>
                  <a:pt x="42" y="96"/>
                  <a:pt x="42" y="96"/>
                  <a:pt x="42" y="96"/>
                </a:cubicBezTo>
                <a:cubicBezTo>
                  <a:pt x="42" y="132"/>
                  <a:pt x="42" y="132"/>
                  <a:pt x="42" y="132"/>
                </a:cubicBezTo>
                <a:cubicBezTo>
                  <a:pt x="83" y="96"/>
                  <a:pt x="83" y="96"/>
                  <a:pt x="83" y="96"/>
                </a:cubicBezTo>
                <a:cubicBezTo>
                  <a:pt x="108" y="96"/>
                  <a:pt x="108" y="96"/>
                  <a:pt x="108" y="96"/>
                </a:cubicBezTo>
                <a:cubicBezTo>
                  <a:pt x="128" y="96"/>
                  <a:pt x="144" y="80"/>
                  <a:pt x="144" y="60"/>
                </a:cubicBezTo>
                <a:cubicBezTo>
                  <a:pt x="144" y="36"/>
                  <a:pt x="144" y="36"/>
                  <a:pt x="144" y="36"/>
                </a:cubicBezTo>
                <a:cubicBezTo>
                  <a:pt x="144" y="16"/>
                  <a:pt x="128" y="0"/>
                  <a:pt x="108" y="0"/>
                </a:cubicBezTo>
                <a:moveTo>
                  <a:pt x="36" y="60"/>
                </a:moveTo>
                <a:cubicBezTo>
                  <a:pt x="29" y="60"/>
                  <a:pt x="24" y="55"/>
                  <a:pt x="24" y="48"/>
                </a:cubicBezTo>
                <a:cubicBezTo>
                  <a:pt x="24" y="41"/>
                  <a:pt x="29" y="36"/>
                  <a:pt x="36" y="36"/>
                </a:cubicBezTo>
                <a:cubicBezTo>
                  <a:pt x="43" y="36"/>
                  <a:pt x="48" y="41"/>
                  <a:pt x="48" y="48"/>
                </a:cubicBezTo>
                <a:cubicBezTo>
                  <a:pt x="48" y="55"/>
                  <a:pt x="43" y="60"/>
                  <a:pt x="36" y="60"/>
                </a:cubicBezTo>
                <a:moveTo>
                  <a:pt x="72" y="60"/>
                </a:moveTo>
                <a:cubicBezTo>
                  <a:pt x="65" y="60"/>
                  <a:pt x="60" y="55"/>
                  <a:pt x="60" y="48"/>
                </a:cubicBezTo>
                <a:cubicBezTo>
                  <a:pt x="60" y="41"/>
                  <a:pt x="65" y="36"/>
                  <a:pt x="72" y="36"/>
                </a:cubicBezTo>
                <a:cubicBezTo>
                  <a:pt x="79" y="36"/>
                  <a:pt x="84" y="41"/>
                  <a:pt x="84" y="48"/>
                </a:cubicBezTo>
                <a:cubicBezTo>
                  <a:pt x="84" y="55"/>
                  <a:pt x="79" y="60"/>
                  <a:pt x="72" y="60"/>
                </a:cubicBezTo>
                <a:moveTo>
                  <a:pt x="108" y="60"/>
                </a:moveTo>
                <a:cubicBezTo>
                  <a:pt x="101" y="60"/>
                  <a:pt x="96" y="55"/>
                  <a:pt x="96" y="48"/>
                </a:cubicBezTo>
                <a:cubicBezTo>
                  <a:pt x="96" y="41"/>
                  <a:pt x="101" y="36"/>
                  <a:pt x="108" y="36"/>
                </a:cubicBezTo>
                <a:cubicBezTo>
                  <a:pt x="115" y="36"/>
                  <a:pt x="120" y="41"/>
                  <a:pt x="120" y="48"/>
                </a:cubicBezTo>
                <a:cubicBezTo>
                  <a:pt x="120" y="55"/>
                  <a:pt x="115" y="60"/>
                  <a:pt x="108" y="6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03" name="Freeform 28">
            <a:extLst>
              <a:ext uri="{FF2B5EF4-FFF2-40B4-BE49-F238E27FC236}">
                <a16:creationId xmlns:a16="http://schemas.microsoft.com/office/drawing/2014/main" id="{E9D91C83-B8C7-466C-85BD-A25905440686}"/>
              </a:ext>
            </a:extLst>
          </p:cNvPr>
          <p:cNvSpPr>
            <a:spLocks noEditPoints="1" noChangeArrowheads="1"/>
          </p:cNvSpPr>
          <p:nvPr/>
        </p:nvSpPr>
        <p:spPr bwMode="auto">
          <a:xfrm>
            <a:off x="7124700" y="4818063"/>
            <a:ext cx="681038" cy="676275"/>
          </a:xfrm>
          <a:custGeom>
            <a:avLst/>
            <a:gdLst>
              <a:gd name="T0" fmla="*/ 2147483646 w 144"/>
              <a:gd name="T1" fmla="*/ 2147483646 h 144"/>
              <a:gd name="T2" fmla="*/ 2147483646 w 144"/>
              <a:gd name="T3" fmla="*/ 2147483646 h 144"/>
              <a:gd name="T4" fmla="*/ 2147483646 w 144"/>
              <a:gd name="T5" fmla="*/ 2147483646 h 144"/>
              <a:gd name="T6" fmla="*/ 2147483646 w 144"/>
              <a:gd name="T7" fmla="*/ 2147483646 h 144"/>
              <a:gd name="T8" fmla="*/ 2147483646 w 144"/>
              <a:gd name="T9" fmla="*/ 2147483646 h 144"/>
              <a:gd name="T10" fmla="*/ 2147483646 w 144"/>
              <a:gd name="T11" fmla="*/ 2147483646 h 144"/>
              <a:gd name="T12" fmla="*/ 2147483646 w 144"/>
              <a:gd name="T13" fmla="*/ 2147483646 h 144"/>
              <a:gd name="T14" fmla="*/ 2147483646 w 144"/>
              <a:gd name="T15" fmla="*/ 0 h 144"/>
              <a:gd name="T16" fmla="*/ 2147483646 w 144"/>
              <a:gd name="T17" fmla="*/ 2147483646 h 144"/>
              <a:gd name="T18" fmla="*/ 2147483646 w 144"/>
              <a:gd name="T19" fmla="*/ 2147483646 h 144"/>
              <a:gd name="T20" fmla="*/ 2147483646 w 144"/>
              <a:gd name="T21" fmla="*/ 2147483646 h 144"/>
              <a:gd name="T22" fmla="*/ 2147483646 w 144"/>
              <a:gd name="T23" fmla="*/ 2147483646 h 144"/>
              <a:gd name="T24" fmla="*/ 2147483646 w 144"/>
              <a:gd name="T25" fmla="*/ 2147483646 h 144"/>
              <a:gd name="T26" fmla="*/ 2147483646 w 144"/>
              <a:gd name="T27" fmla="*/ 2147483646 h 144"/>
              <a:gd name="T28" fmla="*/ 2147483646 w 144"/>
              <a:gd name="T29" fmla="*/ 2147483646 h 144"/>
              <a:gd name="T30" fmla="*/ 0 w 144"/>
              <a:gd name="T31" fmla="*/ 2147483646 h 144"/>
              <a:gd name="T32" fmla="*/ 2147483646 w 144"/>
              <a:gd name="T33" fmla="*/ 2147483646 h 144"/>
              <a:gd name="T34" fmla="*/ 2147483646 w 144"/>
              <a:gd name="T35" fmla="*/ 2147483646 h 144"/>
              <a:gd name="T36" fmla="*/ 2147483646 w 144"/>
              <a:gd name="T37" fmla="*/ 2147483646 h 144"/>
              <a:gd name="T38" fmla="*/ 2147483646 w 144"/>
              <a:gd name="T39" fmla="*/ 2147483646 h 144"/>
              <a:gd name="T40" fmla="*/ 2147483646 w 144"/>
              <a:gd name="T41" fmla="*/ 2147483646 h 144"/>
              <a:gd name="T42" fmla="*/ 2147483646 w 144"/>
              <a:gd name="T43" fmla="*/ 2147483646 h 144"/>
              <a:gd name="T44" fmla="*/ 2147483646 w 144"/>
              <a:gd name="T45" fmla="*/ 2147483646 h 144"/>
              <a:gd name="T46" fmla="*/ 2147483646 w 144"/>
              <a:gd name="T47" fmla="*/ 2147483646 h 144"/>
              <a:gd name="T48" fmla="*/ 2147483646 w 144"/>
              <a:gd name="T49" fmla="*/ 2147483646 h 144"/>
              <a:gd name="T50" fmla="*/ 2147483646 w 144"/>
              <a:gd name="T51" fmla="*/ 2147483646 h 144"/>
              <a:gd name="T52" fmla="*/ 2147483646 w 144"/>
              <a:gd name="T53" fmla="*/ 2147483646 h 144"/>
              <a:gd name="T54" fmla="*/ 2147483646 w 144"/>
              <a:gd name="T55" fmla="*/ 2147483646 h 144"/>
              <a:gd name="T56" fmla="*/ 2147483646 w 144"/>
              <a:gd name="T57" fmla="*/ 2147483646 h 144"/>
              <a:gd name="T58" fmla="*/ 2147483646 w 144"/>
              <a:gd name="T59" fmla="*/ 2147483646 h 144"/>
              <a:gd name="T60" fmla="*/ 2147483646 w 144"/>
              <a:gd name="T61" fmla="*/ 2147483646 h 144"/>
              <a:gd name="T62" fmla="*/ 2147483646 w 144"/>
              <a:gd name="T63" fmla="*/ 2147483646 h 144"/>
              <a:gd name="T64" fmla="*/ 2147483646 w 144"/>
              <a:gd name="T65" fmla="*/ 2147483646 h 144"/>
              <a:gd name="T66" fmla="*/ 2147483646 w 144"/>
              <a:gd name="T67" fmla="*/ 2147483646 h 144"/>
              <a:gd name="T68" fmla="*/ 2147483646 w 144"/>
              <a:gd name="T69" fmla="*/ 2147483646 h 14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 h="144">
                <a:moveTo>
                  <a:pt x="138" y="61"/>
                </a:moveTo>
                <a:cubicBezTo>
                  <a:pt x="132" y="61"/>
                  <a:pt x="132" y="61"/>
                  <a:pt x="132" y="61"/>
                </a:cubicBezTo>
                <a:cubicBezTo>
                  <a:pt x="129" y="61"/>
                  <a:pt x="126" y="59"/>
                  <a:pt x="125" y="56"/>
                </a:cubicBezTo>
                <a:cubicBezTo>
                  <a:pt x="121" y="46"/>
                  <a:pt x="121" y="46"/>
                  <a:pt x="121" y="46"/>
                </a:cubicBezTo>
                <a:cubicBezTo>
                  <a:pt x="119" y="44"/>
                  <a:pt x="120" y="40"/>
                  <a:pt x="122" y="38"/>
                </a:cubicBezTo>
                <a:cubicBezTo>
                  <a:pt x="127" y="33"/>
                  <a:pt x="127" y="33"/>
                  <a:pt x="127" y="33"/>
                </a:cubicBezTo>
                <a:cubicBezTo>
                  <a:pt x="129" y="31"/>
                  <a:pt x="129" y="27"/>
                  <a:pt x="127" y="25"/>
                </a:cubicBezTo>
                <a:cubicBezTo>
                  <a:pt x="119" y="17"/>
                  <a:pt x="119" y="17"/>
                  <a:pt x="119" y="17"/>
                </a:cubicBezTo>
                <a:cubicBezTo>
                  <a:pt x="117" y="15"/>
                  <a:pt x="113" y="15"/>
                  <a:pt x="111" y="17"/>
                </a:cubicBezTo>
                <a:cubicBezTo>
                  <a:pt x="106" y="22"/>
                  <a:pt x="106" y="22"/>
                  <a:pt x="106" y="22"/>
                </a:cubicBezTo>
                <a:cubicBezTo>
                  <a:pt x="104" y="24"/>
                  <a:pt x="100" y="25"/>
                  <a:pt x="98" y="23"/>
                </a:cubicBezTo>
                <a:cubicBezTo>
                  <a:pt x="88" y="19"/>
                  <a:pt x="88" y="19"/>
                  <a:pt x="88" y="19"/>
                </a:cubicBezTo>
                <a:cubicBezTo>
                  <a:pt x="85" y="18"/>
                  <a:pt x="83" y="15"/>
                  <a:pt x="83" y="12"/>
                </a:cubicBezTo>
                <a:cubicBezTo>
                  <a:pt x="83" y="6"/>
                  <a:pt x="83" y="6"/>
                  <a:pt x="83" y="6"/>
                </a:cubicBezTo>
                <a:cubicBezTo>
                  <a:pt x="83" y="2"/>
                  <a:pt x="81" y="0"/>
                  <a:pt x="78" y="0"/>
                </a:cubicBezTo>
                <a:cubicBezTo>
                  <a:pt x="66" y="0"/>
                  <a:pt x="66" y="0"/>
                  <a:pt x="66" y="0"/>
                </a:cubicBezTo>
                <a:cubicBezTo>
                  <a:pt x="63" y="0"/>
                  <a:pt x="61" y="2"/>
                  <a:pt x="61" y="6"/>
                </a:cubicBezTo>
                <a:cubicBezTo>
                  <a:pt x="61" y="12"/>
                  <a:pt x="61" y="12"/>
                  <a:pt x="61" y="12"/>
                </a:cubicBezTo>
                <a:cubicBezTo>
                  <a:pt x="61" y="15"/>
                  <a:pt x="59" y="18"/>
                  <a:pt x="56" y="19"/>
                </a:cubicBezTo>
                <a:cubicBezTo>
                  <a:pt x="46" y="23"/>
                  <a:pt x="46" y="23"/>
                  <a:pt x="46" y="23"/>
                </a:cubicBezTo>
                <a:cubicBezTo>
                  <a:pt x="44" y="25"/>
                  <a:pt x="40" y="24"/>
                  <a:pt x="38" y="22"/>
                </a:cubicBezTo>
                <a:cubicBezTo>
                  <a:pt x="33" y="17"/>
                  <a:pt x="33" y="17"/>
                  <a:pt x="33" y="17"/>
                </a:cubicBezTo>
                <a:cubicBezTo>
                  <a:pt x="31" y="15"/>
                  <a:pt x="27" y="15"/>
                  <a:pt x="25" y="17"/>
                </a:cubicBezTo>
                <a:cubicBezTo>
                  <a:pt x="17" y="25"/>
                  <a:pt x="17" y="25"/>
                  <a:pt x="17" y="25"/>
                </a:cubicBezTo>
                <a:cubicBezTo>
                  <a:pt x="15" y="27"/>
                  <a:pt x="15" y="31"/>
                  <a:pt x="17" y="33"/>
                </a:cubicBezTo>
                <a:cubicBezTo>
                  <a:pt x="22" y="38"/>
                  <a:pt x="22" y="38"/>
                  <a:pt x="22" y="38"/>
                </a:cubicBezTo>
                <a:cubicBezTo>
                  <a:pt x="24" y="40"/>
                  <a:pt x="25" y="44"/>
                  <a:pt x="23" y="46"/>
                </a:cubicBezTo>
                <a:cubicBezTo>
                  <a:pt x="19" y="56"/>
                  <a:pt x="19" y="56"/>
                  <a:pt x="19" y="56"/>
                </a:cubicBezTo>
                <a:cubicBezTo>
                  <a:pt x="18" y="59"/>
                  <a:pt x="15" y="61"/>
                  <a:pt x="12" y="61"/>
                </a:cubicBezTo>
                <a:cubicBezTo>
                  <a:pt x="6" y="61"/>
                  <a:pt x="6" y="61"/>
                  <a:pt x="6" y="61"/>
                </a:cubicBezTo>
                <a:cubicBezTo>
                  <a:pt x="2" y="61"/>
                  <a:pt x="0" y="63"/>
                  <a:pt x="0" y="66"/>
                </a:cubicBezTo>
                <a:cubicBezTo>
                  <a:pt x="0" y="78"/>
                  <a:pt x="0" y="78"/>
                  <a:pt x="0" y="78"/>
                </a:cubicBezTo>
                <a:cubicBezTo>
                  <a:pt x="0" y="81"/>
                  <a:pt x="2" y="83"/>
                  <a:pt x="6" y="83"/>
                </a:cubicBezTo>
                <a:cubicBezTo>
                  <a:pt x="12" y="83"/>
                  <a:pt x="12" y="83"/>
                  <a:pt x="12" y="83"/>
                </a:cubicBezTo>
                <a:cubicBezTo>
                  <a:pt x="15" y="83"/>
                  <a:pt x="18" y="85"/>
                  <a:pt x="19" y="88"/>
                </a:cubicBezTo>
                <a:cubicBezTo>
                  <a:pt x="23" y="98"/>
                  <a:pt x="23" y="98"/>
                  <a:pt x="23" y="98"/>
                </a:cubicBezTo>
                <a:cubicBezTo>
                  <a:pt x="25" y="100"/>
                  <a:pt x="24" y="104"/>
                  <a:pt x="22" y="106"/>
                </a:cubicBezTo>
                <a:cubicBezTo>
                  <a:pt x="17" y="111"/>
                  <a:pt x="17" y="111"/>
                  <a:pt x="17" y="111"/>
                </a:cubicBezTo>
                <a:cubicBezTo>
                  <a:pt x="15" y="113"/>
                  <a:pt x="15" y="117"/>
                  <a:pt x="17" y="119"/>
                </a:cubicBezTo>
                <a:cubicBezTo>
                  <a:pt x="25" y="127"/>
                  <a:pt x="25" y="127"/>
                  <a:pt x="25" y="127"/>
                </a:cubicBezTo>
                <a:cubicBezTo>
                  <a:pt x="27" y="129"/>
                  <a:pt x="31" y="129"/>
                  <a:pt x="33" y="127"/>
                </a:cubicBezTo>
                <a:cubicBezTo>
                  <a:pt x="38" y="122"/>
                  <a:pt x="38" y="122"/>
                  <a:pt x="38" y="122"/>
                </a:cubicBezTo>
                <a:cubicBezTo>
                  <a:pt x="40" y="120"/>
                  <a:pt x="44" y="119"/>
                  <a:pt x="46" y="121"/>
                </a:cubicBezTo>
                <a:cubicBezTo>
                  <a:pt x="56" y="125"/>
                  <a:pt x="56" y="125"/>
                  <a:pt x="56" y="125"/>
                </a:cubicBezTo>
                <a:cubicBezTo>
                  <a:pt x="59" y="126"/>
                  <a:pt x="61" y="129"/>
                  <a:pt x="61" y="132"/>
                </a:cubicBezTo>
                <a:cubicBezTo>
                  <a:pt x="61" y="138"/>
                  <a:pt x="61" y="138"/>
                  <a:pt x="61" y="138"/>
                </a:cubicBezTo>
                <a:cubicBezTo>
                  <a:pt x="61" y="142"/>
                  <a:pt x="63" y="144"/>
                  <a:pt x="66" y="144"/>
                </a:cubicBezTo>
                <a:cubicBezTo>
                  <a:pt x="78" y="144"/>
                  <a:pt x="78" y="144"/>
                  <a:pt x="78" y="144"/>
                </a:cubicBezTo>
                <a:cubicBezTo>
                  <a:pt x="81" y="144"/>
                  <a:pt x="83" y="142"/>
                  <a:pt x="83" y="138"/>
                </a:cubicBezTo>
                <a:cubicBezTo>
                  <a:pt x="83" y="132"/>
                  <a:pt x="83" y="132"/>
                  <a:pt x="83" y="132"/>
                </a:cubicBezTo>
                <a:cubicBezTo>
                  <a:pt x="83" y="129"/>
                  <a:pt x="85" y="126"/>
                  <a:pt x="88" y="125"/>
                </a:cubicBezTo>
                <a:cubicBezTo>
                  <a:pt x="98" y="121"/>
                  <a:pt x="98" y="121"/>
                  <a:pt x="98" y="121"/>
                </a:cubicBezTo>
                <a:cubicBezTo>
                  <a:pt x="100" y="119"/>
                  <a:pt x="104" y="120"/>
                  <a:pt x="106" y="122"/>
                </a:cubicBezTo>
                <a:cubicBezTo>
                  <a:pt x="111" y="127"/>
                  <a:pt x="111" y="127"/>
                  <a:pt x="111" y="127"/>
                </a:cubicBezTo>
                <a:cubicBezTo>
                  <a:pt x="113" y="129"/>
                  <a:pt x="117" y="129"/>
                  <a:pt x="119" y="127"/>
                </a:cubicBezTo>
                <a:cubicBezTo>
                  <a:pt x="127" y="119"/>
                  <a:pt x="127" y="119"/>
                  <a:pt x="127" y="119"/>
                </a:cubicBezTo>
                <a:cubicBezTo>
                  <a:pt x="129" y="117"/>
                  <a:pt x="129" y="113"/>
                  <a:pt x="127" y="111"/>
                </a:cubicBezTo>
                <a:cubicBezTo>
                  <a:pt x="122" y="106"/>
                  <a:pt x="122" y="106"/>
                  <a:pt x="122" y="106"/>
                </a:cubicBezTo>
                <a:cubicBezTo>
                  <a:pt x="120" y="104"/>
                  <a:pt x="119" y="100"/>
                  <a:pt x="121" y="98"/>
                </a:cubicBezTo>
                <a:cubicBezTo>
                  <a:pt x="125" y="88"/>
                  <a:pt x="125" y="88"/>
                  <a:pt x="125" y="88"/>
                </a:cubicBezTo>
                <a:cubicBezTo>
                  <a:pt x="126" y="85"/>
                  <a:pt x="129" y="83"/>
                  <a:pt x="132" y="83"/>
                </a:cubicBezTo>
                <a:cubicBezTo>
                  <a:pt x="138" y="83"/>
                  <a:pt x="138" y="83"/>
                  <a:pt x="138" y="83"/>
                </a:cubicBezTo>
                <a:cubicBezTo>
                  <a:pt x="142" y="83"/>
                  <a:pt x="144" y="81"/>
                  <a:pt x="144" y="78"/>
                </a:cubicBezTo>
                <a:cubicBezTo>
                  <a:pt x="144" y="66"/>
                  <a:pt x="144" y="66"/>
                  <a:pt x="144" y="66"/>
                </a:cubicBezTo>
                <a:cubicBezTo>
                  <a:pt x="144" y="63"/>
                  <a:pt x="142" y="61"/>
                  <a:pt x="138" y="61"/>
                </a:cubicBezTo>
                <a:moveTo>
                  <a:pt x="100" y="72"/>
                </a:moveTo>
                <a:cubicBezTo>
                  <a:pt x="100" y="87"/>
                  <a:pt x="87" y="100"/>
                  <a:pt x="72" y="100"/>
                </a:cubicBezTo>
                <a:cubicBezTo>
                  <a:pt x="57" y="100"/>
                  <a:pt x="44" y="87"/>
                  <a:pt x="44" y="72"/>
                </a:cubicBezTo>
                <a:cubicBezTo>
                  <a:pt x="44" y="57"/>
                  <a:pt x="57" y="44"/>
                  <a:pt x="72" y="44"/>
                </a:cubicBezTo>
                <a:cubicBezTo>
                  <a:pt x="87" y="44"/>
                  <a:pt x="100" y="57"/>
                  <a:pt x="100" y="72"/>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4" name="组合 13">
            <a:extLst>
              <a:ext uri="{FF2B5EF4-FFF2-40B4-BE49-F238E27FC236}">
                <a16:creationId xmlns:a16="http://schemas.microsoft.com/office/drawing/2014/main" id="{6EA32276-7739-452C-AFB9-CA77D59D61DE}"/>
              </a:ext>
            </a:extLst>
          </p:cNvPr>
          <p:cNvGrpSpPr/>
          <p:nvPr/>
        </p:nvGrpSpPr>
        <p:grpSpPr>
          <a:xfrm>
            <a:off x="7056438" y="1544458"/>
            <a:ext cx="748697" cy="535254"/>
            <a:chOff x="4122738" y="1968500"/>
            <a:chExt cx="361950" cy="258763"/>
          </a:xfrm>
          <a:solidFill>
            <a:schemeClr val="bg1"/>
          </a:solidFill>
        </p:grpSpPr>
        <p:sp>
          <p:nvSpPr>
            <p:cNvPr id="15" name="Freeform 39">
              <a:extLst>
                <a:ext uri="{FF2B5EF4-FFF2-40B4-BE49-F238E27FC236}">
                  <a16:creationId xmlns:a16="http://schemas.microsoft.com/office/drawing/2014/main" id="{4ED77BE5-FF5B-4755-8163-8D58CEF4447A}"/>
                </a:ext>
              </a:extLst>
            </p:cNvPr>
            <p:cNvSpPr/>
            <p:nvPr/>
          </p:nvSpPr>
          <p:spPr>
            <a:xfrm>
              <a:off x="4281488" y="2109788"/>
              <a:ext cx="203200" cy="117475"/>
            </a:xfrm>
            <a:custGeom>
              <a:avLst/>
              <a:gdLst/>
              <a:ahLst/>
              <a:cxnLst>
                <a:cxn ang="0">
                  <a:pos x="203019" y="63652"/>
                </a:cxn>
                <a:cxn ang="0">
                  <a:pos x="121811" y="9093"/>
                </a:cxn>
                <a:cxn ang="0">
                  <a:pos x="121811" y="43192"/>
                </a:cxn>
                <a:cxn ang="0">
                  <a:pos x="119556" y="43192"/>
                </a:cxn>
                <a:cxn ang="0">
                  <a:pos x="63161" y="43192"/>
                </a:cxn>
                <a:cxn ang="0">
                  <a:pos x="27069" y="0"/>
                </a:cxn>
                <a:cxn ang="0">
                  <a:pos x="0" y="31826"/>
                </a:cxn>
                <a:cxn ang="0">
                  <a:pos x="38348" y="77292"/>
                </a:cxn>
                <a:cxn ang="0">
                  <a:pos x="54138" y="84112"/>
                </a:cxn>
                <a:cxn ang="0">
                  <a:pos x="119556" y="84112"/>
                </a:cxn>
                <a:cxn ang="0">
                  <a:pos x="121811" y="84112"/>
                </a:cxn>
                <a:cxn ang="0">
                  <a:pos x="121811" y="118211"/>
                </a:cxn>
                <a:cxn ang="0">
                  <a:pos x="203019" y="63652"/>
                </a:cxn>
              </a:cxnLst>
              <a:rect l="0" t="0" r="0" b="0"/>
              <a:pathLst>
                <a:path w="90" h="52">
                  <a:moveTo>
                    <a:pt x="90" y="28"/>
                  </a:moveTo>
                  <a:cubicBezTo>
                    <a:pt x="54" y="4"/>
                    <a:pt x="54" y="4"/>
                    <a:pt x="54" y="4"/>
                  </a:cubicBezTo>
                  <a:cubicBezTo>
                    <a:pt x="54" y="19"/>
                    <a:pt x="54" y="19"/>
                    <a:pt x="54" y="19"/>
                  </a:cubicBezTo>
                  <a:cubicBezTo>
                    <a:pt x="53" y="19"/>
                    <a:pt x="53" y="19"/>
                    <a:pt x="53" y="19"/>
                  </a:cubicBezTo>
                  <a:cubicBezTo>
                    <a:pt x="28" y="19"/>
                    <a:pt x="28" y="19"/>
                    <a:pt x="28" y="19"/>
                  </a:cubicBezTo>
                  <a:cubicBezTo>
                    <a:pt x="12" y="0"/>
                    <a:pt x="12" y="0"/>
                    <a:pt x="12" y="0"/>
                  </a:cubicBezTo>
                  <a:cubicBezTo>
                    <a:pt x="0" y="14"/>
                    <a:pt x="0" y="14"/>
                    <a:pt x="0" y="14"/>
                  </a:cubicBezTo>
                  <a:cubicBezTo>
                    <a:pt x="17" y="34"/>
                    <a:pt x="17" y="34"/>
                    <a:pt x="17" y="34"/>
                  </a:cubicBezTo>
                  <a:cubicBezTo>
                    <a:pt x="18" y="36"/>
                    <a:pt x="21" y="37"/>
                    <a:pt x="24" y="37"/>
                  </a:cubicBezTo>
                  <a:cubicBezTo>
                    <a:pt x="53" y="37"/>
                    <a:pt x="53" y="37"/>
                    <a:pt x="53" y="37"/>
                  </a:cubicBezTo>
                  <a:cubicBezTo>
                    <a:pt x="54" y="37"/>
                    <a:pt x="54" y="37"/>
                    <a:pt x="54" y="37"/>
                  </a:cubicBezTo>
                  <a:cubicBezTo>
                    <a:pt x="54" y="52"/>
                    <a:pt x="54" y="52"/>
                    <a:pt x="54" y="52"/>
                  </a:cubicBezTo>
                  <a:lnTo>
                    <a:pt x="90" y="28"/>
                  </a:lnTo>
                  <a:close/>
                </a:path>
              </a:pathLst>
            </a:custGeom>
            <a:grpFill/>
            <a:ln w="9525">
              <a:noFill/>
            </a:ln>
          </p:spPr>
          <p:txBody>
            <a:bodyPr/>
            <a:lstStyle/>
            <a:p>
              <a:pPr eaLnBrk="1" fontAlgn="auto" hangingPunct="1">
                <a:defRPr/>
              </a:pPr>
              <a:endParaRPr lang="zh-CN" altLang="en-US" noProof="1"/>
            </a:p>
          </p:txBody>
        </p:sp>
        <p:sp>
          <p:nvSpPr>
            <p:cNvPr id="16" name="Freeform 40">
              <a:extLst>
                <a:ext uri="{FF2B5EF4-FFF2-40B4-BE49-F238E27FC236}">
                  <a16:creationId xmlns:a16="http://schemas.microsoft.com/office/drawing/2014/main" id="{5CAA89A9-44EA-4CEB-8EDE-8F169A87CCFE}"/>
                </a:ext>
              </a:extLst>
            </p:cNvPr>
            <p:cNvSpPr/>
            <p:nvPr/>
          </p:nvSpPr>
          <p:spPr>
            <a:xfrm>
              <a:off x="4124325" y="2001838"/>
              <a:ext cx="139700" cy="84137"/>
            </a:xfrm>
            <a:custGeom>
              <a:avLst/>
              <a:gdLst/>
              <a:ahLst/>
              <a:cxnLst>
                <a:cxn ang="0">
                  <a:pos x="87293" y="0"/>
                </a:cxn>
                <a:cxn ang="0">
                  <a:pos x="20144" y="0"/>
                </a:cxn>
                <a:cxn ang="0">
                  <a:pos x="0" y="20628"/>
                </a:cxn>
                <a:cxn ang="0">
                  <a:pos x="20144" y="41256"/>
                </a:cxn>
                <a:cxn ang="0">
                  <a:pos x="76101" y="41256"/>
                </a:cxn>
                <a:cxn ang="0">
                  <a:pos x="111914" y="84804"/>
                </a:cxn>
                <a:cxn ang="0">
                  <a:pos x="138773" y="52716"/>
                </a:cxn>
                <a:cxn ang="0">
                  <a:pos x="100722" y="6876"/>
                </a:cxn>
                <a:cxn ang="0">
                  <a:pos x="87293" y="0"/>
                </a:cxn>
              </a:cxnLst>
              <a:rect l="0" t="0" r="0" b="0"/>
              <a:pathLst>
                <a:path w="62" h="37">
                  <a:moveTo>
                    <a:pt x="39" y="0"/>
                  </a:moveTo>
                  <a:cubicBezTo>
                    <a:pt x="9" y="0"/>
                    <a:pt x="9" y="0"/>
                    <a:pt x="9" y="0"/>
                  </a:cubicBezTo>
                  <a:cubicBezTo>
                    <a:pt x="4" y="0"/>
                    <a:pt x="0" y="4"/>
                    <a:pt x="0" y="9"/>
                  </a:cubicBezTo>
                  <a:cubicBezTo>
                    <a:pt x="0" y="14"/>
                    <a:pt x="4" y="18"/>
                    <a:pt x="9" y="18"/>
                  </a:cubicBezTo>
                  <a:cubicBezTo>
                    <a:pt x="34" y="18"/>
                    <a:pt x="34" y="18"/>
                    <a:pt x="34" y="18"/>
                  </a:cubicBezTo>
                  <a:cubicBezTo>
                    <a:pt x="50" y="37"/>
                    <a:pt x="50" y="37"/>
                    <a:pt x="50" y="37"/>
                  </a:cubicBezTo>
                  <a:cubicBezTo>
                    <a:pt x="62" y="23"/>
                    <a:pt x="62" y="23"/>
                    <a:pt x="62" y="23"/>
                  </a:cubicBezTo>
                  <a:cubicBezTo>
                    <a:pt x="45" y="3"/>
                    <a:pt x="45" y="3"/>
                    <a:pt x="45" y="3"/>
                  </a:cubicBezTo>
                  <a:cubicBezTo>
                    <a:pt x="44" y="1"/>
                    <a:pt x="41" y="0"/>
                    <a:pt x="39" y="0"/>
                  </a:cubicBezTo>
                </a:path>
              </a:pathLst>
            </a:custGeom>
            <a:grpFill/>
            <a:ln w="9525">
              <a:noFill/>
            </a:ln>
          </p:spPr>
          <p:txBody>
            <a:bodyPr/>
            <a:lstStyle/>
            <a:p>
              <a:pPr eaLnBrk="1" fontAlgn="auto" hangingPunct="1">
                <a:defRPr/>
              </a:pPr>
              <a:endParaRPr lang="zh-CN" altLang="en-US" noProof="1"/>
            </a:p>
          </p:txBody>
        </p:sp>
        <p:sp>
          <p:nvSpPr>
            <p:cNvPr id="17" name="Freeform 41">
              <a:extLst>
                <a:ext uri="{FF2B5EF4-FFF2-40B4-BE49-F238E27FC236}">
                  <a16:creationId xmlns:a16="http://schemas.microsoft.com/office/drawing/2014/main" id="{72DF17E7-348A-449E-BCAB-9FB5E7318B24}"/>
                </a:ext>
              </a:extLst>
            </p:cNvPr>
            <p:cNvSpPr/>
            <p:nvPr/>
          </p:nvSpPr>
          <p:spPr>
            <a:xfrm>
              <a:off x="4122738" y="1968500"/>
              <a:ext cx="361950" cy="225425"/>
            </a:xfrm>
            <a:custGeom>
              <a:avLst/>
              <a:gdLst/>
              <a:ahLst/>
              <a:cxnLst>
                <a:cxn ang="0">
                  <a:pos x="362350" y="54823"/>
                </a:cxn>
                <a:cxn ang="0">
                  <a:pos x="280821" y="0"/>
                </a:cxn>
                <a:cxn ang="0">
                  <a:pos x="280821" y="34264"/>
                </a:cxn>
                <a:cxn ang="0">
                  <a:pos x="278557" y="34264"/>
                </a:cxn>
                <a:cxn ang="0">
                  <a:pos x="212881" y="34264"/>
                </a:cxn>
                <a:cxn ang="0">
                  <a:pos x="197028" y="41117"/>
                </a:cxn>
                <a:cxn ang="0">
                  <a:pos x="79264" y="185026"/>
                </a:cxn>
                <a:cxn ang="0">
                  <a:pos x="20382" y="185026"/>
                </a:cxn>
                <a:cxn ang="0">
                  <a:pos x="0" y="205585"/>
                </a:cxn>
                <a:cxn ang="0">
                  <a:pos x="20382" y="226143"/>
                </a:cxn>
                <a:cxn ang="0">
                  <a:pos x="90588" y="226143"/>
                </a:cxn>
                <a:cxn ang="0">
                  <a:pos x="104176" y="219290"/>
                </a:cxn>
                <a:cxn ang="0">
                  <a:pos x="221939" y="75381"/>
                </a:cxn>
                <a:cxn ang="0">
                  <a:pos x="278557" y="75381"/>
                </a:cxn>
                <a:cxn ang="0">
                  <a:pos x="280821" y="75381"/>
                </a:cxn>
                <a:cxn ang="0">
                  <a:pos x="280821" y="109645"/>
                </a:cxn>
                <a:cxn ang="0">
                  <a:pos x="362350" y="54823"/>
                </a:cxn>
              </a:cxnLst>
              <a:rect l="0" t="0" r="0" b="0"/>
              <a:pathLst>
                <a:path w="160" h="99">
                  <a:moveTo>
                    <a:pt x="160" y="24"/>
                  </a:moveTo>
                  <a:cubicBezTo>
                    <a:pt x="124" y="0"/>
                    <a:pt x="124" y="0"/>
                    <a:pt x="124" y="0"/>
                  </a:cubicBezTo>
                  <a:cubicBezTo>
                    <a:pt x="124" y="15"/>
                    <a:pt x="124" y="15"/>
                    <a:pt x="124" y="15"/>
                  </a:cubicBezTo>
                  <a:cubicBezTo>
                    <a:pt x="123" y="15"/>
                    <a:pt x="123" y="15"/>
                    <a:pt x="123" y="15"/>
                  </a:cubicBezTo>
                  <a:cubicBezTo>
                    <a:pt x="94" y="15"/>
                    <a:pt x="94" y="15"/>
                    <a:pt x="94" y="15"/>
                  </a:cubicBezTo>
                  <a:cubicBezTo>
                    <a:pt x="91" y="15"/>
                    <a:pt x="88" y="16"/>
                    <a:pt x="87" y="18"/>
                  </a:cubicBezTo>
                  <a:cubicBezTo>
                    <a:pt x="35" y="81"/>
                    <a:pt x="35" y="81"/>
                    <a:pt x="35" y="81"/>
                  </a:cubicBezTo>
                  <a:cubicBezTo>
                    <a:pt x="9" y="81"/>
                    <a:pt x="9" y="81"/>
                    <a:pt x="9" y="81"/>
                  </a:cubicBezTo>
                  <a:cubicBezTo>
                    <a:pt x="5" y="81"/>
                    <a:pt x="0" y="85"/>
                    <a:pt x="0" y="90"/>
                  </a:cubicBezTo>
                  <a:cubicBezTo>
                    <a:pt x="0" y="95"/>
                    <a:pt x="5" y="99"/>
                    <a:pt x="9" y="99"/>
                  </a:cubicBezTo>
                  <a:cubicBezTo>
                    <a:pt x="40" y="99"/>
                    <a:pt x="40" y="99"/>
                    <a:pt x="40" y="99"/>
                  </a:cubicBezTo>
                  <a:cubicBezTo>
                    <a:pt x="42" y="99"/>
                    <a:pt x="45" y="98"/>
                    <a:pt x="46" y="96"/>
                  </a:cubicBezTo>
                  <a:cubicBezTo>
                    <a:pt x="98" y="33"/>
                    <a:pt x="98" y="33"/>
                    <a:pt x="98" y="33"/>
                  </a:cubicBezTo>
                  <a:cubicBezTo>
                    <a:pt x="123" y="33"/>
                    <a:pt x="123" y="33"/>
                    <a:pt x="123" y="33"/>
                  </a:cubicBezTo>
                  <a:cubicBezTo>
                    <a:pt x="124" y="33"/>
                    <a:pt x="124" y="33"/>
                    <a:pt x="124" y="33"/>
                  </a:cubicBezTo>
                  <a:cubicBezTo>
                    <a:pt x="124" y="48"/>
                    <a:pt x="124" y="48"/>
                    <a:pt x="124" y="48"/>
                  </a:cubicBezTo>
                  <a:lnTo>
                    <a:pt x="160" y="24"/>
                  </a:lnTo>
                  <a:close/>
                </a:path>
              </a:pathLst>
            </a:custGeom>
            <a:grpFill/>
            <a:ln w="9525">
              <a:noFill/>
            </a:ln>
          </p:spPr>
          <p:txBody>
            <a:bodyPr/>
            <a:lstStyle/>
            <a:p>
              <a:pPr eaLnBrk="1" fontAlgn="auto" hangingPunct="1">
                <a:defRPr/>
              </a:pPr>
              <a:endParaRPr lang="zh-CN" altLang="en-US" noProof="1"/>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右箭头 21">
            <a:extLst>
              <a:ext uri="{FF2B5EF4-FFF2-40B4-BE49-F238E27FC236}">
                <a16:creationId xmlns:a16="http://schemas.microsoft.com/office/drawing/2014/main" id="{9DE788BB-BD07-4209-A72C-A7D6B8590401}"/>
              </a:ext>
            </a:extLst>
          </p:cNvPr>
          <p:cNvSpPr/>
          <p:nvPr/>
        </p:nvSpPr>
        <p:spPr>
          <a:xfrm>
            <a:off x="1085850" y="2366963"/>
            <a:ext cx="10244138" cy="1162050"/>
          </a:xfrm>
          <a:prstGeom prst="rightArrow">
            <a:avLst>
              <a:gd name="adj1" fmla="val 50000"/>
              <a:gd name="adj2" fmla="val 8727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 name="MH_Other_1">
            <a:extLst>
              <a:ext uri="{FF2B5EF4-FFF2-40B4-BE49-F238E27FC236}">
                <a16:creationId xmlns:a16="http://schemas.microsoft.com/office/drawing/2014/main" id="{8A4B57CC-D4EF-4356-B8FF-16AC79B9A1FF}"/>
              </a:ext>
            </a:extLst>
          </p:cNvPr>
          <p:cNvSpPr/>
          <p:nvPr>
            <p:custDataLst>
              <p:tags r:id="rId1"/>
            </p:custDataLst>
          </p:nvPr>
        </p:nvSpPr>
        <p:spPr>
          <a:xfrm>
            <a:off x="3963988" y="2116138"/>
            <a:ext cx="1646237" cy="1649412"/>
          </a:xfrm>
          <a:prstGeom prst="ellipse">
            <a:avLst/>
          </a:prstGeom>
          <a:solidFill>
            <a:srgbClr val="7DB1C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600" noProof="1">
              <a:solidFill>
                <a:schemeClr val="accent1"/>
              </a:solidFill>
              <a:cs typeface="+mn-ea"/>
              <a:sym typeface="+mn-lt"/>
            </a:endParaRPr>
          </a:p>
        </p:txBody>
      </p:sp>
      <p:sp>
        <p:nvSpPr>
          <p:cNvPr id="7" name="MH_Other_3">
            <a:extLst>
              <a:ext uri="{FF2B5EF4-FFF2-40B4-BE49-F238E27FC236}">
                <a16:creationId xmlns:a16="http://schemas.microsoft.com/office/drawing/2014/main" id="{D2E5994E-2E64-452D-A12E-D5AF3E6DFB3A}"/>
              </a:ext>
            </a:extLst>
          </p:cNvPr>
          <p:cNvSpPr/>
          <p:nvPr>
            <p:custDataLst>
              <p:tags r:id="rId2"/>
            </p:custDataLst>
          </p:nvPr>
        </p:nvSpPr>
        <p:spPr>
          <a:xfrm>
            <a:off x="1728788" y="2116138"/>
            <a:ext cx="1649412" cy="1649412"/>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600" noProof="1">
              <a:solidFill>
                <a:schemeClr val="accent1"/>
              </a:solidFill>
              <a:cs typeface="+mn-ea"/>
              <a:sym typeface="+mn-lt"/>
            </a:endParaRPr>
          </a:p>
        </p:txBody>
      </p:sp>
      <p:sp>
        <p:nvSpPr>
          <p:cNvPr id="8" name="MH_Other_6">
            <a:extLst>
              <a:ext uri="{FF2B5EF4-FFF2-40B4-BE49-F238E27FC236}">
                <a16:creationId xmlns:a16="http://schemas.microsoft.com/office/drawing/2014/main" id="{C41D8ACA-BBA2-4FD1-A2C6-41E22230F1B5}"/>
              </a:ext>
            </a:extLst>
          </p:cNvPr>
          <p:cNvSpPr/>
          <p:nvPr>
            <p:custDataLst>
              <p:tags r:id="rId3"/>
            </p:custDataLst>
          </p:nvPr>
        </p:nvSpPr>
        <p:spPr>
          <a:xfrm>
            <a:off x="6208713" y="2116138"/>
            <a:ext cx="1646237" cy="1649412"/>
          </a:xfrm>
          <a:prstGeom prst="ellipse">
            <a:avLst/>
          </a:prstGeom>
          <a:solidFill>
            <a:srgbClr val="5E80B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600" noProof="1">
              <a:solidFill>
                <a:schemeClr val="accent1"/>
              </a:solidFill>
              <a:cs typeface="+mn-ea"/>
              <a:sym typeface="+mn-lt"/>
            </a:endParaRPr>
          </a:p>
        </p:txBody>
      </p:sp>
      <p:sp>
        <p:nvSpPr>
          <p:cNvPr id="9" name="MH_Other_8">
            <a:extLst>
              <a:ext uri="{FF2B5EF4-FFF2-40B4-BE49-F238E27FC236}">
                <a16:creationId xmlns:a16="http://schemas.microsoft.com/office/drawing/2014/main" id="{50256785-7BAD-4156-8443-3BA123C3A5AE}"/>
              </a:ext>
            </a:extLst>
          </p:cNvPr>
          <p:cNvSpPr/>
          <p:nvPr>
            <p:custDataLst>
              <p:tags r:id="rId4"/>
            </p:custDataLst>
          </p:nvPr>
        </p:nvSpPr>
        <p:spPr>
          <a:xfrm>
            <a:off x="8453438" y="2116138"/>
            <a:ext cx="1647825" cy="164941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600" noProof="1">
              <a:solidFill>
                <a:schemeClr val="accent1"/>
              </a:solidFill>
              <a:cs typeface="+mn-ea"/>
              <a:sym typeface="+mn-lt"/>
            </a:endParaRPr>
          </a:p>
        </p:txBody>
      </p:sp>
      <p:sp>
        <p:nvSpPr>
          <p:cNvPr id="10" name="KSO_Shape">
            <a:extLst>
              <a:ext uri="{FF2B5EF4-FFF2-40B4-BE49-F238E27FC236}">
                <a16:creationId xmlns:a16="http://schemas.microsoft.com/office/drawing/2014/main" id="{05F2C0F3-DA5D-48E0-8A1A-36C51F0829EC}"/>
              </a:ext>
            </a:extLst>
          </p:cNvPr>
          <p:cNvSpPr/>
          <p:nvPr/>
        </p:nvSpPr>
        <p:spPr>
          <a:xfrm>
            <a:off x="6750050" y="2601913"/>
            <a:ext cx="563563" cy="677862"/>
          </a:xfrm>
          <a:custGeom>
            <a:avLst/>
            <a:gdLst>
              <a:gd name="connsiteX0" fmla="*/ 331068 w 1208088"/>
              <a:gd name="connsiteY0" fmla="*/ 665573 h 1452563"/>
              <a:gd name="connsiteX1" fmla="*/ 508820 w 1208088"/>
              <a:gd name="connsiteY1" fmla="*/ 932822 h 1452563"/>
              <a:gd name="connsiteX2" fmla="*/ 369158 w 1208088"/>
              <a:gd name="connsiteY2" fmla="*/ 932822 h 1452563"/>
              <a:gd name="connsiteX3" fmla="*/ 369158 w 1208088"/>
              <a:gd name="connsiteY3" fmla="*/ 983727 h 1452563"/>
              <a:gd name="connsiteX4" fmla="*/ 534213 w 1208088"/>
              <a:gd name="connsiteY4" fmla="*/ 983727 h 1452563"/>
              <a:gd name="connsiteX5" fmla="*/ 534213 w 1208088"/>
              <a:gd name="connsiteY5" fmla="*/ 1034632 h 1452563"/>
              <a:gd name="connsiteX6" fmla="*/ 369158 w 1208088"/>
              <a:gd name="connsiteY6" fmla="*/ 1034632 h 1452563"/>
              <a:gd name="connsiteX7" fmla="*/ 369158 w 1208088"/>
              <a:gd name="connsiteY7" fmla="*/ 1085536 h 1452563"/>
              <a:gd name="connsiteX8" fmla="*/ 534213 w 1208088"/>
              <a:gd name="connsiteY8" fmla="*/ 1085536 h 1452563"/>
              <a:gd name="connsiteX9" fmla="*/ 534213 w 1208088"/>
              <a:gd name="connsiteY9" fmla="*/ 1238250 h 1452563"/>
              <a:gd name="connsiteX10" fmla="*/ 673875 w 1208088"/>
              <a:gd name="connsiteY10" fmla="*/ 1238250 h 1452563"/>
              <a:gd name="connsiteX11" fmla="*/ 673875 w 1208088"/>
              <a:gd name="connsiteY11" fmla="*/ 1085536 h 1452563"/>
              <a:gd name="connsiteX12" fmla="*/ 864324 w 1208088"/>
              <a:gd name="connsiteY12" fmla="*/ 1085536 h 1452563"/>
              <a:gd name="connsiteX13" fmla="*/ 864324 w 1208088"/>
              <a:gd name="connsiteY13" fmla="*/ 1034632 h 1452563"/>
              <a:gd name="connsiteX14" fmla="*/ 673875 w 1208088"/>
              <a:gd name="connsiteY14" fmla="*/ 1034632 h 1452563"/>
              <a:gd name="connsiteX15" fmla="*/ 673875 w 1208088"/>
              <a:gd name="connsiteY15" fmla="*/ 983727 h 1452563"/>
              <a:gd name="connsiteX16" fmla="*/ 864324 w 1208088"/>
              <a:gd name="connsiteY16" fmla="*/ 983727 h 1452563"/>
              <a:gd name="connsiteX17" fmla="*/ 864324 w 1208088"/>
              <a:gd name="connsiteY17" fmla="*/ 932822 h 1452563"/>
              <a:gd name="connsiteX18" fmla="*/ 699268 w 1208088"/>
              <a:gd name="connsiteY18" fmla="*/ 932822 h 1452563"/>
              <a:gd name="connsiteX19" fmla="*/ 877020 w 1208088"/>
              <a:gd name="connsiteY19" fmla="*/ 665573 h 1452563"/>
              <a:gd name="connsiteX20" fmla="*/ 737358 w 1208088"/>
              <a:gd name="connsiteY20" fmla="*/ 665573 h 1452563"/>
              <a:gd name="connsiteX21" fmla="*/ 597696 w 1208088"/>
              <a:gd name="connsiteY21" fmla="*/ 881918 h 1452563"/>
              <a:gd name="connsiteX22" fmla="*/ 458034 w 1208088"/>
              <a:gd name="connsiteY22" fmla="*/ 665573 h 1452563"/>
              <a:gd name="connsiteX23" fmla="*/ 331068 w 1208088"/>
              <a:gd name="connsiteY23" fmla="*/ 665573 h 1452563"/>
              <a:gd name="connsiteX24" fmla="*/ 719206 w 1208088"/>
              <a:gd name="connsiteY24" fmla="*/ 0 h 1452563"/>
              <a:gd name="connsiteX25" fmla="*/ 727454 w 1208088"/>
              <a:gd name="connsiteY25" fmla="*/ 317 h 1452563"/>
              <a:gd name="connsiteX26" fmla="*/ 736654 w 1208088"/>
              <a:gd name="connsiteY26" fmla="*/ 952 h 1452563"/>
              <a:gd name="connsiteX27" fmla="*/ 746172 w 1208088"/>
              <a:gd name="connsiteY27" fmla="*/ 2538 h 1452563"/>
              <a:gd name="connsiteX28" fmla="*/ 756641 w 1208088"/>
              <a:gd name="connsiteY28" fmla="*/ 4125 h 1452563"/>
              <a:gd name="connsiteX29" fmla="*/ 767428 w 1208088"/>
              <a:gd name="connsiteY29" fmla="*/ 6028 h 1452563"/>
              <a:gd name="connsiteX30" fmla="*/ 778849 w 1208088"/>
              <a:gd name="connsiteY30" fmla="*/ 8567 h 1452563"/>
              <a:gd name="connsiteX31" fmla="*/ 791222 w 1208088"/>
              <a:gd name="connsiteY31" fmla="*/ 11422 h 1452563"/>
              <a:gd name="connsiteX32" fmla="*/ 804546 w 1208088"/>
              <a:gd name="connsiteY32" fmla="*/ 14913 h 1452563"/>
              <a:gd name="connsiteX33" fmla="*/ 818822 w 1208088"/>
              <a:gd name="connsiteY33" fmla="*/ 18720 h 1452563"/>
              <a:gd name="connsiteX34" fmla="*/ 833416 w 1208088"/>
              <a:gd name="connsiteY34" fmla="*/ 23480 h 1452563"/>
              <a:gd name="connsiteX35" fmla="*/ 829609 w 1208088"/>
              <a:gd name="connsiteY35" fmla="*/ 36171 h 1452563"/>
              <a:gd name="connsiteX36" fmla="*/ 825802 w 1208088"/>
              <a:gd name="connsiteY36" fmla="*/ 48228 h 1452563"/>
              <a:gd name="connsiteX37" fmla="*/ 818188 w 1208088"/>
              <a:gd name="connsiteY37" fmla="*/ 70439 h 1452563"/>
              <a:gd name="connsiteX38" fmla="*/ 810256 w 1208088"/>
              <a:gd name="connsiteY38" fmla="*/ 91063 h 1452563"/>
              <a:gd name="connsiteX39" fmla="*/ 802960 w 1208088"/>
              <a:gd name="connsiteY39" fmla="*/ 108831 h 1452563"/>
              <a:gd name="connsiteX40" fmla="*/ 795663 w 1208088"/>
              <a:gd name="connsiteY40" fmla="*/ 125013 h 1452563"/>
              <a:gd name="connsiteX41" fmla="*/ 788684 w 1208088"/>
              <a:gd name="connsiteY41" fmla="*/ 138974 h 1452563"/>
              <a:gd name="connsiteX42" fmla="*/ 782021 w 1208088"/>
              <a:gd name="connsiteY42" fmla="*/ 151983 h 1452563"/>
              <a:gd name="connsiteX43" fmla="*/ 775994 w 1208088"/>
              <a:gd name="connsiteY43" fmla="*/ 163405 h 1452563"/>
              <a:gd name="connsiteX44" fmla="*/ 764572 w 1208088"/>
              <a:gd name="connsiteY44" fmla="*/ 183077 h 1452563"/>
              <a:gd name="connsiteX45" fmla="*/ 760131 w 1208088"/>
              <a:gd name="connsiteY45" fmla="*/ 191644 h 1452563"/>
              <a:gd name="connsiteX46" fmla="*/ 756007 w 1208088"/>
              <a:gd name="connsiteY46" fmla="*/ 200211 h 1452563"/>
              <a:gd name="connsiteX47" fmla="*/ 752517 w 1208088"/>
              <a:gd name="connsiteY47" fmla="*/ 207826 h 1452563"/>
              <a:gd name="connsiteX48" fmla="*/ 749662 w 1208088"/>
              <a:gd name="connsiteY48" fmla="*/ 215759 h 1452563"/>
              <a:gd name="connsiteX49" fmla="*/ 748393 w 1208088"/>
              <a:gd name="connsiteY49" fmla="*/ 219566 h 1452563"/>
              <a:gd name="connsiteX50" fmla="*/ 747441 w 1208088"/>
              <a:gd name="connsiteY50" fmla="*/ 223374 h 1452563"/>
              <a:gd name="connsiteX51" fmla="*/ 746806 w 1208088"/>
              <a:gd name="connsiteY51" fmla="*/ 227181 h 1452563"/>
              <a:gd name="connsiteX52" fmla="*/ 746489 w 1208088"/>
              <a:gd name="connsiteY52" fmla="*/ 231623 h 1452563"/>
              <a:gd name="connsiteX53" fmla="*/ 748076 w 1208088"/>
              <a:gd name="connsiteY53" fmla="*/ 231623 h 1452563"/>
              <a:gd name="connsiteX54" fmla="*/ 750931 w 1208088"/>
              <a:gd name="connsiteY54" fmla="*/ 231623 h 1452563"/>
              <a:gd name="connsiteX55" fmla="*/ 753786 w 1208088"/>
              <a:gd name="connsiteY55" fmla="*/ 231940 h 1452563"/>
              <a:gd name="connsiteX56" fmla="*/ 756324 w 1208088"/>
              <a:gd name="connsiteY56" fmla="*/ 232258 h 1452563"/>
              <a:gd name="connsiteX57" fmla="*/ 758862 w 1208088"/>
              <a:gd name="connsiteY57" fmla="*/ 233210 h 1452563"/>
              <a:gd name="connsiteX58" fmla="*/ 761400 w 1208088"/>
              <a:gd name="connsiteY58" fmla="*/ 233844 h 1452563"/>
              <a:gd name="connsiteX59" fmla="*/ 763621 w 1208088"/>
              <a:gd name="connsiteY59" fmla="*/ 234796 h 1452563"/>
              <a:gd name="connsiteX60" fmla="*/ 765842 w 1208088"/>
              <a:gd name="connsiteY60" fmla="*/ 236065 h 1452563"/>
              <a:gd name="connsiteX61" fmla="*/ 768062 w 1208088"/>
              <a:gd name="connsiteY61" fmla="*/ 237334 h 1452563"/>
              <a:gd name="connsiteX62" fmla="*/ 769966 w 1208088"/>
              <a:gd name="connsiteY62" fmla="*/ 238921 h 1452563"/>
              <a:gd name="connsiteX63" fmla="*/ 771552 w 1208088"/>
              <a:gd name="connsiteY63" fmla="*/ 240190 h 1452563"/>
              <a:gd name="connsiteX64" fmla="*/ 772821 w 1208088"/>
              <a:gd name="connsiteY64" fmla="*/ 242094 h 1452563"/>
              <a:gd name="connsiteX65" fmla="*/ 774090 w 1208088"/>
              <a:gd name="connsiteY65" fmla="*/ 243680 h 1452563"/>
              <a:gd name="connsiteX66" fmla="*/ 775042 w 1208088"/>
              <a:gd name="connsiteY66" fmla="*/ 245901 h 1452563"/>
              <a:gd name="connsiteX67" fmla="*/ 775676 w 1208088"/>
              <a:gd name="connsiteY67" fmla="*/ 247805 h 1452563"/>
              <a:gd name="connsiteX68" fmla="*/ 775994 w 1208088"/>
              <a:gd name="connsiteY68" fmla="*/ 249709 h 1452563"/>
              <a:gd name="connsiteX69" fmla="*/ 776311 w 1208088"/>
              <a:gd name="connsiteY69" fmla="*/ 251930 h 1452563"/>
              <a:gd name="connsiteX70" fmla="*/ 776311 w 1208088"/>
              <a:gd name="connsiteY70" fmla="*/ 253834 h 1452563"/>
              <a:gd name="connsiteX71" fmla="*/ 775676 w 1208088"/>
              <a:gd name="connsiteY71" fmla="*/ 255420 h 1452563"/>
              <a:gd name="connsiteX72" fmla="*/ 775359 w 1208088"/>
              <a:gd name="connsiteY72" fmla="*/ 257324 h 1452563"/>
              <a:gd name="connsiteX73" fmla="*/ 774407 w 1208088"/>
              <a:gd name="connsiteY73" fmla="*/ 258910 h 1452563"/>
              <a:gd name="connsiteX74" fmla="*/ 773456 w 1208088"/>
              <a:gd name="connsiteY74" fmla="*/ 260497 h 1452563"/>
              <a:gd name="connsiteX75" fmla="*/ 772186 w 1208088"/>
              <a:gd name="connsiteY75" fmla="*/ 262083 h 1452563"/>
              <a:gd name="connsiteX76" fmla="*/ 769331 w 1208088"/>
              <a:gd name="connsiteY76" fmla="*/ 265256 h 1452563"/>
              <a:gd name="connsiteX77" fmla="*/ 765524 w 1208088"/>
              <a:gd name="connsiteY77" fmla="*/ 267794 h 1452563"/>
              <a:gd name="connsiteX78" fmla="*/ 761717 w 1208088"/>
              <a:gd name="connsiteY78" fmla="*/ 269698 h 1452563"/>
              <a:gd name="connsiteX79" fmla="*/ 756958 w 1208088"/>
              <a:gd name="connsiteY79" fmla="*/ 270967 h 1452563"/>
              <a:gd name="connsiteX80" fmla="*/ 752200 w 1208088"/>
              <a:gd name="connsiteY80" fmla="*/ 271919 h 1452563"/>
              <a:gd name="connsiteX81" fmla="*/ 756324 w 1208088"/>
              <a:gd name="connsiteY81" fmla="*/ 284611 h 1452563"/>
              <a:gd name="connsiteX82" fmla="*/ 757910 w 1208088"/>
              <a:gd name="connsiteY82" fmla="*/ 289053 h 1452563"/>
              <a:gd name="connsiteX83" fmla="*/ 760448 w 1208088"/>
              <a:gd name="connsiteY83" fmla="*/ 293812 h 1452563"/>
              <a:gd name="connsiteX84" fmla="*/ 763621 w 1208088"/>
              <a:gd name="connsiteY84" fmla="*/ 299206 h 1452563"/>
              <a:gd name="connsiteX85" fmla="*/ 768062 w 1208088"/>
              <a:gd name="connsiteY85" fmla="*/ 304283 h 1452563"/>
              <a:gd name="connsiteX86" fmla="*/ 772504 w 1208088"/>
              <a:gd name="connsiteY86" fmla="*/ 309677 h 1452563"/>
              <a:gd name="connsiteX87" fmla="*/ 777580 w 1208088"/>
              <a:gd name="connsiteY87" fmla="*/ 315706 h 1452563"/>
              <a:gd name="connsiteX88" fmla="*/ 783608 w 1208088"/>
              <a:gd name="connsiteY88" fmla="*/ 321417 h 1452563"/>
              <a:gd name="connsiteX89" fmla="*/ 789952 w 1208088"/>
              <a:gd name="connsiteY89" fmla="*/ 327445 h 1452563"/>
              <a:gd name="connsiteX90" fmla="*/ 796615 w 1208088"/>
              <a:gd name="connsiteY90" fmla="*/ 333791 h 1452563"/>
              <a:gd name="connsiteX91" fmla="*/ 803912 w 1208088"/>
              <a:gd name="connsiteY91" fmla="*/ 339820 h 1452563"/>
              <a:gd name="connsiteX92" fmla="*/ 819774 w 1208088"/>
              <a:gd name="connsiteY92" fmla="*/ 353146 h 1452563"/>
              <a:gd name="connsiteX93" fmla="*/ 836588 w 1208088"/>
              <a:gd name="connsiteY93" fmla="*/ 366155 h 1452563"/>
              <a:gd name="connsiteX94" fmla="*/ 854672 w 1208088"/>
              <a:gd name="connsiteY94" fmla="*/ 379798 h 1452563"/>
              <a:gd name="connsiteX95" fmla="*/ 891472 w 1208088"/>
              <a:gd name="connsiteY95" fmla="*/ 407720 h 1452563"/>
              <a:gd name="connsiteX96" fmla="*/ 928274 w 1208088"/>
              <a:gd name="connsiteY96" fmla="*/ 435008 h 1452563"/>
              <a:gd name="connsiteX97" fmla="*/ 945405 w 1208088"/>
              <a:gd name="connsiteY97" fmla="*/ 448334 h 1452563"/>
              <a:gd name="connsiteX98" fmla="*/ 961902 w 1208088"/>
              <a:gd name="connsiteY98" fmla="*/ 461343 h 1452563"/>
              <a:gd name="connsiteX99" fmla="*/ 976496 w 1208088"/>
              <a:gd name="connsiteY99" fmla="*/ 474034 h 1452563"/>
              <a:gd name="connsiteX100" fmla="*/ 983158 w 1208088"/>
              <a:gd name="connsiteY100" fmla="*/ 479746 h 1452563"/>
              <a:gd name="connsiteX101" fmla="*/ 989186 w 1208088"/>
              <a:gd name="connsiteY101" fmla="*/ 485457 h 1452563"/>
              <a:gd name="connsiteX102" fmla="*/ 996482 w 1208088"/>
              <a:gd name="connsiteY102" fmla="*/ 493072 h 1452563"/>
              <a:gd name="connsiteX103" fmla="*/ 1003779 w 1208088"/>
              <a:gd name="connsiteY103" fmla="*/ 501004 h 1452563"/>
              <a:gd name="connsiteX104" fmla="*/ 1011393 w 1208088"/>
              <a:gd name="connsiteY104" fmla="*/ 510206 h 1452563"/>
              <a:gd name="connsiteX105" fmla="*/ 1019007 w 1208088"/>
              <a:gd name="connsiteY105" fmla="*/ 519725 h 1452563"/>
              <a:gd name="connsiteX106" fmla="*/ 1026938 w 1208088"/>
              <a:gd name="connsiteY106" fmla="*/ 530830 h 1452563"/>
              <a:gd name="connsiteX107" fmla="*/ 1034552 w 1208088"/>
              <a:gd name="connsiteY107" fmla="*/ 542252 h 1452563"/>
              <a:gd name="connsiteX108" fmla="*/ 1042801 w 1208088"/>
              <a:gd name="connsiteY108" fmla="*/ 554309 h 1452563"/>
              <a:gd name="connsiteX109" fmla="*/ 1050732 w 1208088"/>
              <a:gd name="connsiteY109" fmla="*/ 567318 h 1452563"/>
              <a:gd name="connsiteX110" fmla="*/ 1058663 w 1208088"/>
              <a:gd name="connsiteY110" fmla="*/ 581279 h 1452563"/>
              <a:gd name="connsiteX111" fmla="*/ 1066912 w 1208088"/>
              <a:gd name="connsiteY111" fmla="*/ 595557 h 1452563"/>
              <a:gd name="connsiteX112" fmla="*/ 1074843 w 1208088"/>
              <a:gd name="connsiteY112" fmla="*/ 610153 h 1452563"/>
              <a:gd name="connsiteX113" fmla="*/ 1083092 w 1208088"/>
              <a:gd name="connsiteY113" fmla="*/ 626017 h 1452563"/>
              <a:gd name="connsiteX114" fmla="*/ 1091023 w 1208088"/>
              <a:gd name="connsiteY114" fmla="*/ 641882 h 1452563"/>
              <a:gd name="connsiteX115" fmla="*/ 1098954 w 1208088"/>
              <a:gd name="connsiteY115" fmla="*/ 658698 h 1452563"/>
              <a:gd name="connsiteX116" fmla="*/ 1106568 w 1208088"/>
              <a:gd name="connsiteY116" fmla="*/ 675832 h 1452563"/>
              <a:gd name="connsiteX117" fmla="*/ 1114499 w 1208088"/>
              <a:gd name="connsiteY117" fmla="*/ 693283 h 1452563"/>
              <a:gd name="connsiteX118" fmla="*/ 1122113 w 1208088"/>
              <a:gd name="connsiteY118" fmla="*/ 711369 h 1452563"/>
              <a:gd name="connsiteX119" fmla="*/ 1129727 w 1208088"/>
              <a:gd name="connsiteY119" fmla="*/ 729772 h 1452563"/>
              <a:gd name="connsiteX120" fmla="*/ 1136707 w 1208088"/>
              <a:gd name="connsiteY120" fmla="*/ 748492 h 1452563"/>
              <a:gd name="connsiteX121" fmla="*/ 1143686 w 1208088"/>
              <a:gd name="connsiteY121" fmla="*/ 768164 h 1452563"/>
              <a:gd name="connsiteX122" fmla="*/ 1150348 w 1208088"/>
              <a:gd name="connsiteY122" fmla="*/ 787519 h 1452563"/>
              <a:gd name="connsiteX123" fmla="*/ 1157011 w 1208088"/>
              <a:gd name="connsiteY123" fmla="*/ 807191 h 1452563"/>
              <a:gd name="connsiteX124" fmla="*/ 1163038 w 1208088"/>
              <a:gd name="connsiteY124" fmla="*/ 826863 h 1452563"/>
              <a:gd name="connsiteX125" fmla="*/ 1169066 w 1208088"/>
              <a:gd name="connsiteY125" fmla="*/ 847170 h 1452563"/>
              <a:gd name="connsiteX126" fmla="*/ 1174460 w 1208088"/>
              <a:gd name="connsiteY126" fmla="*/ 867477 h 1452563"/>
              <a:gd name="connsiteX127" fmla="*/ 1179853 w 1208088"/>
              <a:gd name="connsiteY127" fmla="*/ 887783 h 1452563"/>
              <a:gd name="connsiteX128" fmla="*/ 1184929 w 1208088"/>
              <a:gd name="connsiteY128" fmla="*/ 908407 h 1452563"/>
              <a:gd name="connsiteX129" fmla="*/ 1189370 w 1208088"/>
              <a:gd name="connsiteY129" fmla="*/ 929031 h 1452563"/>
              <a:gd name="connsiteX130" fmla="*/ 1193177 w 1208088"/>
              <a:gd name="connsiteY130" fmla="*/ 949655 h 1452563"/>
              <a:gd name="connsiteX131" fmla="*/ 1196667 w 1208088"/>
              <a:gd name="connsiteY131" fmla="*/ 970279 h 1452563"/>
              <a:gd name="connsiteX132" fmla="*/ 1200157 w 1208088"/>
              <a:gd name="connsiteY132" fmla="*/ 990903 h 1452563"/>
              <a:gd name="connsiteX133" fmla="*/ 1202695 w 1208088"/>
              <a:gd name="connsiteY133" fmla="*/ 1011845 h 1452563"/>
              <a:gd name="connsiteX134" fmla="*/ 1204916 w 1208088"/>
              <a:gd name="connsiteY134" fmla="*/ 1032151 h 1452563"/>
              <a:gd name="connsiteX135" fmla="*/ 1206502 w 1208088"/>
              <a:gd name="connsiteY135" fmla="*/ 1052458 h 1452563"/>
              <a:gd name="connsiteX136" fmla="*/ 1207454 w 1208088"/>
              <a:gd name="connsiteY136" fmla="*/ 1072447 h 1452563"/>
              <a:gd name="connsiteX137" fmla="*/ 1208088 w 1208088"/>
              <a:gd name="connsiteY137" fmla="*/ 1092437 h 1452563"/>
              <a:gd name="connsiteX138" fmla="*/ 1207771 w 1208088"/>
              <a:gd name="connsiteY138" fmla="*/ 1112426 h 1452563"/>
              <a:gd name="connsiteX139" fmla="*/ 1207136 w 1208088"/>
              <a:gd name="connsiteY139" fmla="*/ 1131781 h 1452563"/>
              <a:gd name="connsiteX140" fmla="*/ 1205867 w 1208088"/>
              <a:gd name="connsiteY140" fmla="*/ 1151453 h 1452563"/>
              <a:gd name="connsiteX141" fmla="*/ 1203646 w 1208088"/>
              <a:gd name="connsiteY141" fmla="*/ 1170173 h 1452563"/>
              <a:gd name="connsiteX142" fmla="*/ 1201108 w 1208088"/>
              <a:gd name="connsiteY142" fmla="*/ 1188893 h 1452563"/>
              <a:gd name="connsiteX143" fmla="*/ 1199522 w 1208088"/>
              <a:gd name="connsiteY143" fmla="*/ 1197778 h 1452563"/>
              <a:gd name="connsiteX144" fmla="*/ 1197302 w 1208088"/>
              <a:gd name="connsiteY144" fmla="*/ 1206979 h 1452563"/>
              <a:gd name="connsiteX145" fmla="*/ 1195398 w 1208088"/>
              <a:gd name="connsiteY145" fmla="*/ 1215863 h 1452563"/>
              <a:gd name="connsiteX146" fmla="*/ 1193177 w 1208088"/>
              <a:gd name="connsiteY146" fmla="*/ 1224747 h 1452563"/>
              <a:gd name="connsiteX147" fmla="*/ 1190956 w 1208088"/>
              <a:gd name="connsiteY147" fmla="*/ 1233314 h 1452563"/>
              <a:gd name="connsiteX148" fmla="*/ 1188418 w 1208088"/>
              <a:gd name="connsiteY148" fmla="*/ 1242199 h 1452563"/>
              <a:gd name="connsiteX149" fmla="*/ 1185563 w 1208088"/>
              <a:gd name="connsiteY149" fmla="*/ 1250448 h 1452563"/>
              <a:gd name="connsiteX150" fmla="*/ 1182708 w 1208088"/>
              <a:gd name="connsiteY150" fmla="*/ 1259015 h 1452563"/>
              <a:gd name="connsiteX151" fmla="*/ 1179218 w 1208088"/>
              <a:gd name="connsiteY151" fmla="*/ 1266947 h 1452563"/>
              <a:gd name="connsiteX152" fmla="*/ 1175728 w 1208088"/>
              <a:gd name="connsiteY152" fmla="*/ 1275197 h 1452563"/>
              <a:gd name="connsiteX153" fmla="*/ 1172239 w 1208088"/>
              <a:gd name="connsiteY153" fmla="*/ 1283129 h 1452563"/>
              <a:gd name="connsiteX154" fmla="*/ 1168749 w 1208088"/>
              <a:gd name="connsiteY154" fmla="*/ 1291062 h 1452563"/>
              <a:gd name="connsiteX155" fmla="*/ 1164625 w 1208088"/>
              <a:gd name="connsiteY155" fmla="*/ 1298677 h 1452563"/>
              <a:gd name="connsiteX156" fmla="*/ 1160183 w 1208088"/>
              <a:gd name="connsiteY156" fmla="*/ 1305974 h 1452563"/>
              <a:gd name="connsiteX157" fmla="*/ 1155742 w 1208088"/>
              <a:gd name="connsiteY157" fmla="*/ 1313589 h 1452563"/>
              <a:gd name="connsiteX158" fmla="*/ 1151300 w 1208088"/>
              <a:gd name="connsiteY158" fmla="*/ 1320570 h 1452563"/>
              <a:gd name="connsiteX159" fmla="*/ 1146542 w 1208088"/>
              <a:gd name="connsiteY159" fmla="*/ 1327867 h 1452563"/>
              <a:gd name="connsiteX160" fmla="*/ 1141148 w 1208088"/>
              <a:gd name="connsiteY160" fmla="*/ 1334531 h 1452563"/>
              <a:gd name="connsiteX161" fmla="*/ 1135755 w 1208088"/>
              <a:gd name="connsiteY161" fmla="*/ 1341194 h 1452563"/>
              <a:gd name="connsiteX162" fmla="*/ 1130362 w 1208088"/>
              <a:gd name="connsiteY162" fmla="*/ 1347857 h 1452563"/>
              <a:gd name="connsiteX163" fmla="*/ 1124334 w 1208088"/>
              <a:gd name="connsiteY163" fmla="*/ 1354203 h 1452563"/>
              <a:gd name="connsiteX164" fmla="*/ 1118306 w 1208088"/>
              <a:gd name="connsiteY164" fmla="*/ 1360548 h 1452563"/>
              <a:gd name="connsiteX165" fmla="*/ 1112278 w 1208088"/>
              <a:gd name="connsiteY165" fmla="*/ 1366577 h 1452563"/>
              <a:gd name="connsiteX166" fmla="*/ 1105299 w 1208088"/>
              <a:gd name="connsiteY166" fmla="*/ 1372288 h 1452563"/>
              <a:gd name="connsiteX167" fmla="*/ 1098637 w 1208088"/>
              <a:gd name="connsiteY167" fmla="*/ 1378000 h 1452563"/>
              <a:gd name="connsiteX168" fmla="*/ 1091657 w 1208088"/>
              <a:gd name="connsiteY168" fmla="*/ 1383394 h 1452563"/>
              <a:gd name="connsiteX169" fmla="*/ 1084360 w 1208088"/>
              <a:gd name="connsiteY169" fmla="*/ 1388470 h 1452563"/>
              <a:gd name="connsiteX170" fmla="*/ 1076746 w 1208088"/>
              <a:gd name="connsiteY170" fmla="*/ 1393230 h 1452563"/>
              <a:gd name="connsiteX171" fmla="*/ 1068815 w 1208088"/>
              <a:gd name="connsiteY171" fmla="*/ 1398306 h 1452563"/>
              <a:gd name="connsiteX172" fmla="*/ 1061201 w 1208088"/>
              <a:gd name="connsiteY172" fmla="*/ 1402748 h 1452563"/>
              <a:gd name="connsiteX173" fmla="*/ 1052636 w 1208088"/>
              <a:gd name="connsiteY173" fmla="*/ 1407190 h 1452563"/>
              <a:gd name="connsiteX174" fmla="*/ 1044070 w 1208088"/>
              <a:gd name="connsiteY174" fmla="*/ 1411633 h 1452563"/>
              <a:gd name="connsiteX175" fmla="*/ 1035187 w 1208088"/>
              <a:gd name="connsiteY175" fmla="*/ 1415440 h 1452563"/>
              <a:gd name="connsiteX176" fmla="*/ 1025986 w 1208088"/>
              <a:gd name="connsiteY176" fmla="*/ 1418930 h 1452563"/>
              <a:gd name="connsiteX177" fmla="*/ 1016469 w 1208088"/>
              <a:gd name="connsiteY177" fmla="*/ 1422420 h 1452563"/>
              <a:gd name="connsiteX178" fmla="*/ 1006634 w 1208088"/>
              <a:gd name="connsiteY178" fmla="*/ 1425593 h 1452563"/>
              <a:gd name="connsiteX179" fmla="*/ 996800 w 1208088"/>
              <a:gd name="connsiteY179" fmla="*/ 1428766 h 1452563"/>
              <a:gd name="connsiteX180" fmla="*/ 986330 w 1208088"/>
              <a:gd name="connsiteY180" fmla="*/ 1431305 h 1452563"/>
              <a:gd name="connsiteX181" fmla="*/ 976178 w 1208088"/>
              <a:gd name="connsiteY181" fmla="*/ 1433843 h 1452563"/>
              <a:gd name="connsiteX182" fmla="*/ 965074 w 1208088"/>
              <a:gd name="connsiteY182" fmla="*/ 1436064 h 1452563"/>
              <a:gd name="connsiteX183" fmla="*/ 953971 w 1208088"/>
              <a:gd name="connsiteY183" fmla="*/ 1437968 h 1452563"/>
              <a:gd name="connsiteX184" fmla="*/ 942550 w 1208088"/>
              <a:gd name="connsiteY184" fmla="*/ 1439554 h 1452563"/>
              <a:gd name="connsiteX185" fmla="*/ 930812 w 1208088"/>
              <a:gd name="connsiteY185" fmla="*/ 1440823 h 1452563"/>
              <a:gd name="connsiteX186" fmla="*/ 918756 w 1208088"/>
              <a:gd name="connsiteY186" fmla="*/ 1442093 h 1452563"/>
              <a:gd name="connsiteX187" fmla="*/ 906383 w 1208088"/>
              <a:gd name="connsiteY187" fmla="*/ 1443044 h 1452563"/>
              <a:gd name="connsiteX188" fmla="*/ 893693 w 1208088"/>
              <a:gd name="connsiteY188" fmla="*/ 1443362 h 1452563"/>
              <a:gd name="connsiteX189" fmla="*/ 740144 w 1208088"/>
              <a:gd name="connsiteY189" fmla="*/ 1448756 h 1452563"/>
              <a:gd name="connsiteX190" fmla="*/ 652583 w 1208088"/>
              <a:gd name="connsiteY190" fmla="*/ 1451611 h 1452563"/>
              <a:gd name="connsiteX191" fmla="*/ 613244 w 1208088"/>
              <a:gd name="connsiteY191" fmla="*/ 1452563 h 1452563"/>
              <a:gd name="connsiteX192" fmla="*/ 604044 w 1208088"/>
              <a:gd name="connsiteY192" fmla="*/ 1452563 h 1452563"/>
              <a:gd name="connsiteX193" fmla="*/ 595161 w 1208088"/>
              <a:gd name="connsiteY193" fmla="*/ 1452563 h 1452563"/>
              <a:gd name="connsiteX194" fmla="*/ 555505 w 1208088"/>
              <a:gd name="connsiteY194" fmla="*/ 1451611 h 1452563"/>
              <a:gd name="connsiteX195" fmla="*/ 467944 w 1208088"/>
              <a:gd name="connsiteY195" fmla="*/ 1448756 h 1452563"/>
              <a:gd name="connsiteX196" fmla="*/ 314395 w 1208088"/>
              <a:gd name="connsiteY196" fmla="*/ 1443362 h 1452563"/>
              <a:gd name="connsiteX197" fmla="*/ 302022 w 1208088"/>
              <a:gd name="connsiteY197" fmla="*/ 1443044 h 1452563"/>
              <a:gd name="connsiteX198" fmla="*/ 289332 w 1208088"/>
              <a:gd name="connsiteY198" fmla="*/ 1442093 h 1452563"/>
              <a:gd name="connsiteX199" fmla="*/ 277276 w 1208088"/>
              <a:gd name="connsiteY199" fmla="*/ 1440823 h 1452563"/>
              <a:gd name="connsiteX200" fmla="*/ 265856 w 1208088"/>
              <a:gd name="connsiteY200" fmla="*/ 1439554 h 1452563"/>
              <a:gd name="connsiteX201" fmla="*/ 254117 w 1208088"/>
              <a:gd name="connsiteY201" fmla="*/ 1437968 h 1452563"/>
              <a:gd name="connsiteX202" fmla="*/ 243014 w 1208088"/>
              <a:gd name="connsiteY202" fmla="*/ 1436064 h 1452563"/>
              <a:gd name="connsiteX203" fmla="*/ 232227 w 1208088"/>
              <a:gd name="connsiteY203" fmla="*/ 1433843 h 1452563"/>
              <a:gd name="connsiteX204" fmla="*/ 221758 w 1208088"/>
              <a:gd name="connsiteY204" fmla="*/ 1431305 h 1452563"/>
              <a:gd name="connsiteX205" fmla="*/ 211288 w 1208088"/>
              <a:gd name="connsiteY205" fmla="*/ 1428766 h 1452563"/>
              <a:gd name="connsiteX206" fmla="*/ 201454 w 1208088"/>
              <a:gd name="connsiteY206" fmla="*/ 1425593 h 1452563"/>
              <a:gd name="connsiteX207" fmla="*/ 191619 w 1208088"/>
              <a:gd name="connsiteY207" fmla="*/ 1422420 h 1452563"/>
              <a:gd name="connsiteX208" fmla="*/ 182419 w 1208088"/>
              <a:gd name="connsiteY208" fmla="*/ 1418930 h 1452563"/>
              <a:gd name="connsiteX209" fmla="*/ 172901 w 1208088"/>
              <a:gd name="connsiteY209" fmla="*/ 1415440 h 1452563"/>
              <a:gd name="connsiteX210" fmla="*/ 164336 w 1208088"/>
              <a:gd name="connsiteY210" fmla="*/ 1411633 h 1452563"/>
              <a:gd name="connsiteX211" fmla="*/ 155452 w 1208088"/>
              <a:gd name="connsiteY211" fmla="*/ 1407190 h 1452563"/>
              <a:gd name="connsiteX212" fmla="*/ 147521 w 1208088"/>
              <a:gd name="connsiteY212" fmla="*/ 1402748 h 1452563"/>
              <a:gd name="connsiteX213" fmla="*/ 139273 w 1208088"/>
              <a:gd name="connsiteY213" fmla="*/ 1398306 h 1452563"/>
              <a:gd name="connsiteX214" fmla="*/ 131342 w 1208088"/>
              <a:gd name="connsiteY214" fmla="*/ 1393230 h 1452563"/>
              <a:gd name="connsiteX215" fmla="*/ 123728 w 1208088"/>
              <a:gd name="connsiteY215" fmla="*/ 1388470 h 1452563"/>
              <a:gd name="connsiteX216" fmla="*/ 116431 w 1208088"/>
              <a:gd name="connsiteY216" fmla="*/ 1383394 h 1452563"/>
              <a:gd name="connsiteX217" fmla="*/ 109768 w 1208088"/>
              <a:gd name="connsiteY217" fmla="*/ 1378000 h 1452563"/>
              <a:gd name="connsiteX218" fmla="*/ 102789 w 1208088"/>
              <a:gd name="connsiteY218" fmla="*/ 1372288 h 1452563"/>
              <a:gd name="connsiteX219" fmla="*/ 96127 w 1208088"/>
              <a:gd name="connsiteY219" fmla="*/ 1366577 h 1452563"/>
              <a:gd name="connsiteX220" fmla="*/ 89782 w 1208088"/>
              <a:gd name="connsiteY220" fmla="*/ 1360548 h 1452563"/>
              <a:gd name="connsiteX221" fmla="*/ 83754 w 1208088"/>
              <a:gd name="connsiteY221" fmla="*/ 1354203 h 1452563"/>
              <a:gd name="connsiteX222" fmla="*/ 78044 w 1208088"/>
              <a:gd name="connsiteY222" fmla="*/ 1347857 h 1452563"/>
              <a:gd name="connsiteX223" fmla="*/ 72333 w 1208088"/>
              <a:gd name="connsiteY223" fmla="*/ 1341194 h 1452563"/>
              <a:gd name="connsiteX224" fmla="*/ 66940 w 1208088"/>
              <a:gd name="connsiteY224" fmla="*/ 1334531 h 1452563"/>
              <a:gd name="connsiteX225" fmla="*/ 61864 w 1208088"/>
              <a:gd name="connsiteY225" fmla="*/ 1327867 h 1452563"/>
              <a:gd name="connsiteX226" fmla="*/ 56788 w 1208088"/>
              <a:gd name="connsiteY226" fmla="*/ 1320570 h 1452563"/>
              <a:gd name="connsiteX227" fmla="*/ 52346 w 1208088"/>
              <a:gd name="connsiteY227" fmla="*/ 1313589 h 1452563"/>
              <a:gd name="connsiteX228" fmla="*/ 47905 w 1208088"/>
              <a:gd name="connsiteY228" fmla="*/ 1305974 h 1452563"/>
              <a:gd name="connsiteX229" fmla="*/ 43780 w 1208088"/>
              <a:gd name="connsiteY229" fmla="*/ 1298677 h 1452563"/>
              <a:gd name="connsiteX230" fmla="*/ 39339 w 1208088"/>
              <a:gd name="connsiteY230" fmla="*/ 1291062 h 1452563"/>
              <a:gd name="connsiteX231" fmla="*/ 35849 w 1208088"/>
              <a:gd name="connsiteY231" fmla="*/ 1283129 h 1452563"/>
              <a:gd name="connsiteX232" fmla="*/ 32360 w 1208088"/>
              <a:gd name="connsiteY232" fmla="*/ 1275197 h 1452563"/>
              <a:gd name="connsiteX233" fmla="*/ 28870 w 1208088"/>
              <a:gd name="connsiteY233" fmla="*/ 1266947 h 1452563"/>
              <a:gd name="connsiteX234" fmla="*/ 25697 w 1208088"/>
              <a:gd name="connsiteY234" fmla="*/ 1259015 h 1452563"/>
              <a:gd name="connsiteX235" fmla="*/ 22525 w 1208088"/>
              <a:gd name="connsiteY235" fmla="*/ 1250448 h 1452563"/>
              <a:gd name="connsiteX236" fmla="*/ 19670 w 1208088"/>
              <a:gd name="connsiteY236" fmla="*/ 1242199 h 1452563"/>
              <a:gd name="connsiteX237" fmla="*/ 17132 w 1208088"/>
              <a:gd name="connsiteY237" fmla="*/ 1233314 h 1452563"/>
              <a:gd name="connsiteX238" fmla="*/ 14911 w 1208088"/>
              <a:gd name="connsiteY238" fmla="*/ 1224747 h 1452563"/>
              <a:gd name="connsiteX239" fmla="*/ 12690 w 1208088"/>
              <a:gd name="connsiteY239" fmla="*/ 1215863 h 1452563"/>
              <a:gd name="connsiteX240" fmla="*/ 10786 w 1208088"/>
              <a:gd name="connsiteY240" fmla="*/ 1206979 h 1452563"/>
              <a:gd name="connsiteX241" fmla="*/ 8883 w 1208088"/>
              <a:gd name="connsiteY241" fmla="*/ 1197778 h 1452563"/>
              <a:gd name="connsiteX242" fmla="*/ 7297 w 1208088"/>
              <a:gd name="connsiteY242" fmla="*/ 1188893 h 1452563"/>
              <a:gd name="connsiteX243" fmla="*/ 4442 w 1208088"/>
              <a:gd name="connsiteY243" fmla="*/ 1170173 h 1452563"/>
              <a:gd name="connsiteX244" fmla="*/ 2221 w 1208088"/>
              <a:gd name="connsiteY244" fmla="*/ 1151453 h 1452563"/>
              <a:gd name="connsiteX245" fmla="*/ 952 w 1208088"/>
              <a:gd name="connsiteY245" fmla="*/ 1131781 h 1452563"/>
              <a:gd name="connsiteX246" fmla="*/ 317 w 1208088"/>
              <a:gd name="connsiteY246" fmla="*/ 1112426 h 1452563"/>
              <a:gd name="connsiteX247" fmla="*/ 0 w 1208088"/>
              <a:gd name="connsiteY247" fmla="*/ 1092437 h 1452563"/>
              <a:gd name="connsiteX248" fmla="*/ 634 w 1208088"/>
              <a:gd name="connsiteY248" fmla="*/ 1072447 h 1452563"/>
              <a:gd name="connsiteX249" fmla="*/ 1586 w 1208088"/>
              <a:gd name="connsiteY249" fmla="*/ 1052458 h 1452563"/>
              <a:gd name="connsiteX250" fmla="*/ 3172 w 1208088"/>
              <a:gd name="connsiteY250" fmla="*/ 1032151 h 1452563"/>
              <a:gd name="connsiteX251" fmla="*/ 5393 w 1208088"/>
              <a:gd name="connsiteY251" fmla="*/ 1011845 h 1452563"/>
              <a:gd name="connsiteX252" fmla="*/ 8248 w 1208088"/>
              <a:gd name="connsiteY252" fmla="*/ 990903 h 1452563"/>
              <a:gd name="connsiteX253" fmla="*/ 11421 w 1208088"/>
              <a:gd name="connsiteY253" fmla="*/ 970279 h 1452563"/>
              <a:gd name="connsiteX254" fmla="*/ 14911 w 1208088"/>
              <a:gd name="connsiteY254" fmla="*/ 949655 h 1452563"/>
              <a:gd name="connsiteX255" fmla="*/ 19035 w 1208088"/>
              <a:gd name="connsiteY255" fmla="*/ 929031 h 1452563"/>
              <a:gd name="connsiteX256" fmla="*/ 23476 w 1208088"/>
              <a:gd name="connsiteY256" fmla="*/ 908407 h 1452563"/>
              <a:gd name="connsiteX257" fmla="*/ 28235 w 1208088"/>
              <a:gd name="connsiteY257" fmla="*/ 887783 h 1452563"/>
              <a:gd name="connsiteX258" fmla="*/ 33628 w 1208088"/>
              <a:gd name="connsiteY258" fmla="*/ 867477 h 1452563"/>
              <a:gd name="connsiteX259" fmla="*/ 39022 w 1208088"/>
              <a:gd name="connsiteY259" fmla="*/ 847170 h 1452563"/>
              <a:gd name="connsiteX260" fmla="*/ 45050 w 1208088"/>
              <a:gd name="connsiteY260" fmla="*/ 826863 h 1452563"/>
              <a:gd name="connsiteX261" fmla="*/ 51077 w 1208088"/>
              <a:gd name="connsiteY261" fmla="*/ 807191 h 1452563"/>
              <a:gd name="connsiteX262" fmla="*/ 58057 w 1208088"/>
              <a:gd name="connsiteY262" fmla="*/ 787519 h 1452563"/>
              <a:gd name="connsiteX263" fmla="*/ 64402 w 1208088"/>
              <a:gd name="connsiteY263" fmla="*/ 768164 h 1452563"/>
              <a:gd name="connsiteX264" fmla="*/ 71381 w 1208088"/>
              <a:gd name="connsiteY264" fmla="*/ 748492 h 1452563"/>
              <a:gd name="connsiteX265" fmla="*/ 78678 w 1208088"/>
              <a:gd name="connsiteY265" fmla="*/ 729772 h 1452563"/>
              <a:gd name="connsiteX266" fmla="*/ 85975 w 1208088"/>
              <a:gd name="connsiteY266" fmla="*/ 711369 h 1452563"/>
              <a:gd name="connsiteX267" fmla="*/ 93906 w 1208088"/>
              <a:gd name="connsiteY267" fmla="*/ 693283 h 1452563"/>
              <a:gd name="connsiteX268" fmla="*/ 101520 w 1208088"/>
              <a:gd name="connsiteY268" fmla="*/ 675832 h 1452563"/>
              <a:gd name="connsiteX269" fmla="*/ 109134 w 1208088"/>
              <a:gd name="connsiteY269" fmla="*/ 658698 h 1452563"/>
              <a:gd name="connsiteX270" fmla="*/ 117065 w 1208088"/>
              <a:gd name="connsiteY270" fmla="*/ 641882 h 1452563"/>
              <a:gd name="connsiteX271" fmla="*/ 124996 w 1208088"/>
              <a:gd name="connsiteY271" fmla="*/ 626017 h 1452563"/>
              <a:gd name="connsiteX272" fmla="*/ 133245 w 1208088"/>
              <a:gd name="connsiteY272" fmla="*/ 610153 h 1452563"/>
              <a:gd name="connsiteX273" fmla="*/ 141176 w 1208088"/>
              <a:gd name="connsiteY273" fmla="*/ 595557 h 1452563"/>
              <a:gd name="connsiteX274" fmla="*/ 149425 w 1208088"/>
              <a:gd name="connsiteY274" fmla="*/ 581279 h 1452563"/>
              <a:gd name="connsiteX275" fmla="*/ 157356 w 1208088"/>
              <a:gd name="connsiteY275" fmla="*/ 567318 h 1452563"/>
              <a:gd name="connsiteX276" fmla="*/ 165604 w 1208088"/>
              <a:gd name="connsiteY276" fmla="*/ 554309 h 1452563"/>
              <a:gd name="connsiteX277" fmla="*/ 173536 w 1208088"/>
              <a:gd name="connsiteY277" fmla="*/ 542252 h 1452563"/>
              <a:gd name="connsiteX278" fmla="*/ 181467 w 1208088"/>
              <a:gd name="connsiteY278" fmla="*/ 530830 h 1452563"/>
              <a:gd name="connsiteX279" fmla="*/ 189081 w 1208088"/>
              <a:gd name="connsiteY279" fmla="*/ 519725 h 1452563"/>
              <a:gd name="connsiteX280" fmla="*/ 197012 w 1208088"/>
              <a:gd name="connsiteY280" fmla="*/ 510206 h 1452563"/>
              <a:gd name="connsiteX281" fmla="*/ 204309 w 1208088"/>
              <a:gd name="connsiteY281" fmla="*/ 501004 h 1452563"/>
              <a:gd name="connsiteX282" fmla="*/ 211606 w 1208088"/>
              <a:gd name="connsiteY282" fmla="*/ 493072 h 1452563"/>
              <a:gd name="connsiteX283" fmla="*/ 218902 w 1208088"/>
              <a:gd name="connsiteY283" fmla="*/ 485457 h 1452563"/>
              <a:gd name="connsiteX284" fmla="*/ 225248 w 1208088"/>
              <a:gd name="connsiteY284" fmla="*/ 479428 h 1452563"/>
              <a:gd name="connsiteX285" fmla="*/ 232862 w 1208088"/>
              <a:gd name="connsiteY285" fmla="*/ 473083 h 1452563"/>
              <a:gd name="connsiteX286" fmla="*/ 248407 w 1208088"/>
              <a:gd name="connsiteY286" fmla="*/ 460074 h 1452563"/>
              <a:gd name="connsiteX287" fmla="*/ 265538 w 1208088"/>
              <a:gd name="connsiteY287" fmla="*/ 446430 h 1452563"/>
              <a:gd name="connsiteX288" fmla="*/ 283622 w 1208088"/>
              <a:gd name="connsiteY288" fmla="*/ 432469 h 1452563"/>
              <a:gd name="connsiteX289" fmla="*/ 322009 w 1208088"/>
              <a:gd name="connsiteY289" fmla="*/ 404548 h 1452563"/>
              <a:gd name="connsiteX290" fmla="*/ 360396 w 1208088"/>
              <a:gd name="connsiteY290" fmla="*/ 375991 h 1452563"/>
              <a:gd name="connsiteX291" fmla="*/ 379114 w 1208088"/>
              <a:gd name="connsiteY291" fmla="*/ 362030 h 1452563"/>
              <a:gd name="connsiteX292" fmla="*/ 396562 w 1208088"/>
              <a:gd name="connsiteY292" fmla="*/ 348387 h 1452563"/>
              <a:gd name="connsiteX293" fmla="*/ 412742 w 1208088"/>
              <a:gd name="connsiteY293" fmla="*/ 335060 h 1452563"/>
              <a:gd name="connsiteX294" fmla="*/ 420039 w 1208088"/>
              <a:gd name="connsiteY294" fmla="*/ 328397 h 1452563"/>
              <a:gd name="connsiteX295" fmla="*/ 427018 w 1208088"/>
              <a:gd name="connsiteY295" fmla="*/ 322369 h 1452563"/>
              <a:gd name="connsiteX296" fmla="*/ 433364 w 1208088"/>
              <a:gd name="connsiteY296" fmla="*/ 316340 h 1452563"/>
              <a:gd name="connsiteX297" fmla="*/ 439391 w 1208088"/>
              <a:gd name="connsiteY297" fmla="*/ 309994 h 1452563"/>
              <a:gd name="connsiteX298" fmla="*/ 444784 w 1208088"/>
              <a:gd name="connsiteY298" fmla="*/ 304283 h 1452563"/>
              <a:gd name="connsiteX299" fmla="*/ 449226 w 1208088"/>
              <a:gd name="connsiteY299" fmla="*/ 298572 h 1452563"/>
              <a:gd name="connsiteX300" fmla="*/ 453033 w 1208088"/>
              <a:gd name="connsiteY300" fmla="*/ 293178 h 1452563"/>
              <a:gd name="connsiteX301" fmla="*/ 456523 w 1208088"/>
              <a:gd name="connsiteY301" fmla="*/ 287784 h 1452563"/>
              <a:gd name="connsiteX302" fmla="*/ 459061 w 1208088"/>
              <a:gd name="connsiteY302" fmla="*/ 283024 h 1452563"/>
              <a:gd name="connsiteX303" fmla="*/ 460647 w 1208088"/>
              <a:gd name="connsiteY303" fmla="*/ 277948 h 1452563"/>
              <a:gd name="connsiteX304" fmla="*/ 461282 w 1208088"/>
              <a:gd name="connsiteY304" fmla="*/ 274775 h 1452563"/>
              <a:gd name="connsiteX305" fmla="*/ 461916 w 1208088"/>
              <a:gd name="connsiteY305" fmla="*/ 271919 h 1452563"/>
              <a:gd name="connsiteX306" fmla="*/ 456840 w 1208088"/>
              <a:gd name="connsiteY306" fmla="*/ 270967 h 1452563"/>
              <a:gd name="connsiteX307" fmla="*/ 452081 w 1208088"/>
              <a:gd name="connsiteY307" fmla="*/ 269698 h 1452563"/>
              <a:gd name="connsiteX308" fmla="*/ 448274 w 1208088"/>
              <a:gd name="connsiteY308" fmla="*/ 267794 h 1452563"/>
              <a:gd name="connsiteX309" fmla="*/ 444784 w 1208088"/>
              <a:gd name="connsiteY309" fmla="*/ 265256 h 1452563"/>
              <a:gd name="connsiteX310" fmla="*/ 441929 w 1208088"/>
              <a:gd name="connsiteY310" fmla="*/ 262083 h 1452563"/>
              <a:gd name="connsiteX311" fmla="*/ 440660 w 1208088"/>
              <a:gd name="connsiteY311" fmla="*/ 260497 h 1452563"/>
              <a:gd name="connsiteX312" fmla="*/ 439708 w 1208088"/>
              <a:gd name="connsiteY312" fmla="*/ 258910 h 1452563"/>
              <a:gd name="connsiteX313" fmla="*/ 438757 w 1208088"/>
              <a:gd name="connsiteY313" fmla="*/ 257324 h 1452563"/>
              <a:gd name="connsiteX314" fmla="*/ 438440 w 1208088"/>
              <a:gd name="connsiteY314" fmla="*/ 255420 h 1452563"/>
              <a:gd name="connsiteX315" fmla="*/ 438122 w 1208088"/>
              <a:gd name="connsiteY315" fmla="*/ 253834 h 1452563"/>
              <a:gd name="connsiteX316" fmla="*/ 437488 w 1208088"/>
              <a:gd name="connsiteY316" fmla="*/ 251930 h 1452563"/>
              <a:gd name="connsiteX317" fmla="*/ 438122 w 1208088"/>
              <a:gd name="connsiteY317" fmla="*/ 250026 h 1452563"/>
              <a:gd name="connsiteX318" fmla="*/ 438440 w 1208088"/>
              <a:gd name="connsiteY318" fmla="*/ 248122 h 1452563"/>
              <a:gd name="connsiteX319" fmla="*/ 438757 w 1208088"/>
              <a:gd name="connsiteY319" fmla="*/ 246536 h 1452563"/>
              <a:gd name="connsiteX320" fmla="*/ 439708 w 1208088"/>
              <a:gd name="connsiteY320" fmla="*/ 244315 h 1452563"/>
              <a:gd name="connsiteX321" fmla="*/ 440660 w 1208088"/>
              <a:gd name="connsiteY321" fmla="*/ 242728 h 1452563"/>
              <a:gd name="connsiteX322" fmla="*/ 441929 w 1208088"/>
              <a:gd name="connsiteY322" fmla="*/ 241142 h 1452563"/>
              <a:gd name="connsiteX323" fmla="*/ 444784 w 1208088"/>
              <a:gd name="connsiteY323" fmla="*/ 238286 h 1452563"/>
              <a:gd name="connsiteX324" fmla="*/ 448274 w 1208088"/>
              <a:gd name="connsiteY324" fmla="*/ 236065 h 1452563"/>
              <a:gd name="connsiteX325" fmla="*/ 452081 w 1208088"/>
              <a:gd name="connsiteY325" fmla="*/ 234161 h 1452563"/>
              <a:gd name="connsiteX326" fmla="*/ 456840 w 1208088"/>
              <a:gd name="connsiteY326" fmla="*/ 232575 h 1452563"/>
              <a:gd name="connsiteX327" fmla="*/ 461916 w 1208088"/>
              <a:gd name="connsiteY327" fmla="*/ 231940 h 1452563"/>
              <a:gd name="connsiteX328" fmla="*/ 460647 w 1208088"/>
              <a:gd name="connsiteY328" fmla="*/ 227498 h 1452563"/>
              <a:gd name="connsiteX329" fmla="*/ 459378 w 1208088"/>
              <a:gd name="connsiteY329" fmla="*/ 223374 h 1452563"/>
              <a:gd name="connsiteX330" fmla="*/ 457792 w 1208088"/>
              <a:gd name="connsiteY330" fmla="*/ 219249 h 1452563"/>
              <a:gd name="connsiteX331" fmla="*/ 456206 w 1208088"/>
              <a:gd name="connsiteY331" fmla="*/ 215124 h 1452563"/>
              <a:gd name="connsiteX332" fmla="*/ 451764 w 1208088"/>
              <a:gd name="connsiteY332" fmla="*/ 206874 h 1452563"/>
              <a:gd name="connsiteX333" fmla="*/ 447005 w 1208088"/>
              <a:gd name="connsiteY333" fmla="*/ 198307 h 1452563"/>
              <a:gd name="connsiteX334" fmla="*/ 441295 w 1208088"/>
              <a:gd name="connsiteY334" fmla="*/ 189423 h 1452563"/>
              <a:gd name="connsiteX335" fmla="*/ 434632 w 1208088"/>
              <a:gd name="connsiteY335" fmla="*/ 180222 h 1452563"/>
              <a:gd name="connsiteX336" fmla="*/ 420039 w 1208088"/>
              <a:gd name="connsiteY336" fmla="*/ 159598 h 1452563"/>
              <a:gd name="connsiteX337" fmla="*/ 412108 w 1208088"/>
              <a:gd name="connsiteY337" fmla="*/ 147541 h 1452563"/>
              <a:gd name="connsiteX338" fmla="*/ 403542 w 1208088"/>
              <a:gd name="connsiteY338" fmla="*/ 134532 h 1452563"/>
              <a:gd name="connsiteX339" fmla="*/ 394024 w 1208088"/>
              <a:gd name="connsiteY339" fmla="*/ 120254 h 1452563"/>
              <a:gd name="connsiteX340" fmla="*/ 384190 w 1208088"/>
              <a:gd name="connsiteY340" fmla="*/ 104706 h 1452563"/>
              <a:gd name="connsiteX341" fmla="*/ 374355 w 1208088"/>
              <a:gd name="connsiteY341" fmla="*/ 87573 h 1452563"/>
              <a:gd name="connsiteX342" fmla="*/ 363886 w 1208088"/>
              <a:gd name="connsiteY342" fmla="*/ 68535 h 1452563"/>
              <a:gd name="connsiteX343" fmla="*/ 353099 w 1208088"/>
              <a:gd name="connsiteY343" fmla="*/ 47911 h 1452563"/>
              <a:gd name="connsiteX344" fmla="*/ 341996 w 1208088"/>
              <a:gd name="connsiteY344" fmla="*/ 25066 h 1452563"/>
              <a:gd name="connsiteX345" fmla="*/ 352782 w 1208088"/>
              <a:gd name="connsiteY345" fmla="*/ 20307 h 1452563"/>
              <a:gd name="connsiteX346" fmla="*/ 362617 w 1208088"/>
              <a:gd name="connsiteY346" fmla="*/ 15865 h 1452563"/>
              <a:gd name="connsiteX347" fmla="*/ 372134 w 1208088"/>
              <a:gd name="connsiteY347" fmla="*/ 13009 h 1452563"/>
              <a:gd name="connsiteX348" fmla="*/ 380700 w 1208088"/>
              <a:gd name="connsiteY348" fmla="*/ 11105 h 1452563"/>
              <a:gd name="connsiteX349" fmla="*/ 388948 w 1208088"/>
              <a:gd name="connsiteY349" fmla="*/ 9836 h 1452563"/>
              <a:gd name="connsiteX350" fmla="*/ 396562 w 1208088"/>
              <a:gd name="connsiteY350" fmla="*/ 9519 h 1452563"/>
              <a:gd name="connsiteX351" fmla="*/ 403859 w 1208088"/>
              <a:gd name="connsiteY351" fmla="*/ 9519 h 1452563"/>
              <a:gd name="connsiteX352" fmla="*/ 410522 w 1208088"/>
              <a:gd name="connsiteY352" fmla="*/ 10471 h 1452563"/>
              <a:gd name="connsiteX353" fmla="*/ 416549 w 1208088"/>
              <a:gd name="connsiteY353" fmla="*/ 12057 h 1452563"/>
              <a:gd name="connsiteX354" fmla="*/ 422894 w 1208088"/>
              <a:gd name="connsiteY354" fmla="*/ 14278 h 1452563"/>
              <a:gd name="connsiteX355" fmla="*/ 428288 w 1208088"/>
              <a:gd name="connsiteY355" fmla="*/ 16816 h 1452563"/>
              <a:gd name="connsiteX356" fmla="*/ 433681 w 1208088"/>
              <a:gd name="connsiteY356" fmla="*/ 19989 h 1452563"/>
              <a:gd name="connsiteX357" fmla="*/ 439074 w 1208088"/>
              <a:gd name="connsiteY357" fmla="*/ 23162 h 1452563"/>
              <a:gd name="connsiteX358" fmla="*/ 443833 w 1208088"/>
              <a:gd name="connsiteY358" fmla="*/ 26970 h 1452563"/>
              <a:gd name="connsiteX359" fmla="*/ 448592 w 1208088"/>
              <a:gd name="connsiteY359" fmla="*/ 30777 h 1452563"/>
              <a:gd name="connsiteX360" fmla="*/ 453033 w 1208088"/>
              <a:gd name="connsiteY360" fmla="*/ 34585 h 1452563"/>
              <a:gd name="connsiteX361" fmla="*/ 462550 w 1208088"/>
              <a:gd name="connsiteY361" fmla="*/ 43152 h 1452563"/>
              <a:gd name="connsiteX362" fmla="*/ 471434 w 1208088"/>
              <a:gd name="connsiteY362" fmla="*/ 51401 h 1452563"/>
              <a:gd name="connsiteX363" fmla="*/ 476510 w 1208088"/>
              <a:gd name="connsiteY363" fmla="*/ 55843 h 1452563"/>
              <a:gd name="connsiteX364" fmla="*/ 481268 w 1208088"/>
              <a:gd name="connsiteY364" fmla="*/ 59651 h 1452563"/>
              <a:gd name="connsiteX365" fmla="*/ 486027 w 1208088"/>
              <a:gd name="connsiteY365" fmla="*/ 63141 h 1452563"/>
              <a:gd name="connsiteX366" fmla="*/ 491738 w 1208088"/>
              <a:gd name="connsiteY366" fmla="*/ 66314 h 1452563"/>
              <a:gd name="connsiteX367" fmla="*/ 497131 w 1208088"/>
              <a:gd name="connsiteY367" fmla="*/ 69170 h 1452563"/>
              <a:gd name="connsiteX368" fmla="*/ 502841 w 1208088"/>
              <a:gd name="connsiteY368" fmla="*/ 72025 h 1452563"/>
              <a:gd name="connsiteX369" fmla="*/ 509186 w 1208088"/>
              <a:gd name="connsiteY369" fmla="*/ 73929 h 1452563"/>
              <a:gd name="connsiteX370" fmla="*/ 515531 w 1208088"/>
              <a:gd name="connsiteY370" fmla="*/ 75198 h 1452563"/>
              <a:gd name="connsiteX371" fmla="*/ 522194 w 1208088"/>
              <a:gd name="connsiteY371" fmla="*/ 76150 h 1452563"/>
              <a:gd name="connsiteX372" fmla="*/ 529808 w 1208088"/>
              <a:gd name="connsiteY372" fmla="*/ 76150 h 1452563"/>
              <a:gd name="connsiteX373" fmla="*/ 537739 w 1208088"/>
              <a:gd name="connsiteY373" fmla="*/ 75515 h 1452563"/>
              <a:gd name="connsiteX374" fmla="*/ 546304 w 1208088"/>
              <a:gd name="connsiteY374" fmla="*/ 74246 h 1452563"/>
              <a:gd name="connsiteX375" fmla="*/ 557408 w 1208088"/>
              <a:gd name="connsiteY375" fmla="*/ 68218 h 1452563"/>
              <a:gd name="connsiteX376" fmla="*/ 568195 w 1208088"/>
              <a:gd name="connsiteY376" fmla="*/ 62824 h 1452563"/>
              <a:gd name="connsiteX377" fmla="*/ 587864 w 1208088"/>
              <a:gd name="connsiteY377" fmla="*/ 51719 h 1452563"/>
              <a:gd name="connsiteX378" fmla="*/ 605313 w 1208088"/>
              <a:gd name="connsiteY378" fmla="*/ 41882 h 1452563"/>
              <a:gd name="connsiteX379" fmla="*/ 620858 w 1208088"/>
              <a:gd name="connsiteY379" fmla="*/ 32681 h 1452563"/>
              <a:gd name="connsiteX380" fmla="*/ 635452 w 1208088"/>
              <a:gd name="connsiteY380" fmla="*/ 24749 h 1452563"/>
              <a:gd name="connsiteX381" fmla="*/ 648776 w 1208088"/>
              <a:gd name="connsiteY381" fmla="*/ 17134 h 1452563"/>
              <a:gd name="connsiteX382" fmla="*/ 655438 w 1208088"/>
              <a:gd name="connsiteY382" fmla="*/ 13961 h 1452563"/>
              <a:gd name="connsiteX383" fmla="*/ 661784 w 1208088"/>
              <a:gd name="connsiteY383" fmla="*/ 11422 h 1452563"/>
              <a:gd name="connsiteX384" fmla="*/ 668446 w 1208088"/>
              <a:gd name="connsiteY384" fmla="*/ 8884 h 1452563"/>
              <a:gd name="connsiteX385" fmla="*/ 675108 w 1208088"/>
              <a:gd name="connsiteY385" fmla="*/ 6663 h 1452563"/>
              <a:gd name="connsiteX386" fmla="*/ 682088 w 1208088"/>
              <a:gd name="connsiteY386" fmla="*/ 4759 h 1452563"/>
              <a:gd name="connsiteX387" fmla="*/ 688750 w 1208088"/>
              <a:gd name="connsiteY387" fmla="*/ 3173 h 1452563"/>
              <a:gd name="connsiteX388" fmla="*/ 695729 w 1208088"/>
              <a:gd name="connsiteY388" fmla="*/ 1586 h 1452563"/>
              <a:gd name="connsiteX389" fmla="*/ 703343 w 1208088"/>
              <a:gd name="connsiteY389" fmla="*/ 635 h 1452563"/>
              <a:gd name="connsiteX390" fmla="*/ 710957 w 1208088"/>
              <a:gd name="connsiteY390" fmla="*/ 317 h 145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Lst>
            <a:rect l="l" t="t" r="r" b="b"/>
            <a:pathLst>
              <a:path w="1208088" h="1452563">
                <a:moveTo>
                  <a:pt x="331068" y="665573"/>
                </a:moveTo>
                <a:cubicBezTo>
                  <a:pt x="331068" y="665573"/>
                  <a:pt x="331068" y="665573"/>
                  <a:pt x="508820" y="932822"/>
                </a:cubicBezTo>
                <a:cubicBezTo>
                  <a:pt x="508820" y="932822"/>
                  <a:pt x="508820" y="932822"/>
                  <a:pt x="369158" y="932822"/>
                </a:cubicBezTo>
                <a:cubicBezTo>
                  <a:pt x="369158" y="932822"/>
                  <a:pt x="369158" y="932822"/>
                  <a:pt x="369158" y="983727"/>
                </a:cubicBezTo>
                <a:cubicBezTo>
                  <a:pt x="369158" y="983727"/>
                  <a:pt x="369158" y="983727"/>
                  <a:pt x="534213" y="983727"/>
                </a:cubicBezTo>
                <a:cubicBezTo>
                  <a:pt x="534213" y="983727"/>
                  <a:pt x="534213" y="983727"/>
                  <a:pt x="534213" y="1034632"/>
                </a:cubicBezTo>
                <a:cubicBezTo>
                  <a:pt x="534213" y="1034632"/>
                  <a:pt x="534213" y="1034632"/>
                  <a:pt x="369158" y="1034632"/>
                </a:cubicBezTo>
                <a:cubicBezTo>
                  <a:pt x="369158" y="1034632"/>
                  <a:pt x="369158" y="1034632"/>
                  <a:pt x="369158" y="1085536"/>
                </a:cubicBezTo>
                <a:cubicBezTo>
                  <a:pt x="369158" y="1085536"/>
                  <a:pt x="369158" y="1085536"/>
                  <a:pt x="534213" y="1085536"/>
                </a:cubicBezTo>
                <a:cubicBezTo>
                  <a:pt x="534213" y="1085536"/>
                  <a:pt x="534213" y="1085536"/>
                  <a:pt x="534213" y="1238250"/>
                </a:cubicBezTo>
                <a:cubicBezTo>
                  <a:pt x="534213" y="1238250"/>
                  <a:pt x="534213" y="1238250"/>
                  <a:pt x="673875" y="1238250"/>
                </a:cubicBezTo>
                <a:cubicBezTo>
                  <a:pt x="673875" y="1238250"/>
                  <a:pt x="673875" y="1238250"/>
                  <a:pt x="673875" y="1085536"/>
                </a:cubicBezTo>
                <a:cubicBezTo>
                  <a:pt x="673875" y="1085536"/>
                  <a:pt x="673875" y="1085536"/>
                  <a:pt x="864324" y="1085536"/>
                </a:cubicBezTo>
                <a:cubicBezTo>
                  <a:pt x="864324" y="1085536"/>
                  <a:pt x="864324" y="1085536"/>
                  <a:pt x="864324" y="1034632"/>
                </a:cubicBezTo>
                <a:cubicBezTo>
                  <a:pt x="864324" y="1034632"/>
                  <a:pt x="864324" y="1034632"/>
                  <a:pt x="673875" y="1034632"/>
                </a:cubicBezTo>
                <a:cubicBezTo>
                  <a:pt x="673875" y="1034632"/>
                  <a:pt x="673875" y="1034632"/>
                  <a:pt x="673875" y="983727"/>
                </a:cubicBezTo>
                <a:cubicBezTo>
                  <a:pt x="673875" y="983727"/>
                  <a:pt x="673875" y="983727"/>
                  <a:pt x="864324" y="983727"/>
                </a:cubicBezTo>
                <a:cubicBezTo>
                  <a:pt x="864324" y="983727"/>
                  <a:pt x="864324" y="983727"/>
                  <a:pt x="864324" y="932822"/>
                </a:cubicBezTo>
                <a:cubicBezTo>
                  <a:pt x="864324" y="932822"/>
                  <a:pt x="864324" y="932822"/>
                  <a:pt x="699268" y="932822"/>
                </a:cubicBezTo>
                <a:cubicBezTo>
                  <a:pt x="699268" y="932822"/>
                  <a:pt x="699268" y="932822"/>
                  <a:pt x="877020" y="665573"/>
                </a:cubicBezTo>
                <a:cubicBezTo>
                  <a:pt x="877020" y="665573"/>
                  <a:pt x="877020" y="665573"/>
                  <a:pt x="737358" y="665573"/>
                </a:cubicBezTo>
                <a:cubicBezTo>
                  <a:pt x="737358" y="665573"/>
                  <a:pt x="737358" y="665573"/>
                  <a:pt x="597696" y="881918"/>
                </a:cubicBezTo>
                <a:cubicBezTo>
                  <a:pt x="597696" y="881918"/>
                  <a:pt x="597696" y="881918"/>
                  <a:pt x="458034" y="665573"/>
                </a:cubicBezTo>
                <a:cubicBezTo>
                  <a:pt x="458034" y="665573"/>
                  <a:pt x="458034" y="665573"/>
                  <a:pt x="331068" y="665573"/>
                </a:cubicBezTo>
                <a:close/>
                <a:moveTo>
                  <a:pt x="719206" y="0"/>
                </a:moveTo>
                <a:lnTo>
                  <a:pt x="727454" y="317"/>
                </a:lnTo>
                <a:lnTo>
                  <a:pt x="736654" y="952"/>
                </a:lnTo>
                <a:lnTo>
                  <a:pt x="746172" y="2538"/>
                </a:lnTo>
                <a:lnTo>
                  <a:pt x="756641" y="4125"/>
                </a:lnTo>
                <a:lnTo>
                  <a:pt x="767428" y="6028"/>
                </a:lnTo>
                <a:lnTo>
                  <a:pt x="778849" y="8567"/>
                </a:lnTo>
                <a:lnTo>
                  <a:pt x="791222" y="11422"/>
                </a:lnTo>
                <a:lnTo>
                  <a:pt x="804546" y="14913"/>
                </a:lnTo>
                <a:lnTo>
                  <a:pt x="818822" y="18720"/>
                </a:lnTo>
                <a:lnTo>
                  <a:pt x="833416" y="23480"/>
                </a:lnTo>
                <a:lnTo>
                  <a:pt x="829609" y="36171"/>
                </a:lnTo>
                <a:lnTo>
                  <a:pt x="825802" y="48228"/>
                </a:lnTo>
                <a:lnTo>
                  <a:pt x="818188" y="70439"/>
                </a:lnTo>
                <a:lnTo>
                  <a:pt x="810256" y="91063"/>
                </a:lnTo>
                <a:lnTo>
                  <a:pt x="802960" y="108831"/>
                </a:lnTo>
                <a:lnTo>
                  <a:pt x="795663" y="125013"/>
                </a:lnTo>
                <a:lnTo>
                  <a:pt x="788684" y="138974"/>
                </a:lnTo>
                <a:lnTo>
                  <a:pt x="782021" y="151983"/>
                </a:lnTo>
                <a:lnTo>
                  <a:pt x="775994" y="163405"/>
                </a:lnTo>
                <a:lnTo>
                  <a:pt x="764572" y="183077"/>
                </a:lnTo>
                <a:lnTo>
                  <a:pt x="760131" y="191644"/>
                </a:lnTo>
                <a:lnTo>
                  <a:pt x="756007" y="200211"/>
                </a:lnTo>
                <a:lnTo>
                  <a:pt x="752517" y="207826"/>
                </a:lnTo>
                <a:lnTo>
                  <a:pt x="749662" y="215759"/>
                </a:lnTo>
                <a:lnTo>
                  <a:pt x="748393" y="219566"/>
                </a:lnTo>
                <a:lnTo>
                  <a:pt x="747441" y="223374"/>
                </a:lnTo>
                <a:lnTo>
                  <a:pt x="746806" y="227181"/>
                </a:lnTo>
                <a:lnTo>
                  <a:pt x="746489" y="231623"/>
                </a:lnTo>
                <a:lnTo>
                  <a:pt x="748076" y="231623"/>
                </a:lnTo>
                <a:lnTo>
                  <a:pt x="750931" y="231623"/>
                </a:lnTo>
                <a:lnTo>
                  <a:pt x="753786" y="231940"/>
                </a:lnTo>
                <a:lnTo>
                  <a:pt x="756324" y="232258"/>
                </a:lnTo>
                <a:lnTo>
                  <a:pt x="758862" y="233210"/>
                </a:lnTo>
                <a:lnTo>
                  <a:pt x="761400" y="233844"/>
                </a:lnTo>
                <a:lnTo>
                  <a:pt x="763621" y="234796"/>
                </a:lnTo>
                <a:lnTo>
                  <a:pt x="765842" y="236065"/>
                </a:lnTo>
                <a:lnTo>
                  <a:pt x="768062" y="237334"/>
                </a:lnTo>
                <a:lnTo>
                  <a:pt x="769966" y="238921"/>
                </a:lnTo>
                <a:lnTo>
                  <a:pt x="771552" y="240190"/>
                </a:lnTo>
                <a:lnTo>
                  <a:pt x="772821" y="242094"/>
                </a:lnTo>
                <a:lnTo>
                  <a:pt x="774090" y="243680"/>
                </a:lnTo>
                <a:lnTo>
                  <a:pt x="775042" y="245901"/>
                </a:lnTo>
                <a:lnTo>
                  <a:pt x="775676" y="247805"/>
                </a:lnTo>
                <a:lnTo>
                  <a:pt x="775994" y="249709"/>
                </a:lnTo>
                <a:lnTo>
                  <a:pt x="776311" y="251930"/>
                </a:lnTo>
                <a:lnTo>
                  <a:pt x="776311" y="253834"/>
                </a:lnTo>
                <a:lnTo>
                  <a:pt x="775676" y="255420"/>
                </a:lnTo>
                <a:lnTo>
                  <a:pt x="775359" y="257324"/>
                </a:lnTo>
                <a:lnTo>
                  <a:pt x="774407" y="258910"/>
                </a:lnTo>
                <a:lnTo>
                  <a:pt x="773456" y="260497"/>
                </a:lnTo>
                <a:lnTo>
                  <a:pt x="772186" y="262083"/>
                </a:lnTo>
                <a:lnTo>
                  <a:pt x="769331" y="265256"/>
                </a:lnTo>
                <a:lnTo>
                  <a:pt x="765524" y="267794"/>
                </a:lnTo>
                <a:lnTo>
                  <a:pt x="761717" y="269698"/>
                </a:lnTo>
                <a:lnTo>
                  <a:pt x="756958" y="270967"/>
                </a:lnTo>
                <a:lnTo>
                  <a:pt x="752200" y="271919"/>
                </a:lnTo>
                <a:lnTo>
                  <a:pt x="756324" y="284611"/>
                </a:lnTo>
                <a:lnTo>
                  <a:pt x="757910" y="289053"/>
                </a:lnTo>
                <a:lnTo>
                  <a:pt x="760448" y="293812"/>
                </a:lnTo>
                <a:lnTo>
                  <a:pt x="763621" y="299206"/>
                </a:lnTo>
                <a:lnTo>
                  <a:pt x="768062" y="304283"/>
                </a:lnTo>
                <a:lnTo>
                  <a:pt x="772504" y="309677"/>
                </a:lnTo>
                <a:lnTo>
                  <a:pt x="777580" y="315706"/>
                </a:lnTo>
                <a:lnTo>
                  <a:pt x="783608" y="321417"/>
                </a:lnTo>
                <a:lnTo>
                  <a:pt x="789952" y="327445"/>
                </a:lnTo>
                <a:lnTo>
                  <a:pt x="796615" y="333791"/>
                </a:lnTo>
                <a:lnTo>
                  <a:pt x="803912" y="339820"/>
                </a:lnTo>
                <a:lnTo>
                  <a:pt x="819774" y="353146"/>
                </a:lnTo>
                <a:lnTo>
                  <a:pt x="836588" y="366155"/>
                </a:lnTo>
                <a:lnTo>
                  <a:pt x="854672" y="379798"/>
                </a:lnTo>
                <a:lnTo>
                  <a:pt x="891472" y="407720"/>
                </a:lnTo>
                <a:lnTo>
                  <a:pt x="928274" y="435008"/>
                </a:lnTo>
                <a:lnTo>
                  <a:pt x="945405" y="448334"/>
                </a:lnTo>
                <a:lnTo>
                  <a:pt x="961902" y="461343"/>
                </a:lnTo>
                <a:lnTo>
                  <a:pt x="976496" y="474034"/>
                </a:lnTo>
                <a:lnTo>
                  <a:pt x="983158" y="479746"/>
                </a:lnTo>
                <a:lnTo>
                  <a:pt x="989186" y="485457"/>
                </a:lnTo>
                <a:lnTo>
                  <a:pt x="996482" y="493072"/>
                </a:lnTo>
                <a:lnTo>
                  <a:pt x="1003779" y="501004"/>
                </a:lnTo>
                <a:lnTo>
                  <a:pt x="1011393" y="510206"/>
                </a:lnTo>
                <a:lnTo>
                  <a:pt x="1019007" y="519725"/>
                </a:lnTo>
                <a:lnTo>
                  <a:pt x="1026938" y="530830"/>
                </a:lnTo>
                <a:lnTo>
                  <a:pt x="1034552" y="542252"/>
                </a:lnTo>
                <a:lnTo>
                  <a:pt x="1042801" y="554309"/>
                </a:lnTo>
                <a:lnTo>
                  <a:pt x="1050732" y="567318"/>
                </a:lnTo>
                <a:lnTo>
                  <a:pt x="1058663" y="581279"/>
                </a:lnTo>
                <a:lnTo>
                  <a:pt x="1066912" y="595557"/>
                </a:lnTo>
                <a:lnTo>
                  <a:pt x="1074843" y="610153"/>
                </a:lnTo>
                <a:lnTo>
                  <a:pt x="1083092" y="626017"/>
                </a:lnTo>
                <a:lnTo>
                  <a:pt x="1091023" y="641882"/>
                </a:lnTo>
                <a:lnTo>
                  <a:pt x="1098954" y="658698"/>
                </a:lnTo>
                <a:lnTo>
                  <a:pt x="1106568" y="675832"/>
                </a:lnTo>
                <a:lnTo>
                  <a:pt x="1114499" y="693283"/>
                </a:lnTo>
                <a:lnTo>
                  <a:pt x="1122113" y="711369"/>
                </a:lnTo>
                <a:lnTo>
                  <a:pt x="1129727" y="729772"/>
                </a:lnTo>
                <a:lnTo>
                  <a:pt x="1136707" y="748492"/>
                </a:lnTo>
                <a:lnTo>
                  <a:pt x="1143686" y="768164"/>
                </a:lnTo>
                <a:lnTo>
                  <a:pt x="1150348" y="787519"/>
                </a:lnTo>
                <a:lnTo>
                  <a:pt x="1157011" y="807191"/>
                </a:lnTo>
                <a:lnTo>
                  <a:pt x="1163038" y="826863"/>
                </a:lnTo>
                <a:lnTo>
                  <a:pt x="1169066" y="847170"/>
                </a:lnTo>
                <a:lnTo>
                  <a:pt x="1174460" y="867477"/>
                </a:lnTo>
                <a:lnTo>
                  <a:pt x="1179853" y="887783"/>
                </a:lnTo>
                <a:lnTo>
                  <a:pt x="1184929" y="908407"/>
                </a:lnTo>
                <a:lnTo>
                  <a:pt x="1189370" y="929031"/>
                </a:lnTo>
                <a:lnTo>
                  <a:pt x="1193177" y="949655"/>
                </a:lnTo>
                <a:lnTo>
                  <a:pt x="1196667" y="970279"/>
                </a:lnTo>
                <a:lnTo>
                  <a:pt x="1200157" y="990903"/>
                </a:lnTo>
                <a:lnTo>
                  <a:pt x="1202695" y="1011845"/>
                </a:lnTo>
                <a:lnTo>
                  <a:pt x="1204916" y="1032151"/>
                </a:lnTo>
                <a:lnTo>
                  <a:pt x="1206502" y="1052458"/>
                </a:lnTo>
                <a:lnTo>
                  <a:pt x="1207454" y="1072447"/>
                </a:lnTo>
                <a:lnTo>
                  <a:pt x="1208088" y="1092437"/>
                </a:lnTo>
                <a:lnTo>
                  <a:pt x="1207771" y="1112426"/>
                </a:lnTo>
                <a:lnTo>
                  <a:pt x="1207136" y="1131781"/>
                </a:lnTo>
                <a:lnTo>
                  <a:pt x="1205867" y="1151453"/>
                </a:lnTo>
                <a:lnTo>
                  <a:pt x="1203646" y="1170173"/>
                </a:lnTo>
                <a:lnTo>
                  <a:pt x="1201108" y="1188893"/>
                </a:lnTo>
                <a:lnTo>
                  <a:pt x="1199522" y="1197778"/>
                </a:lnTo>
                <a:lnTo>
                  <a:pt x="1197302" y="1206979"/>
                </a:lnTo>
                <a:lnTo>
                  <a:pt x="1195398" y="1215863"/>
                </a:lnTo>
                <a:lnTo>
                  <a:pt x="1193177" y="1224747"/>
                </a:lnTo>
                <a:lnTo>
                  <a:pt x="1190956" y="1233314"/>
                </a:lnTo>
                <a:lnTo>
                  <a:pt x="1188418" y="1242199"/>
                </a:lnTo>
                <a:lnTo>
                  <a:pt x="1185563" y="1250448"/>
                </a:lnTo>
                <a:lnTo>
                  <a:pt x="1182708" y="1259015"/>
                </a:lnTo>
                <a:lnTo>
                  <a:pt x="1179218" y="1266947"/>
                </a:lnTo>
                <a:lnTo>
                  <a:pt x="1175728" y="1275197"/>
                </a:lnTo>
                <a:lnTo>
                  <a:pt x="1172239" y="1283129"/>
                </a:lnTo>
                <a:lnTo>
                  <a:pt x="1168749" y="1291062"/>
                </a:lnTo>
                <a:lnTo>
                  <a:pt x="1164625" y="1298677"/>
                </a:lnTo>
                <a:lnTo>
                  <a:pt x="1160183" y="1305974"/>
                </a:lnTo>
                <a:lnTo>
                  <a:pt x="1155742" y="1313589"/>
                </a:lnTo>
                <a:lnTo>
                  <a:pt x="1151300" y="1320570"/>
                </a:lnTo>
                <a:lnTo>
                  <a:pt x="1146542" y="1327867"/>
                </a:lnTo>
                <a:lnTo>
                  <a:pt x="1141148" y="1334531"/>
                </a:lnTo>
                <a:lnTo>
                  <a:pt x="1135755" y="1341194"/>
                </a:lnTo>
                <a:lnTo>
                  <a:pt x="1130362" y="1347857"/>
                </a:lnTo>
                <a:lnTo>
                  <a:pt x="1124334" y="1354203"/>
                </a:lnTo>
                <a:lnTo>
                  <a:pt x="1118306" y="1360548"/>
                </a:lnTo>
                <a:lnTo>
                  <a:pt x="1112278" y="1366577"/>
                </a:lnTo>
                <a:lnTo>
                  <a:pt x="1105299" y="1372288"/>
                </a:lnTo>
                <a:lnTo>
                  <a:pt x="1098637" y="1378000"/>
                </a:lnTo>
                <a:lnTo>
                  <a:pt x="1091657" y="1383394"/>
                </a:lnTo>
                <a:lnTo>
                  <a:pt x="1084360" y="1388470"/>
                </a:lnTo>
                <a:lnTo>
                  <a:pt x="1076746" y="1393230"/>
                </a:lnTo>
                <a:lnTo>
                  <a:pt x="1068815" y="1398306"/>
                </a:lnTo>
                <a:lnTo>
                  <a:pt x="1061201" y="1402748"/>
                </a:lnTo>
                <a:lnTo>
                  <a:pt x="1052636" y="1407190"/>
                </a:lnTo>
                <a:lnTo>
                  <a:pt x="1044070" y="1411633"/>
                </a:lnTo>
                <a:lnTo>
                  <a:pt x="1035187" y="1415440"/>
                </a:lnTo>
                <a:lnTo>
                  <a:pt x="1025986" y="1418930"/>
                </a:lnTo>
                <a:lnTo>
                  <a:pt x="1016469" y="1422420"/>
                </a:lnTo>
                <a:lnTo>
                  <a:pt x="1006634" y="1425593"/>
                </a:lnTo>
                <a:lnTo>
                  <a:pt x="996800" y="1428766"/>
                </a:lnTo>
                <a:lnTo>
                  <a:pt x="986330" y="1431305"/>
                </a:lnTo>
                <a:lnTo>
                  <a:pt x="976178" y="1433843"/>
                </a:lnTo>
                <a:lnTo>
                  <a:pt x="965074" y="1436064"/>
                </a:lnTo>
                <a:lnTo>
                  <a:pt x="953971" y="1437968"/>
                </a:lnTo>
                <a:lnTo>
                  <a:pt x="942550" y="1439554"/>
                </a:lnTo>
                <a:lnTo>
                  <a:pt x="930812" y="1440823"/>
                </a:lnTo>
                <a:lnTo>
                  <a:pt x="918756" y="1442093"/>
                </a:lnTo>
                <a:lnTo>
                  <a:pt x="906383" y="1443044"/>
                </a:lnTo>
                <a:lnTo>
                  <a:pt x="893693" y="1443362"/>
                </a:lnTo>
                <a:lnTo>
                  <a:pt x="740144" y="1448756"/>
                </a:lnTo>
                <a:lnTo>
                  <a:pt x="652583" y="1451611"/>
                </a:lnTo>
                <a:lnTo>
                  <a:pt x="613244" y="1452563"/>
                </a:lnTo>
                <a:lnTo>
                  <a:pt x="604044" y="1452563"/>
                </a:lnTo>
                <a:lnTo>
                  <a:pt x="595161" y="1452563"/>
                </a:lnTo>
                <a:lnTo>
                  <a:pt x="555505" y="1451611"/>
                </a:lnTo>
                <a:lnTo>
                  <a:pt x="467944" y="1448756"/>
                </a:lnTo>
                <a:lnTo>
                  <a:pt x="314395" y="1443362"/>
                </a:lnTo>
                <a:lnTo>
                  <a:pt x="302022" y="1443044"/>
                </a:lnTo>
                <a:lnTo>
                  <a:pt x="289332" y="1442093"/>
                </a:lnTo>
                <a:lnTo>
                  <a:pt x="277276" y="1440823"/>
                </a:lnTo>
                <a:lnTo>
                  <a:pt x="265856" y="1439554"/>
                </a:lnTo>
                <a:lnTo>
                  <a:pt x="254117" y="1437968"/>
                </a:lnTo>
                <a:lnTo>
                  <a:pt x="243014" y="1436064"/>
                </a:lnTo>
                <a:lnTo>
                  <a:pt x="232227" y="1433843"/>
                </a:lnTo>
                <a:lnTo>
                  <a:pt x="221758" y="1431305"/>
                </a:lnTo>
                <a:lnTo>
                  <a:pt x="211288" y="1428766"/>
                </a:lnTo>
                <a:lnTo>
                  <a:pt x="201454" y="1425593"/>
                </a:lnTo>
                <a:lnTo>
                  <a:pt x="191619" y="1422420"/>
                </a:lnTo>
                <a:lnTo>
                  <a:pt x="182419" y="1418930"/>
                </a:lnTo>
                <a:lnTo>
                  <a:pt x="172901" y="1415440"/>
                </a:lnTo>
                <a:lnTo>
                  <a:pt x="164336" y="1411633"/>
                </a:lnTo>
                <a:lnTo>
                  <a:pt x="155452" y="1407190"/>
                </a:lnTo>
                <a:lnTo>
                  <a:pt x="147521" y="1402748"/>
                </a:lnTo>
                <a:lnTo>
                  <a:pt x="139273" y="1398306"/>
                </a:lnTo>
                <a:lnTo>
                  <a:pt x="131342" y="1393230"/>
                </a:lnTo>
                <a:lnTo>
                  <a:pt x="123728" y="1388470"/>
                </a:lnTo>
                <a:lnTo>
                  <a:pt x="116431" y="1383394"/>
                </a:lnTo>
                <a:lnTo>
                  <a:pt x="109768" y="1378000"/>
                </a:lnTo>
                <a:lnTo>
                  <a:pt x="102789" y="1372288"/>
                </a:lnTo>
                <a:lnTo>
                  <a:pt x="96127" y="1366577"/>
                </a:lnTo>
                <a:lnTo>
                  <a:pt x="89782" y="1360548"/>
                </a:lnTo>
                <a:lnTo>
                  <a:pt x="83754" y="1354203"/>
                </a:lnTo>
                <a:lnTo>
                  <a:pt x="78044" y="1347857"/>
                </a:lnTo>
                <a:lnTo>
                  <a:pt x="72333" y="1341194"/>
                </a:lnTo>
                <a:lnTo>
                  <a:pt x="66940" y="1334531"/>
                </a:lnTo>
                <a:lnTo>
                  <a:pt x="61864" y="1327867"/>
                </a:lnTo>
                <a:lnTo>
                  <a:pt x="56788" y="1320570"/>
                </a:lnTo>
                <a:lnTo>
                  <a:pt x="52346" y="1313589"/>
                </a:lnTo>
                <a:lnTo>
                  <a:pt x="47905" y="1305974"/>
                </a:lnTo>
                <a:lnTo>
                  <a:pt x="43780" y="1298677"/>
                </a:lnTo>
                <a:lnTo>
                  <a:pt x="39339" y="1291062"/>
                </a:lnTo>
                <a:lnTo>
                  <a:pt x="35849" y="1283129"/>
                </a:lnTo>
                <a:lnTo>
                  <a:pt x="32360" y="1275197"/>
                </a:lnTo>
                <a:lnTo>
                  <a:pt x="28870" y="1266947"/>
                </a:lnTo>
                <a:lnTo>
                  <a:pt x="25697" y="1259015"/>
                </a:lnTo>
                <a:lnTo>
                  <a:pt x="22525" y="1250448"/>
                </a:lnTo>
                <a:lnTo>
                  <a:pt x="19670" y="1242199"/>
                </a:lnTo>
                <a:lnTo>
                  <a:pt x="17132" y="1233314"/>
                </a:lnTo>
                <a:lnTo>
                  <a:pt x="14911" y="1224747"/>
                </a:lnTo>
                <a:lnTo>
                  <a:pt x="12690" y="1215863"/>
                </a:lnTo>
                <a:lnTo>
                  <a:pt x="10786" y="1206979"/>
                </a:lnTo>
                <a:lnTo>
                  <a:pt x="8883" y="1197778"/>
                </a:lnTo>
                <a:lnTo>
                  <a:pt x="7297" y="1188893"/>
                </a:lnTo>
                <a:lnTo>
                  <a:pt x="4442" y="1170173"/>
                </a:lnTo>
                <a:lnTo>
                  <a:pt x="2221" y="1151453"/>
                </a:lnTo>
                <a:lnTo>
                  <a:pt x="952" y="1131781"/>
                </a:lnTo>
                <a:lnTo>
                  <a:pt x="317" y="1112426"/>
                </a:lnTo>
                <a:lnTo>
                  <a:pt x="0" y="1092437"/>
                </a:lnTo>
                <a:lnTo>
                  <a:pt x="634" y="1072447"/>
                </a:lnTo>
                <a:lnTo>
                  <a:pt x="1586" y="1052458"/>
                </a:lnTo>
                <a:lnTo>
                  <a:pt x="3172" y="1032151"/>
                </a:lnTo>
                <a:lnTo>
                  <a:pt x="5393" y="1011845"/>
                </a:lnTo>
                <a:lnTo>
                  <a:pt x="8248" y="990903"/>
                </a:lnTo>
                <a:lnTo>
                  <a:pt x="11421" y="970279"/>
                </a:lnTo>
                <a:lnTo>
                  <a:pt x="14911" y="949655"/>
                </a:lnTo>
                <a:lnTo>
                  <a:pt x="19035" y="929031"/>
                </a:lnTo>
                <a:lnTo>
                  <a:pt x="23476" y="908407"/>
                </a:lnTo>
                <a:lnTo>
                  <a:pt x="28235" y="887783"/>
                </a:lnTo>
                <a:lnTo>
                  <a:pt x="33628" y="867477"/>
                </a:lnTo>
                <a:lnTo>
                  <a:pt x="39022" y="847170"/>
                </a:lnTo>
                <a:lnTo>
                  <a:pt x="45050" y="826863"/>
                </a:lnTo>
                <a:lnTo>
                  <a:pt x="51077" y="807191"/>
                </a:lnTo>
                <a:lnTo>
                  <a:pt x="58057" y="787519"/>
                </a:lnTo>
                <a:lnTo>
                  <a:pt x="64402" y="768164"/>
                </a:lnTo>
                <a:lnTo>
                  <a:pt x="71381" y="748492"/>
                </a:lnTo>
                <a:lnTo>
                  <a:pt x="78678" y="729772"/>
                </a:lnTo>
                <a:lnTo>
                  <a:pt x="85975" y="711369"/>
                </a:lnTo>
                <a:lnTo>
                  <a:pt x="93906" y="693283"/>
                </a:lnTo>
                <a:lnTo>
                  <a:pt x="101520" y="675832"/>
                </a:lnTo>
                <a:lnTo>
                  <a:pt x="109134" y="658698"/>
                </a:lnTo>
                <a:lnTo>
                  <a:pt x="117065" y="641882"/>
                </a:lnTo>
                <a:lnTo>
                  <a:pt x="124996" y="626017"/>
                </a:lnTo>
                <a:lnTo>
                  <a:pt x="133245" y="610153"/>
                </a:lnTo>
                <a:lnTo>
                  <a:pt x="141176" y="595557"/>
                </a:lnTo>
                <a:lnTo>
                  <a:pt x="149425" y="581279"/>
                </a:lnTo>
                <a:lnTo>
                  <a:pt x="157356" y="567318"/>
                </a:lnTo>
                <a:lnTo>
                  <a:pt x="165604" y="554309"/>
                </a:lnTo>
                <a:lnTo>
                  <a:pt x="173536" y="542252"/>
                </a:lnTo>
                <a:lnTo>
                  <a:pt x="181467" y="530830"/>
                </a:lnTo>
                <a:lnTo>
                  <a:pt x="189081" y="519725"/>
                </a:lnTo>
                <a:lnTo>
                  <a:pt x="197012" y="510206"/>
                </a:lnTo>
                <a:lnTo>
                  <a:pt x="204309" y="501004"/>
                </a:lnTo>
                <a:lnTo>
                  <a:pt x="211606" y="493072"/>
                </a:lnTo>
                <a:lnTo>
                  <a:pt x="218902" y="485457"/>
                </a:lnTo>
                <a:lnTo>
                  <a:pt x="225248" y="479428"/>
                </a:lnTo>
                <a:lnTo>
                  <a:pt x="232862" y="473083"/>
                </a:lnTo>
                <a:lnTo>
                  <a:pt x="248407" y="460074"/>
                </a:lnTo>
                <a:lnTo>
                  <a:pt x="265538" y="446430"/>
                </a:lnTo>
                <a:lnTo>
                  <a:pt x="283622" y="432469"/>
                </a:lnTo>
                <a:lnTo>
                  <a:pt x="322009" y="404548"/>
                </a:lnTo>
                <a:lnTo>
                  <a:pt x="360396" y="375991"/>
                </a:lnTo>
                <a:lnTo>
                  <a:pt x="379114" y="362030"/>
                </a:lnTo>
                <a:lnTo>
                  <a:pt x="396562" y="348387"/>
                </a:lnTo>
                <a:lnTo>
                  <a:pt x="412742" y="335060"/>
                </a:lnTo>
                <a:lnTo>
                  <a:pt x="420039" y="328397"/>
                </a:lnTo>
                <a:lnTo>
                  <a:pt x="427018" y="322369"/>
                </a:lnTo>
                <a:lnTo>
                  <a:pt x="433364" y="316340"/>
                </a:lnTo>
                <a:lnTo>
                  <a:pt x="439391" y="309994"/>
                </a:lnTo>
                <a:lnTo>
                  <a:pt x="444784" y="304283"/>
                </a:lnTo>
                <a:lnTo>
                  <a:pt x="449226" y="298572"/>
                </a:lnTo>
                <a:lnTo>
                  <a:pt x="453033" y="293178"/>
                </a:lnTo>
                <a:lnTo>
                  <a:pt x="456523" y="287784"/>
                </a:lnTo>
                <a:lnTo>
                  <a:pt x="459061" y="283024"/>
                </a:lnTo>
                <a:lnTo>
                  <a:pt x="460647" y="277948"/>
                </a:lnTo>
                <a:lnTo>
                  <a:pt x="461282" y="274775"/>
                </a:lnTo>
                <a:lnTo>
                  <a:pt x="461916" y="271919"/>
                </a:lnTo>
                <a:lnTo>
                  <a:pt x="456840" y="270967"/>
                </a:lnTo>
                <a:lnTo>
                  <a:pt x="452081" y="269698"/>
                </a:lnTo>
                <a:lnTo>
                  <a:pt x="448274" y="267794"/>
                </a:lnTo>
                <a:lnTo>
                  <a:pt x="444784" y="265256"/>
                </a:lnTo>
                <a:lnTo>
                  <a:pt x="441929" y="262083"/>
                </a:lnTo>
                <a:lnTo>
                  <a:pt x="440660" y="260497"/>
                </a:lnTo>
                <a:lnTo>
                  <a:pt x="439708" y="258910"/>
                </a:lnTo>
                <a:lnTo>
                  <a:pt x="438757" y="257324"/>
                </a:lnTo>
                <a:lnTo>
                  <a:pt x="438440" y="255420"/>
                </a:lnTo>
                <a:lnTo>
                  <a:pt x="438122" y="253834"/>
                </a:lnTo>
                <a:lnTo>
                  <a:pt x="437488" y="251930"/>
                </a:lnTo>
                <a:lnTo>
                  <a:pt x="438122" y="250026"/>
                </a:lnTo>
                <a:lnTo>
                  <a:pt x="438440" y="248122"/>
                </a:lnTo>
                <a:lnTo>
                  <a:pt x="438757" y="246536"/>
                </a:lnTo>
                <a:lnTo>
                  <a:pt x="439708" y="244315"/>
                </a:lnTo>
                <a:lnTo>
                  <a:pt x="440660" y="242728"/>
                </a:lnTo>
                <a:lnTo>
                  <a:pt x="441929" y="241142"/>
                </a:lnTo>
                <a:lnTo>
                  <a:pt x="444784" y="238286"/>
                </a:lnTo>
                <a:lnTo>
                  <a:pt x="448274" y="236065"/>
                </a:lnTo>
                <a:lnTo>
                  <a:pt x="452081" y="234161"/>
                </a:lnTo>
                <a:lnTo>
                  <a:pt x="456840" y="232575"/>
                </a:lnTo>
                <a:lnTo>
                  <a:pt x="461916" y="231940"/>
                </a:lnTo>
                <a:lnTo>
                  <a:pt x="460647" y="227498"/>
                </a:lnTo>
                <a:lnTo>
                  <a:pt x="459378" y="223374"/>
                </a:lnTo>
                <a:lnTo>
                  <a:pt x="457792" y="219249"/>
                </a:lnTo>
                <a:lnTo>
                  <a:pt x="456206" y="215124"/>
                </a:lnTo>
                <a:lnTo>
                  <a:pt x="451764" y="206874"/>
                </a:lnTo>
                <a:lnTo>
                  <a:pt x="447005" y="198307"/>
                </a:lnTo>
                <a:lnTo>
                  <a:pt x="441295" y="189423"/>
                </a:lnTo>
                <a:lnTo>
                  <a:pt x="434632" y="180222"/>
                </a:lnTo>
                <a:lnTo>
                  <a:pt x="420039" y="159598"/>
                </a:lnTo>
                <a:lnTo>
                  <a:pt x="412108" y="147541"/>
                </a:lnTo>
                <a:lnTo>
                  <a:pt x="403542" y="134532"/>
                </a:lnTo>
                <a:lnTo>
                  <a:pt x="394024" y="120254"/>
                </a:lnTo>
                <a:lnTo>
                  <a:pt x="384190" y="104706"/>
                </a:lnTo>
                <a:lnTo>
                  <a:pt x="374355" y="87573"/>
                </a:lnTo>
                <a:lnTo>
                  <a:pt x="363886" y="68535"/>
                </a:lnTo>
                <a:lnTo>
                  <a:pt x="353099" y="47911"/>
                </a:lnTo>
                <a:lnTo>
                  <a:pt x="341996" y="25066"/>
                </a:lnTo>
                <a:lnTo>
                  <a:pt x="352782" y="20307"/>
                </a:lnTo>
                <a:lnTo>
                  <a:pt x="362617" y="15865"/>
                </a:lnTo>
                <a:lnTo>
                  <a:pt x="372134" y="13009"/>
                </a:lnTo>
                <a:lnTo>
                  <a:pt x="380700" y="11105"/>
                </a:lnTo>
                <a:lnTo>
                  <a:pt x="388948" y="9836"/>
                </a:lnTo>
                <a:lnTo>
                  <a:pt x="396562" y="9519"/>
                </a:lnTo>
                <a:lnTo>
                  <a:pt x="403859" y="9519"/>
                </a:lnTo>
                <a:lnTo>
                  <a:pt x="410522" y="10471"/>
                </a:lnTo>
                <a:lnTo>
                  <a:pt x="416549" y="12057"/>
                </a:lnTo>
                <a:lnTo>
                  <a:pt x="422894" y="14278"/>
                </a:lnTo>
                <a:lnTo>
                  <a:pt x="428288" y="16816"/>
                </a:lnTo>
                <a:lnTo>
                  <a:pt x="433681" y="19989"/>
                </a:lnTo>
                <a:lnTo>
                  <a:pt x="439074" y="23162"/>
                </a:lnTo>
                <a:lnTo>
                  <a:pt x="443833" y="26970"/>
                </a:lnTo>
                <a:lnTo>
                  <a:pt x="448592" y="30777"/>
                </a:lnTo>
                <a:lnTo>
                  <a:pt x="453033" y="34585"/>
                </a:lnTo>
                <a:lnTo>
                  <a:pt x="462550" y="43152"/>
                </a:lnTo>
                <a:lnTo>
                  <a:pt x="471434" y="51401"/>
                </a:lnTo>
                <a:lnTo>
                  <a:pt x="476510" y="55843"/>
                </a:lnTo>
                <a:lnTo>
                  <a:pt x="481268" y="59651"/>
                </a:lnTo>
                <a:lnTo>
                  <a:pt x="486027" y="63141"/>
                </a:lnTo>
                <a:lnTo>
                  <a:pt x="491738" y="66314"/>
                </a:lnTo>
                <a:lnTo>
                  <a:pt x="497131" y="69170"/>
                </a:lnTo>
                <a:lnTo>
                  <a:pt x="502841" y="72025"/>
                </a:lnTo>
                <a:lnTo>
                  <a:pt x="509186" y="73929"/>
                </a:lnTo>
                <a:lnTo>
                  <a:pt x="515531" y="75198"/>
                </a:lnTo>
                <a:lnTo>
                  <a:pt x="522194" y="76150"/>
                </a:lnTo>
                <a:lnTo>
                  <a:pt x="529808" y="76150"/>
                </a:lnTo>
                <a:lnTo>
                  <a:pt x="537739" y="75515"/>
                </a:lnTo>
                <a:lnTo>
                  <a:pt x="546304" y="74246"/>
                </a:lnTo>
                <a:lnTo>
                  <a:pt x="557408" y="68218"/>
                </a:lnTo>
                <a:lnTo>
                  <a:pt x="568195" y="62824"/>
                </a:lnTo>
                <a:lnTo>
                  <a:pt x="587864" y="51719"/>
                </a:lnTo>
                <a:lnTo>
                  <a:pt x="605313" y="41882"/>
                </a:lnTo>
                <a:lnTo>
                  <a:pt x="620858" y="32681"/>
                </a:lnTo>
                <a:lnTo>
                  <a:pt x="635452" y="24749"/>
                </a:lnTo>
                <a:lnTo>
                  <a:pt x="648776" y="17134"/>
                </a:lnTo>
                <a:lnTo>
                  <a:pt x="655438" y="13961"/>
                </a:lnTo>
                <a:lnTo>
                  <a:pt x="661784" y="11422"/>
                </a:lnTo>
                <a:lnTo>
                  <a:pt x="668446" y="8884"/>
                </a:lnTo>
                <a:lnTo>
                  <a:pt x="675108" y="6663"/>
                </a:lnTo>
                <a:lnTo>
                  <a:pt x="682088" y="4759"/>
                </a:lnTo>
                <a:lnTo>
                  <a:pt x="688750" y="3173"/>
                </a:lnTo>
                <a:lnTo>
                  <a:pt x="695729" y="1586"/>
                </a:lnTo>
                <a:lnTo>
                  <a:pt x="703343" y="635"/>
                </a:lnTo>
                <a:lnTo>
                  <a:pt x="710957" y="31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chemeClr val="accent1"/>
              </a:solidFill>
              <a:cs typeface="+mn-ea"/>
              <a:sym typeface="+mn-lt"/>
            </a:endParaRPr>
          </a:p>
        </p:txBody>
      </p:sp>
      <p:sp>
        <p:nvSpPr>
          <p:cNvPr id="11" name="KSO_Shape">
            <a:extLst>
              <a:ext uri="{FF2B5EF4-FFF2-40B4-BE49-F238E27FC236}">
                <a16:creationId xmlns:a16="http://schemas.microsoft.com/office/drawing/2014/main" id="{97A17E19-7A08-419C-BAD3-1AD00582D2C9}"/>
              </a:ext>
            </a:extLst>
          </p:cNvPr>
          <p:cNvSpPr/>
          <p:nvPr/>
        </p:nvSpPr>
        <p:spPr bwMode="auto">
          <a:xfrm>
            <a:off x="2268538" y="2655888"/>
            <a:ext cx="571500" cy="569912"/>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chemeClr val="accent1"/>
              </a:solidFill>
              <a:latin typeface="+mn-lt"/>
              <a:ea typeface="+mn-ea"/>
              <a:cs typeface="+mn-ea"/>
              <a:sym typeface="+mn-lt"/>
            </a:endParaRPr>
          </a:p>
        </p:txBody>
      </p:sp>
      <p:sp>
        <p:nvSpPr>
          <p:cNvPr id="12" name="KSO_Shape">
            <a:extLst>
              <a:ext uri="{FF2B5EF4-FFF2-40B4-BE49-F238E27FC236}">
                <a16:creationId xmlns:a16="http://schemas.microsoft.com/office/drawing/2014/main" id="{0CE7188B-1198-48B8-AF0E-AA30986D2E51}"/>
              </a:ext>
            </a:extLst>
          </p:cNvPr>
          <p:cNvSpPr/>
          <p:nvPr/>
        </p:nvSpPr>
        <p:spPr>
          <a:xfrm>
            <a:off x="8937625" y="2655888"/>
            <a:ext cx="677863" cy="569912"/>
          </a:xfrm>
          <a:custGeom>
            <a:avLst/>
            <a:gdLst>
              <a:gd name="connsiteX0" fmla="*/ 2733675 w 5559425"/>
              <a:gd name="connsiteY0" fmla="*/ 1498599 h 4676774"/>
              <a:gd name="connsiteX1" fmla="*/ 2708275 w 5559425"/>
              <a:gd name="connsiteY1" fmla="*/ 1501774 h 4676774"/>
              <a:gd name="connsiteX2" fmla="*/ 2689225 w 5559425"/>
              <a:gd name="connsiteY2" fmla="*/ 1511299 h 4676774"/>
              <a:gd name="connsiteX3" fmla="*/ 2673350 w 5559425"/>
              <a:gd name="connsiteY3" fmla="*/ 1520824 h 4676774"/>
              <a:gd name="connsiteX4" fmla="*/ 2663825 w 5559425"/>
              <a:gd name="connsiteY4" fmla="*/ 1536699 h 4676774"/>
              <a:gd name="connsiteX5" fmla="*/ 2657475 w 5559425"/>
              <a:gd name="connsiteY5" fmla="*/ 1555749 h 4676774"/>
              <a:gd name="connsiteX6" fmla="*/ 2654300 w 5559425"/>
              <a:gd name="connsiteY6" fmla="*/ 1577974 h 4676774"/>
              <a:gd name="connsiteX7" fmla="*/ 2654300 w 5559425"/>
              <a:gd name="connsiteY7" fmla="*/ 1603374 h 4676774"/>
              <a:gd name="connsiteX8" fmla="*/ 2654300 w 5559425"/>
              <a:gd name="connsiteY8" fmla="*/ 1758949 h 4676774"/>
              <a:gd name="connsiteX9" fmla="*/ 2593975 w 5559425"/>
              <a:gd name="connsiteY9" fmla="*/ 1771649 h 4676774"/>
              <a:gd name="connsiteX10" fmla="*/ 2540000 w 5559425"/>
              <a:gd name="connsiteY10" fmla="*/ 1787524 h 4676774"/>
              <a:gd name="connsiteX11" fmla="*/ 2492375 w 5559425"/>
              <a:gd name="connsiteY11" fmla="*/ 1806574 h 4676774"/>
              <a:gd name="connsiteX12" fmla="*/ 2444750 w 5559425"/>
              <a:gd name="connsiteY12" fmla="*/ 1828799 h 4676774"/>
              <a:gd name="connsiteX13" fmla="*/ 2400300 w 5559425"/>
              <a:gd name="connsiteY13" fmla="*/ 1854199 h 4676774"/>
              <a:gd name="connsiteX14" fmla="*/ 2362200 w 5559425"/>
              <a:gd name="connsiteY14" fmla="*/ 1879599 h 4676774"/>
              <a:gd name="connsiteX15" fmla="*/ 2327275 w 5559425"/>
              <a:gd name="connsiteY15" fmla="*/ 1911349 h 4676774"/>
              <a:gd name="connsiteX16" fmla="*/ 2292350 w 5559425"/>
              <a:gd name="connsiteY16" fmla="*/ 1943099 h 4676774"/>
              <a:gd name="connsiteX17" fmla="*/ 2266950 w 5559425"/>
              <a:gd name="connsiteY17" fmla="*/ 1978024 h 4676774"/>
              <a:gd name="connsiteX18" fmla="*/ 2241550 w 5559425"/>
              <a:gd name="connsiteY18" fmla="*/ 2016124 h 4676774"/>
              <a:gd name="connsiteX19" fmla="*/ 2219325 w 5559425"/>
              <a:gd name="connsiteY19" fmla="*/ 2054224 h 4676774"/>
              <a:gd name="connsiteX20" fmla="*/ 2203450 w 5559425"/>
              <a:gd name="connsiteY20" fmla="*/ 2092324 h 4676774"/>
              <a:gd name="connsiteX21" fmla="*/ 2190750 w 5559425"/>
              <a:gd name="connsiteY21" fmla="*/ 2130424 h 4676774"/>
              <a:gd name="connsiteX22" fmla="*/ 2181225 w 5559425"/>
              <a:gd name="connsiteY22" fmla="*/ 2168524 h 4676774"/>
              <a:gd name="connsiteX23" fmla="*/ 2174875 w 5559425"/>
              <a:gd name="connsiteY23" fmla="*/ 2209799 h 4676774"/>
              <a:gd name="connsiteX24" fmla="*/ 2171700 w 5559425"/>
              <a:gd name="connsiteY24" fmla="*/ 2251074 h 4676774"/>
              <a:gd name="connsiteX25" fmla="*/ 2174875 w 5559425"/>
              <a:gd name="connsiteY25" fmla="*/ 2314574 h 4676774"/>
              <a:gd name="connsiteX26" fmla="*/ 2184400 w 5559425"/>
              <a:gd name="connsiteY26" fmla="*/ 2371724 h 4676774"/>
              <a:gd name="connsiteX27" fmla="*/ 2197100 w 5559425"/>
              <a:gd name="connsiteY27" fmla="*/ 2425699 h 4676774"/>
              <a:gd name="connsiteX28" fmla="*/ 2216150 w 5559425"/>
              <a:gd name="connsiteY28" fmla="*/ 2476499 h 4676774"/>
              <a:gd name="connsiteX29" fmla="*/ 2238375 w 5559425"/>
              <a:gd name="connsiteY29" fmla="*/ 2520949 h 4676774"/>
              <a:gd name="connsiteX30" fmla="*/ 2266950 w 5559425"/>
              <a:gd name="connsiteY30" fmla="*/ 2562224 h 4676774"/>
              <a:gd name="connsiteX31" fmla="*/ 2298700 w 5559425"/>
              <a:gd name="connsiteY31" fmla="*/ 2603499 h 4676774"/>
              <a:gd name="connsiteX32" fmla="*/ 2333625 w 5559425"/>
              <a:gd name="connsiteY32" fmla="*/ 2638424 h 4676774"/>
              <a:gd name="connsiteX33" fmla="*/ 2371725 w 5559425"/>
              <a:gd name="connsiteY33" fmla="*/ 2670174 h 4676774"/>
              <a:gd name="connsiteX34" fmla="*/ 2413000 w 5559425"/>
              <a:gd name="connsiteY34" fmla="*/ 2701924 h 4676774"/>
              <a:gd name="connsiteX35" fmla="*/ 2457450 w 5559425"/>
              <a:gd name="connsiteY35" fmla="*/ 2730499 h 4676774"/>
              <a:gd name="connsiteX36" fmla="*/ 2501900 w 5559425"/>
              <a:gd name="connsiteY36" fmla="*/ 2755899 h 4676774"/>
              <a:gd name="connsiteX37" fmla="*/ 2600325 w 5559425"/>
              <a:gd name="connsiteY37" fmla="*/ 2803524 h 4676774"/>
              <a:gd name="connsiteX38" fmla="*/ 2701925 w 5559425"/>
              <a:gd name="connsiteY38" fmla="*/ 2844799 h 4676774"/>
              <a:gd name="connsiteX39" fmla="*/ 2790825 w 5559425"/>
              <a:gd name="connsiteY39" fmla="*/ 2882899 h 4676774"/>
              <a:gd name="connsiteX40" fmla="*/ 2863850 w 5559425"/>
              <a:gd name="connsiteY40" fmla="*/ 2920999 h 4676774"/>
              <a:gd name="connsiteX41" fmla="*/ 2924175 w 5559425"/>
              <a:gd name="connsiteY41" fmla="*/ 2955924 h 4676774"/>
              <a:gd name="connsiteX42" fmla="*/ 2946400 w 5559425"/>
              <a:gd name="connsiteY42" fmla="*/ 2974974 h 4676774"/>
              <a:gd name="connsiteX43" fmla="*/ 2968625 w 5559425"/>
              <a:gd name="connsiteY43" fmla="*/ 2994024 h 4676774"/>
              <a:gd name="connsiteX44" fmla="*/ 2984500 w 5559425"/>
              <a:gd name="connsiteY44" fmla="*/ 3009899 h 4676774"/>
              <a:gd name="connsiteX45" fmla="*/ 3000375 w 5559425"/>
              <a:gd name="connsiteY45" fmla="*/ 3032124 h 4676774"/>
              <a:gd name="connsiteX46" fmla="*/ 3013075 w 5559425"/>
              <a:gd name="connsiteY46" fmla="*/ 3051174 h 4676774"/>
              <a:gd name="connsiteX47" fmla="*/ 3022600 w 5559425"/>
              <a:gd name="connsiteY47" fmla="*/ 3073399 h 4676774"/>
              <a:gd name="connsiteX48" fmla="*/ 3028950 w 5559425"/>
              <a:gd name="connsiteY48" fmla="*/ 3095624 h 4676774"/>
              <a:gd name="connsiteX49" fmla="*/ 3035300 w 5559425"/>
              <a:gd name="connsiteY49" fmla="*/ 3121024 h 4676774"/>
              <a:gd name="connsiteX50" fmla="*/ 3038475 w 5559425"/>
              <a:gd name="connsiteY50" fmla="*/ 3146424 h 4676774"/>
              <a:gd name="connsiteX51" fmla="*/ 3041650 w 5559425"/>
              <a:gd name="connsiteY51" fmla="*/ 3171824 h 4676774"/>
              <a:gd name="connsiteX52" fmla="*/ 3038475 w 5559425"/>
              <a:gd name="connsiteY52" fmla="*/ 3203574 h 4676774"/>
              <a:gd name="connsiteX53" fmla="*/ 3032125 w 5559425"/>
              <a:gd name="connsiteY53" fmla="*/ 3232149 h 4676774"/>
              <a:gd name="connsiteX54" fmla="*/ 3025775 w 5559425"/>
              <a:gd name="connsiteY54" fmla="*/ 3257549 h 4676774"/>
              <a:gd name="connsiteX55" fmla="*/ 3013075 w 5559425"/>
              <a:gd name="connsiteY55" fmla="*/ 3279774 h 4676774"/>
              <a:gd name="connsiteX56" fmla="*/ 2997200 w 5559425"/>
              <a:gd name="connsiteY56" fmla="*/ 3301999 h 4676774"/>
              <a:gd name="connsiteX57" fmla="*/ 2978150 w 5559425"/>
              <a:gd name="connsiteY57" fmla="*/ 3317874 h 4676774"/>
              <a:gd name="connsiteX58" fmla="*/ 2955925 w 5559425"/>
              <a:gd name="connsiteY58" fmla="*/ 3333749 h 4676774"/>
              <a:gd name="connsiteX59" fmla="*/ 2927350 w 5559425"/>
              <a:gd name="connsiteY59" fmla="*/ 3349624 h 4676774"/>
              <a:gd name="connsiteX60" fmla="*/ 2898775 w 5559425"/>
              <a:gd name="connsiteY60" fmla="*/ 3359149 h 4676774"/>
              <a:gd name="connsiteX61" fmla="*/ 2870200 w 5559425"/>
              <a:gd name="connsiteY61" fmla="*/ 3371849 h 4676774"/>
              <a:gd name="connsiteX62" fmla="*/ 2803525 w 5559425"/>
              <a:gd name="connsiteY62" fmla="*/ 3384549 h 4676774"/>
              <a:gd name="connsiteX63" fmla="*/ 2733675 w 5559425"/>
              <a:gd name="connsiteY63" fmla="*/ 3394074 h 4676774"/>
              <a:gd name="connsiteX64" fmla="*/ 2657475 w 5559425"/>
              <a:gd name="connsiteY64" fmla="*/ 3397249 h 4676774"/>
              <a:gd name="connsiteX65" fmla="*/ 2581275 w 5559425"/>
              <a:gd name="connsiteY65" fmla="*/ 3397249 h 4676774"/>
              <a:gd name="connsiteX66" fmla="*/ 2517775 w 5559425"/>
              <a:gd name="connsiteY66" fmla="*/ 3390899 h 4676774"/>
              <a:gd name="connsiteX67" fmla="*/ 2457450 w 5559425"/>
              <a:gd name="connsiteY67" fmla="*/ 3384549 h 4676774"/>
              <a:gd name="connsiteX68" fmla="*/ 2406650 w 5559425"/>
              <a:gd name="connsiteY68" fmla="*/ 3375024 h 4676774"/>
              <a:gd name="connsiteX69" fmla="*/ 2324100 w 5559425"/>
              <a:gd name="connsiteY69" fmla="*/ 3349624 h 4676774"/>
              <a:gd name="connsiteX70" fmla="*/ 2257425 w 5559425"/>
              <a:gd name="connsiteY70" fmla="*/ 3324224 h 4676774"/>
              <a:gd name="connsiteX71" fmla="*/ 2232025 w 5559425"/>
              <a:gd name="connsiteY71" fmla="*/ 3314699 h 4676774"/>
              <a:gd name="connsiteX72" fmla="*/ 2212975 w 5559425"/>
              <a:gd name="connsiteY72" fmla="*/ 3308349 h 4676774"/>
              <a:gd name="connsiteX73" fmla="*/ 2203450 w 5559425"/>
              <a:gd name="connsiteY73" fmla="*/ 3311524 h 4676774"/>
              <a:gd name="connsiteX74" fmla="*/ 2193925 w 5559425"/>
              <a:gd name="connsiteY74" fmla="*/ 3317874 h 4676774"/>
              <a:gd name="connsiteX75" fmla="*/ 2184400 w 5559425"/>
              <a:gd name="connsiteY75" fmla="*/ 3330574 h 4676774"/>
              <a:gd name="connsiteX76" fmla="*/ 2174875 w 5559425"/>
              <a:gd name="connsiteY76" fmla="*/ 3346449 h 4676774"/>
              <a:gd name="connsiteX77" fmla="*/ 2159000 w 5559425"/>
              <a:gd name="connsiteY77" fmla="*/ 3390899 h 4676774"/>
              <a:gd name="connsiteX78" fmla="*/ 2146300 w 5559425"/>
              <a:gd name="connsiteY78" fmla="*/ 3441699 h 4676774"/>
              <a:gd name="connsiteX79" fmla="*/ 2133600 w 5559425"/>
              <a:gd name="connsiteY79" fmla="*/ 3495674 h 4676774"/>
              <a:gd name="connsiteX80" fmla="*/ 2130425 w 5559425"/>
              <a:gd name="connsiteY80" fmla="*/ 3546474 h 4676774"/>
              <a:gd name="connsiteX81" fmla="*/ 2130425 w 5559425"/>
              <a:gd name="connsiteY81" fmla="*/ 3568699 h 4676774"/>
              <a:gd name="connsiteX82" fmla="*/ 2130425 w 5559425"/>
              <a:gd name="connsiteY82" fmla="*/ 3587749 h 4676774"/>
              <a:gd name="connsiteX83" fmla="*/ 2133600 w 5559425"/>
              <a:gd name="connsiteY83" fmla="*/ 3600449 h 4676774"/>
              <a:gd name="connsiteX84" fmla="*/ 2139950 w 5559425"/>
              <a:gd name="connsiteY84" fmla="*/ 3606799 h 4676774"/>
              <a:gd name="connsiteX85" fmla="*/ 2168525 w 5559425"/>
              <a:gd name="connsiteY85" fmla="*/ 3622674 h 4676774"/>
              <a:gd name="connsiteX86" fmla="*/ 2203450 w 5559425"/>
              <a:gd name="connsiteY86" fmla="*/ 3641724 h 4676774"/>
              <a:gd name="connsiteX87" fmla="*/ 2247900 w 5559425"/>
              <a:gd name="connsiteY87" fmla="*/ 3657599 h 4676774"/>
              <a:gd name="connsiteX88" fmla="*/ 2301875 w 5559425"/>
              <a:gd name="connsiteY88" fmla="*/ 3673474 h 4676774"/>
              <a:gd name="connsiteX89" fmla="*/ 2362200 w 5559425"/>
              <a:gd name="connsiteY89" fmla="*/ 3689349 h 4676774"/>
              <a:gd name="connsiteX90" fmla="*/ 2432050 w 5559425"/>
              <a:gd name="connsiteY90" fmla="*/ 3702049 h 4676774"/>
              <a:gd name="connsiteX91" fmla="*/ 2511425 w 5559425"/>
              <a:gd name="connsiteY91" fmla="*/ 3711574 h 4676774"/>
              <a:gd name="connsiteX92" fmla="*/ 2597150 w 5559425"/>
              <a:gd name="connsiteY92" fmla="*/ 3717924 h 4676774"/>
              <a:gd name="connsiteX93" fmla="*/ 2597150 w 5559425"/>
              <a:gd name="connsiteY93" fmla="*/ 3829049 h 4676774"/>
              <a:gd name="connsiteX94" fmla="*/ 2597150 w 5559425"/>
              <a:gd name="connsiteY94" fmla="*/ 3860799 h 4676774"/>
              <a:gd name="connsiteX95" fmla="*/ 2603500 w 5559425"/>
              <a:gd name="connsiteY95" fmla="*/ 3886199 h 4676774"/>
              <a:gd name="connsiteX96" fmla="*/ 2609850 w 5559425"/>
              <a:gd name="connsiteY96" fmla="*/ 3905249 h 4676774"/>
              <a:gd name="connsiteX97" fmla="*/ 2619375 w 5559425"/>
              <a:gd name="connsiteY97" fmla="*/ 3921124 h 4676774"/>
              <a:gd name="connsiteX98" fmla="*/ 2632075 w 5559425"/>
              <a:gd name="connsiteY98" fmla="*/ 3930649 h 4676774"/>
              <a:gd name="connsiteX99" fmla="*/ 2647950 w 5559425"/>
              <a:gd name="connsiteY99" fmla="*/ 3936999 h 4676774"/>
              <a:gd name="connsiteX100" fmla="*/ 2670175 w 5559425"/>
              <a:gd name="connsiteY100" fmla="*/ 3940174 h 4676774"/>
              <a:gd name="connsiteX101" fmla="*/ 2695575 w 5559425"/>
              <a:gd name="connsiteY101" fmla="*/ 3940174 h 4676774"/>
              <a:gd name="connsiteX102" fmla="*/ 2879725 w 5559425"/>
              <a:gd name="connsiteY102" fmla="*/ 3940174 h 4676774"/>
              <a:gd name="connsiteX103" fmla="*/ 2905125 w 5559425"/>
              <a:gd name="connsiteY103" fmla="*/ 3940174 h 4676774"/>
              <a:gd name="connsiteX104" fmla="*/ 2924175 w 5559425"/>
              <a:gd name="connsiteY104" fmla="*/ 3936999 h 4676774"/>
              <a:gd name="connsiteX105" fmla="*/ 2940050 w 5559425"/>
              <a:gd name="connsiteY105" fmla="*/ 3930649 h 4676774"/>
              <a:gd name="connsiteX106" fmla="*/ 2946400 w 5559425"/>
              <a:gd name="connsiteY106" fmla="*/ 3924299 h 4676774"/>
              <a:gd name="connsiteX107" fmla="*/ 2952750 w 5559425"/>
              <a:gd name="connsiteY107" fmla="*/ 3911599 h 4676774"/>
              <a:gd name="connsiteX108" fmla="*/ 2959100 w 5559425"/>
              <a:gd name="connsiteY108" fmla="*/ 3892549 h 4676774"/>
              <a:gd name="connsiteX109" fmla="*/ 2959100 w 5559425"/>
              <a:gd name="connsiteY109" fmla="*/ 3870324 h 4676774"/>
              <a:gd name="connsiteX110" fmla="*/ 2962275 w 5559425"/>
              <a:gd name="connsiteY110" fmla="*/ 3841749 h 4676774"/>
              <a:gd name="connsiteX111" fmla="*/ 2962275 w 5559425"/>
              <a:gd name="connsiteY111" fmla="*/ 3689349 h 4676774"/>
              <a:gd name="connsiteX112" fmla="*/ 3009900 w 5559425"/>
              <a:gd name="connsiteY112" fmla="*/ 3679824 h 4676774"/>
              <a:gd name="connsiteX113" fmla="*/ 3057525 w 5559425"/>
              <a:gd name="connsiteY113" fmla="*/ 3663949 h 4676774"/>
              <a:gd name="connsiteX114" fmla="*/ 3101975 w 5559425"/>
              <a:gd name="connsiteY114" fmla="*/ 3648074 h 4676774"/>
              <a:gd name="connsiteX115" fmla="*/ 3146425 w 5559425"/>
              <a:gd name="connsiteY115" fmla="*/ 3629024 h 4676774"/>
              <a:gd name="connsiteX116" fmla="*/ 3187700 w 5559425"/>
              <a:gd name="connsiteY116" fmla="*/ 3609974 h 4676774"/>
              <a:gd name="connsiteX117" fmla="*/ 3225800 w 5559425"/>
              <a:gd name="connsiteY117" fmla="*/ 3584574 h 4676774"/>
              <a:gd name="connsiteX118" fmla="*/ 3260725 w 5559425"/>
              <a:gd name="connsiteY118" fmla="*/ 3555999 h 4676774"/>
              <a:gd name="connsiteX119" fmla="*/ 3295650 w 5559425"/>
              <a:gd name="connsiteY119" fmla="*/ 3527424 h 4676774"/>
              <a:gd name="connsiteX120" fmla="*/ 3324225 w 5559425"/>
              <a:gd name="connsiteY120" fmla="*/ 3492499 h 4676774"/>
              <a:gd name="connsiteX121" fmla="*/ 3349625 w 5559425"/>
              <a:gd name="connsiteY121" fmla="*/ 3454399 h 4676774"/>
              <a:gd name="connsiteX122" fmla="*/ 3371850 w 5559425"/>
              <a:gd name="connsiteY122" fmla="*/ 3413124 h 4676774"/>
              <a:gd name="connsiteX123" fmla="*/ 3390900 w 5559425"/>
              <a:gd name="connsiteY123" fmla="*/ 3371849 h 4676774"/>
              <a:gd name="connsiteX124" fmla="*/ 3406775 w 5559425"/>
              <a:gd name="connsiteY124" fmla="*/ 3324224 h 4676774"/>
              <a:gd name="connsiteX125" fmla="*/ 3419475 w 5559425"/>
              <a:gd name="connsiteY125" fmla="*/ 3270249 h 4676774"/>
              <a:gd name="connsiteX126" fmla="*/ 3425825 w 5559425"/>
              <a:gd name="connsiteY126" fmla="*/ 3216274 h 4676774"/>
              <a:gd name="connsiteX127" fmla="*/ 3429000 w 5559425"/>
              <a:gd name="connsiteY127" fmla="*/ 3155949 h 4676774"/>
              <a:gd name="connsiteX128" fmla="*/ 3425825 w 5559425"/>
              <a:gd name="connsiteY128" fmla="*/ 3101974 h 4676774"/>
              <a:gd name="connsiteX129" fmla="*/ 3419475 w 5559425"/>
              <a:gd name="connsiteY129" fmla="*/ 3051174 h 4676774"/>
              <a:gd name="connsiteX130" fmla="*/ 3406775 w 5559425"/>
              <a:gd name="connsiteY130" fmla="*/ 3003549 h 4676774"/>
              <a:gd name="connsiteX131" fmla="*/ 3394075 w 5559425"/>
              <a:gd name="connsiteY131" fmla="*/ 2955924 h 4676774"/>
              <a:gd name="connsiteX132" fmla="*/ 3371850 w 5559425"/>
              <a:gd name="connsiteY132" fmla="*/ 2911474 h 4676774"/>
              <a:gd name="connsiteX133" fmla="*/ 3349625 w 5559425"/>
              <a:gd name="connsiteY133" fmla="*/ 2870199 h 4676774"/>
              <a:gd name="connsiteX134" fmla="*/ 3317875 w 5559425"/>
              <a:gd name="connsiteY134" fmla="*/ 2828924 h 4676774"/>
              <a:gd name="connsiteX135" fmla="*/ 3286125 w 5559425"/>
              <a:gd name="connsiteY135" fmla="*/ 2790824 h 4676774"/>
              <a:gd name="connsiteX136" fmla="*/ 3248025 w 5559425"/>
              <a:gd name="connsiteY136" fmla="*/ 2755899 h 4676774"/>
              <a:gd name="connsiteX137" fmla="*/ 3206750 w 5559425"/>
              <a:gd name="connsiteY137" fmla="*/ 2720974 h 4676774"/>
              <a:gd name="connsiteX138" fmla="*/ 3162300 w 5559425"/>
              <a:gd name="connsiteY138" fmla="*/ 2689224 h 4676774"/>
              <a:gd name="connsiteX139" fmla="*/ 3114675 w 5559425"/>
              <a:gd name="connsiteY139" fmla="*/ 2657474 h 4676774"/>
              <a:gd name="connsiteX140" fmla="*/ 3063875 w 5559425"/>
              <a:gd name="connsiteY140" fmla="*/ 2625724 h 4676774"/>
              <a:gd name="connsiteX141" fmla="*/ 3006725 w 5559425"/>
              <a:gd name="connsiteY141" fmla="*/ 2597149 h 4676774"/>
              <a:gd name="connsiteX142" fmla="*/ 2946400 w 5559425"/>
              <a:gd name="connsiteY142" fmla="*/ 2568574 h 4676774"/>
              <a:gd name="connsiteX143" fmla="*/ 2886075 w 5559425"/>
              <a:gd name="connsiteY143" fmla="*/ 2539999 h 4676774"/>
              <a:gd name="connsiteX144" fmla="*/ 2806700 w 5559425"/>
              <a:gd name="connsiteY144" fmla="*/ 2508249 h 4676774"/>
              <a:gd name="connsiteX145" fmla="*/ 2740025 w 5559425"/>
              <a:gd name="connsiteY145" fmla="*/ 2476499 h 4676774"/>
              <a:gd name="connsiteX146" fmla="*/ 2682875 w 5559425"/>
              <a:gd name="connsiteY146" fmla="*/ 2441574 h 4676774"/>
              <a:gd name="connsiteX147" fmla="*/ 2635250 w 5559425"/>
              <a:gd name="connsiteY147" fmla="*/ 2409824 h 4676774"/>
              <a:gd name="connsiteX148" fmla="*/ 2616200 w 5559425"/>
              <a:gd name="connsiteY148" fmla="*/ 2393949 h 4676774"/>
              <a:gd name="connsiteX149" fmla="*/ 2600325 w 5559425"/>
              <a:gd name="connsiteY149" fmla="*/ 2378074 h 4676774"/>
              <a:gd name="connsiteX150" fmla="*/ 2587625 w 5559425"/>
              <a:gd name="connsiteY150" fmla="*/ 2359024 h 4676774"/>
              <a:gd name="connsiteX151" fmla="*/ 2574925 w 5559425"/>
              <a:gd name="connsiteY151" fmla="*/ 2339974 h 4676774"/>
              <a:gd name="connsiteX152" fmla="*/ 2565400 w 5559425"/>
              <a:gd name="connsiteY152" fmla="*/ 2320924 h 4676774"/>
              <a:gd name="connsiteX153" fmla="*/ 2559050 w 5559425"/>
              <a:gd name="connsiteY153" fmla="*/ 2298699 h 4676774"/>
              <a:gd name="connsiteX154" fmla="*/ 2555875 w 5559425"/>
              <a:gd name="connsiteY154" fmla="*/ 2276474 h 4676774"/>
              <a:gd name="connsiteX155" fmla="*/ 2552700 w 5559425"/>
              <a:gd name="connsiteY155" fmla="*/ 2251074 h 4676774"/>
              <a:gd name="connsiteX156" fmla="*/ 2555875 w 5559425"/>
              <a:gd name="connsiteY156" fmla="*/ 2228849 h 4676774"/>
              <a:gd name="connsiteX157" fmla="*/ 2559050 w 5559425"/>
              <a:gd name="connsiteY157" fmla="*/ 2206624 h 4676774"/>
              <a:gd name="connsiteX158" fmla="*/ 2562225 w 5559425"/>
              <a:gd name="connsiteY158" fmla="*/ 2184399 h 4676774"/>
              <a:gd name="connsiteX159" fmla="*/ 2571750 w 5559425"/>
              <a:gd name="connsiteY159" fmla="*/ 2162174 h 4676774"/>
              <a:gd name="connsiteX160" fmla="*/ 2581275 w 5559425"/>
              <a:gd name="connsiteY160" fmla="*/ 2143124 h 4676774"/>
              <a:gd name="connsiteX161" fmla="*/ 2593975 w 5559425"/>
              <a:gd name="connsiteY161" fmla="*/ 2124074 h 4676774"/>
              <a:gd name="connsiteX162" fmla="*/ 2609850 w 5559425"/>
              <a:gd name="connsiteY162" fmla="*/ 2108199 h 4676774"/>
              <a:gd name="connsiteX163" fmla="*/ 2625725 w 5559425"/>
              <a:gd name="connsiteY163" fmla="*/ 2092324 h 4676774"/>
              <a:gd name="connsiteX164" fmla="*/ 2644775 w 5559425"/>
              <a:gd name="connsiteY164" fmla="*/ 2079624 h 4676774"/>
              <a:gd name="connsiteX165" fmla="*/ 2667000 w 5559425"/>
              <a:gd name="connsiteY165" fmla="*/ 2066924 h 4676774"/>
              <a:gd name="connsiteX166" fmla="*/ 2695575 w 5559425"/>
              <a:gd name="connsiteY166" fmla="*/ 2057399 h 4676774"/>
              <a:gd name="connsiteX167" fmla="*/ 2724150 w 5559425"/>
              <a:gd name="connsiteY167" fmla="*/ 2047874 h 4676774"/>
              <a:gd name="connsiteX168" fmla="*/ 2759075 w 5559425"/>
              <a:gd name="connsiteY168" fmla="*/ 2041524 h 4676774"/>
              <a:gd name="connsiteX169" fmla="*/ 2797175 w 5559425"/>
              <a:gd name="connsiteY169" fmla="*/ 2038349 h 4676774"/>
              <a:gd name="connsiteX170" fmla="*/ 2838450 w 5559425"/>
              <a:gd name="connsiteY170" fmla="*/ 2035174 h 4676774"/>
              <a:gd name="connsiteX171" fmla="*/ 2886075 w 5559425"/>
              <a:gd name="connsiteY171" fmla="*/ 2035174 h 4676774"/>
              <a:gd name="connsiteX172" fmla="*/ 2933700 w 5559425"/>
              <a:gd name="connsiteY172" fmla="*/ 2035174 h 4676774"/>
              <a:gd name="connsiteX173" fmla="*/ 2981325 w 5559425"/>
              <a:gd name="connsiteY173" fmla="*/ 2038349 h 4676774"/>
              <a:gd name="connsiteX174" fmla="*/ 3032125 w 5559425"/>
              <a:gd name="connsiteY174" fmla="*/ 2044699 h 4676774"/>
              <a:gd name="connsiteX175" fmla="*/ 3079750 w 5559425"/>
              <a:gd name="connsiteY175" fmla="*/ 2054224 h 4676774"/>
              <a:gd name="connsiteX176" fmla="*/ 3165475 w 5559425"/>
              <a:gd name="connsiteY176" fmla="*/ 2073274 h 4676774"/>
              <a:gd name="connsiteX177" fmla="*/ 3225800 w 5559425"/>
              <a:gd name="connsiteY177" fmla="*/ 2089149 h 4676774"/>
              <a:gd name="connsiteX178" fmla="*/ 3238500 w 5559425"/>
              <a:gd name="connsiteY178" fmla="*/ 2089149 h 4676774"/>
              <a:gd name="connsiteX179" fmla="*/ 3251200 w 5559425"/>
              <a:gd name="connsiteY179" fmla="*/ 2082799 h 4676774"/>
              <a:gd name="connsiteX180" fmla="*/ 3260725 w 5559425"/>
              <a:gd name="connsiteY180" fmla="*/ 2073274 h 4676774"/>
              <a:gd name="connsiteX181" fmla="*/ 3273425 w 5559425"/>
              <a:gd name="connsiteY181" fmla="*/ 2054224 h 4676774"/>
              <a:gd name="connsiteX182" fmla="*/ 3295650 w 5559425"/>
              <a:gd name="connsiteY182" fmla="*/ 2006599 h 4676774"/>
              <a:gd name="connsiteX183" fmla="*/ 3311525 w 5559425"/>
              <a:gd name="connsiteY183" fmla="*/ 1958974 h 4676774"/>
              <a:gd name="connsiteX184" fmla="*/ 3321050 w 5559425"/>
              <a:gd name="connsiteY184" fmla="*/ 1904999 h 4676774"/>
              <a:gd name="connsiteX185" fmla="*/ 3324225 w 5559425"/>
              <a:gd name="connsiteY185" fmla="*/ 1857374 h 4676774"/>
              <a:gd name="connsiteX186" fmla="*/ 3324225 w 5559425"/>
              <a:gd name="connsiteY186" fmla="*/ 1835149 h 4676774"/>
              <a:gd name="connsiteX187" fmla="*/ 3317875 w 5559425"/>
              <a:gd name="connsiteY187" fmla="*/ 1819274 h 4676774"/>
              <a:gd name="connsiteX188" fmla="*/ 3311525 w 5559425"/>
              <a:gd name="connsiteY188" fmla="*/ 1806574 h 4676774"/>
              <a:gd name="connsiteX189" fmla="*/ 3298825 w 5559425"/>
              <a:gd name="connsiteY189" fmla="*/ 1797049 h 4676774"/>
              <a:gd name="connsiteX190" fmla="*/ 3254375 w 5559425"/>
              <a:gd name="connsiteY190" fmla="*/ 1784349 h 4676774"/>
              <a:gd name="connsiteX191" fmla="*/ 3197225 w 5559425"/>
              <a:gd name="connsiteY191" fmla="*/ 1768474 h 4676774"/>
              <a:gd name="connsiteX192" fmla="*/ 3159125 w 5559425"/>
              <a:gd name="connsiteY192" fmla="*/ 1762124 h 4676774"/>
              <a:gd name="connsiteX193" fmla="*/ 3117850 w 5559425"/>
              <a:gd name="connsiteY193" fmla="*/ 1755774 h 4676774"/>
              <a:gd name="connsiteX194" fmla="*/ 3019425 w 5559425"/>
              <a:gd name="connsiteY194" fmla="*/ 1746249 h 4676774"/>
              <a:gd name="connsiteX195" fmla="*/ 3019425 w 5559425"/>
              <a:gd name="connsiteY195" fmla="*/ 1609724 h 4676774"/>
              <a:gd name="connsiteX196" fmla="*/ 3019425 w 5559425"/>
              <a:gd name="connsiteY196" fmla="*/ 1555749 h 4676774"/>
              <a:gd name="connsiteX197" fmla="*/ 3016250 w 5559425"/>
              <a:gd name="connsiteY197" fmla="*/ 1533524 h 4676774"/>
              <a:gd name="connsiteX198" fmla="*/ 3009900 w 5559425"/>
              <a:gd name="connsiteY198" fmla="*/ 1520824 h 4676774"/>
              <a:gd name="connsiteX199" fmla="*/ 3003550 w 5559425"/>
              <a:gd name="connsiteY199" fmla="*/ 1511299 h 4676774"/>
              <a:gd name="connsiteX200" fmla="*/ 2990850 w 5559425"/>
              <a:gd name="connsiteY200" fmla="*/ 1501774 h 4676774"/>
              <a:gd name="connsiteX201" fmla="*/ 2968625 w 5559425"/>
              <a:gd name="connsiteY201" fmla="*/ 1498599 h 4676774"/>
              <a:gd name="connsiteX202" fmla="*/ 2943225 w 5559425"/>
              <a:gd name="connsiteY202" fmla="*/ 1498599 h 4676774"/>
              <a:gd name="connsiteX203" fmla="*/ 2762250 w 5559425"/>
              <a:gd name="connsiteY203" fmla="*/ 1498599 h 4676774"/>
              <a:gd name="connsiteX204" fmla="*/ 2077933 w 5559425"/>
              <a:gd name="connsiteY204" fmla="*/ 438148 h 4676774"/>
              <a:gd name="connsiteX205" fmla="*/ 2048669 w 5559425"/>
              <a:gd name="connsiteY205" fmla="*/ 467412 h 4676774"/>
              <a:gd name="connsiteX206" fmla="*/ 2048669 w 5559425"/>
              <a:gd name="connsiteY206" fmla="*/ 769928 h 4676774"/>
              <a:gd name="connsiteX207" fmla="*/ 2075397 w 5559425"/>
              <a:gd name="connsiteY207" fmla="*/ 778225 h 4676774"/>
              <a:gd name="connsiteX208" fmla="*/ 2174524 w 5559425"/>
              <a:gd name="connsiteY208" fmla="*/ 877352 h 4676774"/>
              <a:gd name="connsiteX209" fmla="*/ 2184888 w 5559425"/>
              <a:gd name="connsiteY209" fmla="*/ 928686 h 4676774"/>
              <a:gd name="connsiteX210" fmla="*/ 3371361 w 5559425"/>
              <a:gd name="connsiteY210" fmla="*/ 928686 h 4676774"/>
              <a:gd name="connsiteX211" fmla="*/ 3381725 w 5559425"/>
              <a:gd name="connsiteY211" fmla="*/ 877352 h 4676774"/>
              <a:gd name="connsiteX212" fmla="*/ 3480853 w 5559425"/>
              <a:gd name="connsiteY212" fmla="*/ 778224 h 4676774"/>
              <a:gd name="connsiteX213" fmla="*/ 3507582 w 5559425"/>
              <a:gd name="connsiteY213" fmla="*/ 769927 h 4676774"/>
              <a:gd name="connsiteX214" fmla="*/ 3507582 w 5559425"/>
              <a:gd name="connsiteY214" fmla="*/ 467412 h 4676774"/>
              <a:gd name="connsiteX215" fmla="*/ 3478318 w 5559425"/>
              <a:gd name="connsiteY215" fmla="*/ 438148 h 4676774"/>
              <a:gd name="connsiteX216" fmla="*/ 2060754 w 5559425"/>
              <a:gd name="connsiteY216" fmla="*/ 0 h 4676774"/>
              <a:gd name="connsiteX217" fmla="*/ 3495494 w 5559425"/>
              <a:gd name="connsiteY217" fmla="*/ 0 h 4676774"/>
              <a:gd name="connsiteX218" fmla="*/ 3949699 w 5559425"/>
              <a:gd name="connsiteY218" fmla="*/ 454204 h 4676774"/>
              <a:gd name="connsiteX219" fmla="*/ 3949699 w 5559425"/>
              <a:gd name="connsiteY219" fmla="*/ 772638 h 4676774"/>
              <a:gd name="connsiteX220" fmla="*/ 3967697 w 5559425"/>
              <a:gd name="connsiteY220" fmla="*/ 778224 h 4676774"/>
              <a:gd name="connsiteX221" fmla="*/ 4066824 w 5559425"/>
              <a:gd name="connsiteY221" fmla="*/ 877352 h 4676774"/>
              <a:gd name="connsiteX222" fmla="*/ 4077188 w 5559425"/>
              <a:gd name="connsiteY222" fmla="*/ 928686 h 4676774"/>
              <a:gd name="connsiteX223" fmla="*/ 5316011 w 5559425"/>
              <a:gd name="connsiteY223" fmla="*/ 928686 h 4676774"/>
              <a:gd name="connsiteX224" fmla="*/ 5559425 w 5559425"/>
              <a:gd name="connsiteY224" fmla="*/ 1172100 h 4676774"/>
              <a:gd name="connsiteX225" fmla="*/ 5559425 w 5559425"/>
              <a:gd name="connsiteY225" fmla="*/ 4355572 h 4676774"/>
              <a:gd name="connsiteX226" fmla="*/ 5316011 w 5559425"/>
              <a:gd name="connsiteY226" fmla="*/ 4598986 h 4676774"/>
              <a:gd name="connsiteX227" fmla="*/ 4950129 w 5559425"/>
              <a:gd name="connsiteY227" fmla="*/ 4598986 h 4676774"/>
              <a:gd name="connsiteX228" fmla="*/ 4924434 w 5559425"/>
              <a:gd name="connsiteY228" fmla="*/ 4637096 h 4676774"/>
              <a:gd name="connsiteX229" fmla="*/ 4828643 w 5559425"/>
              <a:gd name="connsiteY229" fmla="*/ 4676774 h 4676774"/>
              <a:gd name="connsiteX230" fmla="*/ 4572531 w 5559425"/>
              <a:gd name="connsiteY230" fmla="*/ 4676774 h 4676774"/>
              <a:gd name="connsiteX231" fmla="*/ 4476740 w 5559425"/>
              <a:gd name="connsiteY231" fmla="*/ 4637096 h 4676774"/>
              <a:gd name="connsiteX232" fmla="*/ 4451046 w 5559425"/>
              <a:gd name="connsiteY232" fmla="*/ 4598986 h 4676774"/>
              <a:gd name="connsiteX233" fmla="*/ 1063928 w 5559425"/>
              <a:gd name="connsiteY233" fmla="*/ 4598986 h 4676774"/>
              <a:gd name="connsiteX234" fmla="*/ 1038234 w 5559425"/>
              <a:gd name="connsiteY234" fmla="*/ 4637096 h 4676774"/>
              <a:gd name="connsiteX235" fmla="*/ 942443 w 5559425"/>
              <a:gd name="connsiteY235" fmla="*/ 4676774 h 4676774"/>
              <a:gd name="connsiteX236" fmla="*/ 686331 w 5559425"/>
              <a:gd name="connsiteY236" fmla="*/ 4676774 h 4676774"/>
              <a:gd name="connsiteX237" fmla="*/ 590540 w 5559425"/>
              <a:gd name="connsiteY237" fmla="*/ 4637096 h 4676774"/>
              <a:gd name="connsiteX238" fmla="*/ 564846 w 5559425"/>
              <a:gd name="connsiteY238" fmla="*/ 4598986 h 4676774"/>
              <a:gd name="connsiteX239" fmla="*/ 243414 w 5559425"/>
              <a:gd name="connsiteY239" fmla="*/ 4598986 h 4676774"/>
              <a:gd name="connsiteX240" fmla="*/ 0 w 5559425"/>
              <a:gd name="connsiteY240" fmla="*/ 4355572 h 4676774"/>
              <a:gd name="connsiteX241" fmla="*/ 0 w 5559425"/>
              <a:gd name="connsiteY241" fmla="*/ 1172100 h 4676774"/>
              <a:gd name="connsiteX242" fmla="*/ 243414 w 5559425"/>
              <a:gd name="connsiteY242" fmla="*/ 928686 h 4676774"/>
              <a:gd name="connsiteX243" fmla="*/ 1479061 w 5559425"/>
              <a:gd name="connsiteY243" fmla="*/ 928686 h 4676774"/>
              <a:gd name="connsiteX244" fmla="*/ 1489425 w 5559425"/>
              <a:gd name="connsiteY244" fmla="*/ 877352 h 4676774"/>
              <a:gd name="connsiteX245" fmla="*/ 1588552 w 5559425"/>
              <a:gd name="connsiteY245" fmla="*/ 778225 h 4676774"/>
              <a:gd name="connsiteX246" fmla="*/ 1606549 w 5559425"/>
              <a:gd name="connsiteY246" fmla="*/ 772638 h 4676774"/>
              <a:gd name="connsiteX247" fmla="*/ 1606549 w 5559425"/>
              <a:gd name="connsiteY247" fmla="*/ 454204 h 4676774"/>
              <a:gd name="connsiteX248" fmla="*/ 2060754 w 5559425"/>
              <a:gd name="connsiteY248" fmla="*/ 0 h 467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5559425" h="4676774">
                <a:moveTo>
                  <a:pt x="2733675" y="1498599"/>
                </a:moveTo>
                <a:lnTo>
                  <a:pt x="2708275" y="1501774"/>
                </a:lnTo>
                <a:lnTo>
                  <a:pt x="2689225" y="1511299"/>
                </a:lnTo>
                <a:lnTo>
                  <a:pt x="2673350" y="1520824"/>
                </a:lnTo>
                <a:lnTo>
                  <a:pt x="2663825" y="1536699"/>
                </a:lnTo>
                <a:lnTo>
                  <a:pt x="2657475" y="1555749"/>
                </a:lnTo>
                <a:lnTo>
                  <a:pt x="2654300" y="1577974"/>
                </a:lnTo>
                <a:lnTo>
                  <a:pt x="2654300" y="1603374"/>
                </a:lnTo>
                <a:lnTo>
                  <a:pt x="2654300" y="1758949"/>
                </a:lnTo>
                <a:lnTo>
                  <a:pt x="2593975" y="1771649"/>
                </a:lnTo>
                <a:lnTo>
                  <a:pt x="2540000" y="1787524"/>
                </a:lnTo>
                <a:lnTo>
                  <a:pt x="2492375" y="1806574"/>
                </a:lnTo>
                <a:lnTo>
                  <a:pt x="2444750" y="1828799"/>
                </a:lnTo>
                <a:lnTo>
                  <a:pt x="2400300" y="1854199"/>
                </a:lnTo>
                <a:lnTo>
                  <a:pt x="2362200" y="1879599"/>
                </a:lnTo>
                <a:lnTo>
                  <a:pt x="2327275" y="1911349"/>
                </a:lnTo>
                <a:lnTo>
                  <a:pt x="2292350" y="1943099"/>
                </a:lnTo>
                <a:lnTo>
                  <a:pt x="2266950" y="1978024"/>
                </a:lnTo>
                <a:lnTo>
                  <a:pt x="2241550" y="2016124"/>
                </a:lnTo>
                <a:lnTo>
                  <a:pt x="2219325" y="2054224"/>
                </a:lnTo>
                <a:lnTo>
                  <a:pt x="2203450" y="2092324"/>
                </a:lnTo>
                <a:lnTo>
                  <a:pt x="2190750" y="2130424"/>
                </a:lnTo>
                <a:lnTo>
                  <a:pt x="2181225" y="2168524"/>
                </a:lnTo>
                <a:lnTo>
                  <a:pt x="2174875" y="2209799"/>
                </a:lnTo>
                <a:lnTo>
                  <a:pt x="2171700" y="2251074"/>
                </a:lnTo>
                <a:lnTo>
                  <a:pt x="2174875" y="2314574"/>
                </a:lnTo>
                <a:lnTo>
                  <a:pt x="2184400" y="2371724"/>
                </a:lnTo>
                <a:lnTo>
                  <a:pt x="2197100" y="2425699"/>
                </a:lnTo>
                <a:lnTo>
                  <a:pt x="2216150" y="2476499"/>
                </a:lnTo>
                <a:lnTo>
                  <a:pt x="2238375" y="2520949"/>
                </a:lnTo>
                <a:lnTo>
                  <a:pt x="2266950" y="2562224"/>
                </a:lnTo>
                <a:lnTo>
                  <a:pt x="2298700" y="2603499"/>
                </a:lnTo>
                <a:lnTo>
                  <a:pt x="2333625" y="2638424"/>
                </a:lnTo>
                <a:lnTo>
                  <a:pt x="2371725" y="2670174"/>
                </a:lnTo>
                <a:lnTo>
                  <a:pt x="2413000" y="2701924"/>
                </a:lnTo>
                <a:lnTo>
                  <a:pt x="2457450" y="2730499"/>
                </a:lnTo>
                <a:lnTo>
                  <a:pt x="2501900" y="2755899"/>
                </a:lnTo>
                <a:lnTo>
                  <a:pt x="2600325" y="2803524"/>
                </a:lnTo>
                <a:lnTo>
                  <a:pt x="2701925" y="2844799"/>
                </a:lnTo>
                <a:lnTo>
                  <a:pt x="2790825" y="2882899"/>
                </a:lnTo>
                <a:lnTo>
                  <a:pt x="2863850" y="2920999"/>
                </a:lnTo>
                <a:lnTo>
                  <a:pt x="2924175" y="2955924"/>
                </a:lnTo>
                <a:lnTo>
                  <a:pt x="2946400" y="2974974"/>
                </a:lnTo>
                <a:lnTo>
                  <a:pt x="2968625" y="2994024"/>
                </a:lnTo>
                <a:lnTo>
                  <a:pt x="2984500" y="3009899"/>
                </a:lnTo>
                <a:lnTo>
                  <a:pt x="3000375" y="3032124"/>
                </a:lnTo>
                <a:lnTo>
                  <a:pt x="3013075" y="3051174"/>
                </a:lnTo>
                <a:lnTo>
                  <a:pt x="3022600" y="3073399"/>
                </a:lnTo>
                <a:lnTo>
                  <a:pt x="3028950" y="3095624"/>
                </a:lnTo>
                <a:lnTo>
                  <a:pt x="3035300" y="3121024"/>
                </a:lnTo>
                <a:lnTo>
                  <a:pt x="3038475" y="3146424"/>
                </a:lnTo>
                <a:lnTo>
                  <a:pt x="3041650" y="3171824"/>
                </a:lnTo>
                <a:lnTo>
                  <a:pt x="3038475" y="3203574"/>
                </a:lnTo>
                <a:lnTo>
                  <a:pt x="3032125" y="3232149"/>
                </a:lnTo>
                <a:lnTo>
                  <a:pt x="3025775" y="3257549"/>
                </a:lnTo>
                <a:lnTo>
                  <a:pt x="3013075" y="3279774"/>
                </a:lnTo>
                <a:lnTo>
                  <a:pt x="2997200" y="3301999"/>
                </a:lnTo>
                <a:lnTo>
                  <a:pt x="2978150" y="3317874"/>
                </a:lnTo>
                <a:lnTo>
                  <a:pt x="2955925" y="3333749"/>
                </a:lnTo>
                <a:lnTo>
                  <a:pt x="2927350" y="3349624"/>
                </a:lnTo>
                <a:lnTo>
                  <a:pt x="2898775" y="3359149"/>
                </a:lnTo>
                <a:lnTo>
                  <a:pt x="2870200" y="3371849"/>
                </a:lnTo>
                <a:lnTo>
                  <a:pt x="2803525" y="3384549"/>
                </a:lnTo>
                <a:lnTo>
                  <a:pt x="2733675" y="3394074"/>
                </a:lnTo>
                <a:lnTo>
                  <a:pt x="2657475" y="3397249"/>
                </a:lnTo>
                <a:lnTo>
                  <a:pt x="2581275" y="3397249"/>
                </a:lnTo>
                <a:lnTo>
                  <a:pt x="2517775" y="3390899"/>
                </a:lnTo>
                <a:lnTo>
                  <a:pt x="2457450" y="3384549"/>
                </a:lnTo>
                <a:lnTo>
                  <a:pt x="2406650" y="3375024"/>
                </a:lnTo>
                <a:lnTo>
                  <a:pt x="2324100" y="3349624"/>
                </a:lnTo>
                <a:lnTo>
                  <a:pt x="2257425" y="3324224"/>
                </a:lnTo>
                <a:lnTo>
                  <a:pt x="2232025" y="3314699"/>
                </a:lnTo>
                <a:lnTo>
                  <a:pt x="2212975" y="3308349"/>
                </a:lnTo>
                <a:lnTo>
                  <a:pt x="2203450" y="3311524"/>
                </a:lnTo>
                <a:lnTo>
                  <a:pt x="2193925" y="3317874"/>
                </a:lnTo>
                <a:lnTo>
                  <a:pt x="2184400" y="3330574"/>
                </a:lnTo>
                <a:lnTo>
                  <a:pt x="2174875" y="3346449"/>
                </a:lnTo>
                <a:lnTo>
                  <a:pt x="2159000" y="3390899"/>
                </a:lnTo>
                <a:lnTo>
                  <a:pt x="2146300" y="3441699"/>
                </a:lnTo>
                <a:lnTo>
                  <a:pt x="2133600" y="3495674"/>
                </a:lnTo>
                <a:lnTo>
                  <a:pt x="2130425" y="3546474"/>
                </a:lnTo>
                <a:lnTo>
                  <a:pt x="2130425" y="3568699"/>
                </a:lnTo>
                <a:lnTo>
                  <a:pt x="2130425" y="3587749"/>
                </a:lnTo>
                <a:lnTo>
                  <a:pt x="2133600" y="3600449"/>
                </a:lnTo>
                <a:lnTo>
                  <a:pt x="2139950" y="3606799"/>
                </a:lnTo>
                <a:lnTo>
                  <a:pt x="2168525" y="3622674"/>
                </a:lnTo>
                <a:lnTo>
                  <a:pt x="2203450" y="3641724"/>
                </a:lnTo>
                <a:lnTo>
                  <a:pt x="2247900" y="3657599"/>
                </a:lnTo>
                <a:lnTo>
                  <a:pt x="2301875" y="3673474"/>
                </a:lnTo>
                <a:lnTo>
                  <a:pt x="2362200" y="3689349"/>
                </a:lnTo>
                <a:lnTo>
                  <a:pt x="2432050" y="3702049"/>
                </a:lnTo>
                <a:lnTo>
                  <a:pt x="2511425" y="3711574"/>
                </a:lnTo>
                <a:lnTo>
                  <a:pt x="2597150" y="3717924"/>
                </a:lnTo>
                <a:lnTo>
                  <a:pt x="2597150" y="3829049"/>
                </a:lnTo>
                <a:lnTo>
                  <a:pt x="2597150" y="3860799"/>
                </a:lnTo>
                <a:lnTo>
                  <a:pt x="2603500" y="3886199"/>
                </a:lnTo>
                <a:lnTo>
                  <a:pt x="2609850" y="3905249"/>
                </a:lnTo>
                <a:lnTo>
                  <a:pt x="2619375" y="3921124"/>
                </a:lnTo>
                <a:lnTo>
                  <a:pt x="2632075" y="3930649"/>
                </a:lnTo>
                <a:lnTo>
                  <a:pt x="2647950" y="3936999"/>
                </a:lnTo>
                <a:lnTo>
                  <a:pt x="2670175" y="3940174"/>
                </a:lnTo>
                <a:lnTo>
                  <a:pt x="2695575" y="3940174"/>
                </a:lnTo>
                <a:lnTo>
                  <a:pt x="2879725" y="3940174"/>
                </a:lnTo>
                <a:lnTo>
                  <a:pt x="2905125" y="3940174"/>
                </a:lnTo>
                <a:lnTo>
                  <a:pt x="2924175" y="3936999"/>
                </a:lnTo>
                <a:lnTo>
                  <a:pt x="2940050" y="3930649"/>
                </a:lnTo>
                <a:lnTo>
                  <a:pt x="2946400" y="3924299"/>
                </a:lnTo>
                <a:lnTo>
                  <a:pt x="2952750" y="3911599"/>
                </a:lnTo>
                <a:lnTo>
                  <a:pt x="2959100" y="3892549"/>
                </a:lnTo>
                <a:lnTo>
                  <a:pt x="2959100" y="3870324"/>
                </a:lnTo>
                <a:lnTo>
                  <a:pt x="2962275" y="3841749"/>
                </a:lnTo>
                <a:lnTo>
                  <a:pt x="2962275" y="3689349"/>
                </a:lnTo>
                <a:lnTo>
                  <a:pt x="3009900" y="3679824"/>
                </a:lnTo>
                <a:lnTo>
                  <a:pt x="3057525" y="3663949"/>
                </a:lnTo>
                <a:lnTo>
                  <a:pt x="3101975" y="3648074"/>
                </a:lnTo>
                <a:lnTo>
                  <a:pt x="3146425" y="3629024"/>
                </a:lnTo>
                <a:lnTo>
                  <a:pt x="3187700" y="3609974"/>
                </a:lnTo>
                <a:lnTo>
                  <a:pt x="3225800" y="3584574"/>
                </a:lnTo>
                <a:lnTo>
                  <a:pt x="3260725" y="3555999"/>
                </a:lnTo>
                <a:lnTo>
                  <a:pt x="3295650" y="3527424"/>
                </a:lnTo>
                <a:lnTo>
                  <a:pt x="3324225" y="3492499"/>
                </a:lnTo>
                <a:lnTo>
                  <a:pt x="3349625" y="3454399"/>
                </a:lnTo>
                <a:lnTo>
                  <a:pt x="3371850" y="3413124"/>
                </a:lnTo>
                <a:lnTo>
                  <a:pt x="3390900" y="3371849"/>
                </a:lnTo>
                <a:lnTo>
                  <a:pt x="3406775" y="3324224"/>
                </a:lnTo>
                <a:lnTo>
                  <a:pt x="3419475" y="3270249"/>
                </a:lnTo>
                <a:lnTo>
                  <a:pt x="3425825" y="3216274"/>
                </a:lnTo>
                <a:lnTo>
                  <a:pt x="3429000" y="3155949"/>
                </a:lnTo>
                <a:lnTo>
                  <a:pt x="3425825" y="3101974"/>
                </a:lnTo>
                <a:lnTo>
                  <a:pt x="3419475" y="3051174"/>
                </a:lnTo>
                <a:lnTo>
                  <a:pt x="3406775" y="3003549"/>
                </a:lnTo>
                <a:lnTo>
                  <a:pt x="3394075" y="2955924"/>
                </a:lnTo>
                <a:lnTo>
                  <a:pt x="3371850" y="2911474"/>
                </a:lnTo>
                <a:lnTo>
                  <a:pt x="3349625" y="2870199"/>
                </a:lnTo>
                <a:lnTo>
                  <a:pt x="3317875" y="2828924"/>
                </a:lnTo>
                <a:lnTo>
                  <a:pt x="3286125" y="2790824"/>
                </a:lnTo>
                <a:lnTo>
                  <a:pt x="3248025" y="2755899"/>
                </a:lnTo>
                <a:lnTo>
                  <a:pt x="3206750" y="2720974"/>
                </a:lnTo>
                <a:lnTo>
                  <a:pt x="3162300" y="2689224"/>
                </a:lnTo>
                <a:lnTo>
                  <a:pt x="3114675" y="2657474"/>
                </a:lnTo>
                <a:lnTo>
                  <a:pt x="3063875" y="2625724"/>
                </a:lnTo>
                <a:lnTo>
                  <a:pt x="3006725" y="2597149"/>
                </a:lnTo>
                <a:lnTo>
                  <a:pt x="2946400" y="2568574"/>
                </a:lnTo>
                <a:lnTo>
                  <a:pt x="2886075" y="2539999"/>
                </a:lnTo>
                <a:lnTo>
                  <a:pt x="2806700" y="2508249"/>
                </a:lnTo>
                <a:lnTo>
                  <a:pt x="2740025" y="2476499"/>
                </a:lnTo>
                <a:lnTo>
                  <a:pt x="2682875" y="2441574"/>
                </a:lnTo>
                <a:lnTo>
                  <a:pt x="2635250" y="2409824"/>
                </a:lnTo>
                <a:lnTo>
                  <a:pt x="2616200" y="2393949"/>
                </a:lnTo>
                <a:lnTo>
                  <a:pt x="2600325" y="2378074"/>
                </a:lnTo>
                <a:lnTo>
                  <a:pt x="2587625" y="2359024"/>
                </a:lnTo>
                <a:lnTo>
                  <a:pt x="2574925" y="2339974"/>
                </a:lnTo>
                <a:lnTo>
                  <a:pt x="2565400" y="2320924"/>
                </a:lnTo>
                <a:lnTo>
                  <a:pt x="2559050" y="2298699"/>
                </a:lnTo>
                <a:lnTo>
                  <a:pt x="2555875" y="2276474"/>
                </a:lnTo>
                <a:lnTo>
                  <a:pt x="2552700" y="2251074"/>
                </a:lnTo>
                <a:lnTo>
                  <a:pt x="2555875" y="2228849"/>
                </a:lnTo>
                <a:lnTo>
                  <a:pt x="2559050" y="2206624"/>
                </a:lnTo>
                <a:lnTo>
                  <a:pt x="2562225" y="2184399"/>
                </a:lnTo>
                <a:lnTo>
                  <a:pt x="2571750" y="2162174"/>
                </a:lnTo>
                <a:lnTo>
                  <a:pt x="2581275" y="2143124"/>
                </a:lnTo>
                <a:lnTo>
                  <a:pt x="2593975" y="2124074"/>
                </a:lnTo>
                <a:lnTo>
                  <a:pt x="2609850" y="2108199"/>
                </a:lnTo>
                <a:lnTo>
                  <a:pt x="2625725" y="2092324"/>
                </a:lnTo>
                <a:lnTo>
                  <a:pt x="2644775" y="2079624"/>
                </a:lnTo>
                <a:lnTo>
                  <a:pt x="2667000" y="2066924"/>
                </a:lnTo>
                <a:lnTo>
                  <a:pt x="2695575" y="2057399"/>
                </a:lnTo>
                <a:lnTo>
                  <a:pt x="2724150" y="2047874"/>
                </a:lnTo>
                <a:lnTo>
                  <a:pt x="2759075" y="2041524"/>
                </a:lnTo>
                <a:lnTo>
                  <a:pt x="2797175" y="2038349"/>
                </a:lnTo>
                <a:lnTo>
                  <a:pt x="2838450" y="2035174"/>
                </a:lnTo>
                <a:lnTo>
                  <a:pt x="2886075" y="2035174"/>
                </a:lnTo>
                <a:lnTo>
                  <a:pt x="2933700" y="2035174"/>
                </a:lnTo>
                <a:lnTo>
                  <a:pt x="2981325" y="2038349"/>
                </a:lnTo>
                <a:lnTo>
                  <a:pt x="3032125" y="2044699"/>
                </a:lnTo>
                <a:lnTo>
                  <a:pt x="3079750" y="2054224"/>
                </a:lnTo>
                <a:lnTo>
                  <a:pt x="3165475" y="2073274"/>
                </a:lnTo>
                <a:lnTo>
                  <a:pt x="3225800" y="2089149"/>
                </a:lnTo>
                <a:lnTo>
                  <a:pt x="3238500" y="2089149"/>
                </a:lnTo>
                <a:lnTo>
                  <a:pt x="3251200" y="2082799"/>
                </a:lnTo>
                <a:lnTo>
                  <a:pt x="3260725" y="2073274"/>
                </a:lnTo>
                <a:lnTo>
                  <a:pt x="3273425" y="2054224"/>
                </a:lnTo>
                <a:lnTo>
                  <a:pt x="3295650" y="2006599"/>
                </a:lnTo>
                <a:lnTo>
                  <a:pt x="3311525" y="1958974"/>
                </a:lnTo>
                <a:lnTo>
                  <a:pt x="3321050" y="1904999"/>
                </a:lnTo>
                <a:lnTo>
                  <a:pt x="3324225" y="1857374"/>
                </a:lnTo>
                <a:lnTo>
                  <a:pt x="3324225" y="1835149"/>
                </a:lnTo>
                <a:lnTo>
                  <a:pt x="3317875" y="1819274"/>
                </a:lnTo>
                <a:lnTo>
                  <a:pt x="3311525" y="1806574"/>
                </a:lnTo>
                <a:lnTo>
                  <a:pt x="3298825" y="1797049"/>
                </a:lnTo>
                <a:lnTo>
                  <a:pt x="3254375" y="1784349"/>
                </a:lnTo>
                <a:lnTo>
                  <a:pt x="3197225" y="1768474"/>
                </a:lnTo>
                <a:lnTo>
                  <a:pt x="3159125" y="1762124"/>
                </a:lnTo>
                <a:lnTo>
                  <a:pt x="3117850" y="1755774"/>
                </a:lnTo>
                <a:lnTo>
                  <a:pt x="3019425" y="1746249"/>
                </a:lnTo>
                <a:lnTo>
                  <a:pt x="3019425" y="1609724"/>
                </a:lnTo>
                <a:lnTo>
                  <a:pt x="3019425" y="1555749"/>
                </a:lnTo>
                <a:lnTo>
                  <a:pt x="3016250" y="1533524"/>
                </a:lnTo>
                <a:lnTo>
                  <a:pt x="3009900" y="1520824"/>
                </a:lnTo>
                <a:lnTo>
                  <a:pt x="3003550" y="1511299"/>
                </a:lnTo>
                <a:lnTo>
                  <a:pt x="2990850" y="1501774"/>
                </a:lnTo>
                <a:lnTo>
                  <a:pt x="2968625" y="1498599"/>
                </a:lnTo>
                <a:lnTo>
                  <a:pt x="2943225" y="1498599"/>
                </a:lnTo>
                <a:lnTo>
                  <a:pt x="2762250" y="1498599"/>
                </a:lnTo>
                <a:close/>
                <a:moveTo>
                  <a:pt x="2077933" y="438148"/>
                </a:moveTo>
                <a:cubicBezTo>
                  <a:pt x="2061771" y="438148"/>
                  <a:pt x="2048669" y="451250"/>
                  <a:pt x="2048669" y="467412"/>
                </a:cubicBezTo>
                <a:lnTo>
                  <a:pt x="2048669" y="769928"/>
                </a:lnTo>
                <a:lnTo>
                  <a:pt x="2075397" y="778225"/>
                </a:lnTo>
                <a:cubicBezTo>
                  <a:pt x="2119967" y="797076"/>
                  <a:pt x="2155673" y="832782"/>
                  <a:pt x="2174524" y="877352"/>
                </a:cubicBezTo>
                <a:lnTo>
                  <a:pt x="2184888" y="928686"/>
                </a:lnTo>
                <a:lnTo>
                  <a:pt x="3371361" y="928686"/>
                </a:lnTo>
                <a:lnTo>
                  <a:pt x="3381725" y="877352"/>
                </a:lnTo>
                <a:cubicBezTo>
                  <a:pt x="3400577" y="832782"/>
                  <a:pt x="3436283" y="797076"/>
                  <a:pt x="3480853" y="778224"/>
                </a:cubicBezTo>
                <a:lnTo>
                  <a:pt x="3507582" y="769927"/>
                </a:lnTo>
                <a:lnTo>
                  <a:pt x="3507582" y="467412"/>
                </a:lnTo>
                <a:cubicBezTo>
                  <a:pt x="3507582" y="451250"/>
                  <a:pt x="3494480" y="438148"/>
                  <a:pt x="3478318" y="438148"/>
                </a:cubicBezTo>
                <a:close/>
                <a:moveTo>
                  <a:pt x="2060754" y="0"/>
                </a:moveTo>
                <a:lnTo>
                  <a:pt x="3495494" y="0"/>
                </a:lnTo>
                <a:cubicBezTo>
                  <a:pt x="3746344" y="0"/>
                  <a:pt x="3949699" y="203354"/>
                  <a:pt x="3949699" y="454204"/>
                </a:cubicBezTo>
                <a:lnTo>
                  <a:pt x="3949699" y="772638"/>
                </a:lnTo>
                <a:lnTo>
                  <a:pt x="3967697" y="778224"/>
                </a:lnTo>
                <a:cubicBezTo>
                  <a:pt x="4012267" y="797076"/>
                  <a:pt x="4047973" y="832782"/>
                  <a:pt x="4066824" y="877352"/>
                </a:cubicBezTo>
                <a:lnTo>
                  <a:pt x="4077188" y="928686"/>
                </a:lnTo>
                <a:lnTo>
                  <a:pt x="5316011" y="928686"/>
                </a:lnTo>
                <a:cubicBezTo>
                  <a:pt x="5450445" y="928686"/>
                  <a:pt x="5559425" y="1037666"/>
                  <a:pt x="5559425" y="1172100"/>
                </a:cubicBezTo>
                <a:lnTo>
                  <a:pt x="5559425" y="4355572"/>
                </a:lnTo>
                <a:cubicBezTo>
                  <a:pt x="5559425" y="4490006"/>
                  <a:pt x="5450445" y="4598986"/>
                  <a:pt x="5316011" y="4598986"/>
                </a:cubicBezTo>
                <a:lnTo>
                  <a:pt x="4950129" y="4598986"/>
                </a:lnTo>
                <a:lnTo>
                  <a:pt x="4924434" y="4637096"/>
                </a:lnTo>
                <a:cubicBezTo>
                  <a:pt x="4899919" y="4661611"/>
                  <a:pt x="4866052" y="4676774"/>
                  <a:pt x="4828643" y="4676774"/>
                </a:cubicBezTo>
                <a:lnTo>
                  <a:pt x="4572531" y="4676774"/>
                </a:lnTo>
                <a:cubicBezTo>
                  <a:pt x="4535123" y="4676774"/>
                  <a:pt x="4501256" y="4661611"/>
                  <a:pt x="4476740" y="4637096"/>
                </a:cubicBezTo>
                <a:lnTo>
                  <a:pt x="4451046" y="4598986"/>
                </a:lnTo>
                <a:lnTo>
                  <a:pt x="1063928" y="4598986"/>
                </a:lnTo>
                <a:lnTo>
                  <a:pt x="1038234" y="4637096"/>
                </a:lnTo>
                <a:cubicBezTo>
                  <a:pt x="1013719" y="4661611"/>
                  <a:pt x="979851" y="4676774"/>
                  <a:pt x="942443" y="4676774"/>
                </a:cubicBezTo>
                <a:lnTo>
                  <a:pt x="686331" y="4676774"/>
                </a:lnTo>
                <a:cubicBezTo>
                  <a:pt x="648922" y="4676774"/>
                  <a:pt x="615055" y="4661611"/>
                  <a:pt x="590540" y="4637096"/>
                </a:cubicBezTo>
                <a:lnTo>
                  <a:pt x="564846" y="4598986"/>
                </a:lnTo>
                <a:lnTo>
                  <a:pt x="243414" y="4598986"/>
                </a:lnTo>
                <a:cubicBezTo>
                  <a:pt x="108980" y="4598986"/>
                  <a:pt x="0" y="4490006"/>
                  <a:pt x="0" y="4355572"/>
                </a:cubicBezTo>
                <a:lnTo>
                  <a:pt x="0" y="1172100"/>
                </a:lnTo>
                <a:cubicBezTo>
                  <a:pt x="0" y="1037666"/>
                  <a:pt x="108980" y="928686"/>
                  <a:pt x="243414" y="928686"/>
                </a:cubicBezTo>
                <a:lnTo>
                  <a:pt x="1479061" y="928686"/>
                </a:lnTo>
                <a:lnTo>
                  <a:pt x="1489425" y="877352"/>
                </a:lnTo>
                <a:cubicBezTo>
                  <a:pt x="1508276" y="832782"/>
                  <a:pt x="1543982" y="797076"/>
                  <a:pt x="1588552" y="778225"/>
                </a:cubicBezTo>
                <a:lnTo>
                  <a:pt x="1606549" y="772638"/>
                </a:lnTo>
                <a:lnTo>
                  <a:pt x="1606549" y="454204"/>
                </a:lnTo>
                <a:cubicBezTo>
                  <a:pt x="1606549" y="203354"/>
                  <a:pt x="1809904" y="0"/>
                  <a:pt x="206075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chemeClr val="accent1"/>
              </a:solidFill>
              <a:cs typeface="+mn-ea"/>
              <a:sym typeface="+mn-lt"/>
            </a:endParaRPr>
          </a:p>
        </p:txBody>
      </p:sp>
      <p:sp>
        <p:nvSpPr>
          <p:cNvPr id="13" name="KSO_Shape">
            <a:extLst>
              <a:ext uri="{FF2B5EF4-FFF2-40B4-BE49-F238E27FC236}">
                <a16:creationId xmlns:a16="http://schemas.microsoft.com/office/drawing/2014/main" id="{FEFEF503-AED4-48B6-9509-CF12862203C2}"/>
              </a:ext>
            </a:extLst>
          </p:cNvPr>
          <p:cNvSpPr/>
          <p:nvPr/>
        </p:nvSpPr>
        <p:spPr>
          <a:xfrm>
            <a:off x="4559300" y="2605088"/>
            <a:ext cx="455613" cy="671512"/>
          </a:xfrm>
          <a:custGeom>
            <a:avLst/>
            <a:gdLst>
              <a:gd name="connsiteX0" fmla="*/ 487089 w 709759"/>
              <a:gd name="connsiteY0" fmla="*/ 0 h 1043506"/>
              <a:gd name="connsiteX1" fmla="*/ 681925 w 709759"/>
              <a:gd name="connsiteY1" fmla="*/ 41740 h 1043506"/>
              <a:gd name="connsiteX2" fmla="*/ 640175 w 709759"/>
              <a:gd name="connsiteY2" fmla="*/ 222615 h 1043506"/>
              <a:gd name="connsiteX3" fmla="*/ 501006 w 709759"/>
              <a:gd name="connsiteY3" fmla="*/ 194788 h 1043506"/>
              <a:gd name="connsiteX4" fmla="*/ 361838 w 709759"/>
              <a:gd name="connsiteY4" fmla="*/ 347835 h 1043506"/>
              <a:gd name="connsiteX5" fmla="*/ 375755 w 709759"/>
              <a:gd name="connsiteY5" fmla="*/ 459143 h 1043506"/>
              <a:gd name="connsiteX6" fmla="*/ 584507 w 709759"/>
              <a:gd name="connsiteY6" fmla="*/ 459143 h 1043506"/>
              <a:gd name="connsiteX7" fmla="*/ 584507 w 709759"/>
              <a:gd name="connsiteY7" fmla="*/ 626104 h 1043506"/>
              <a:gd name="connsiteX8" fmla="*/ 389672 w 709759"/>
              <a:gd name="connsiteY8" fmla="*/ 626104 h 1043506"/>
              <a:gd name="connsiteX9" fmla="*/ 375755 w 709759"/>
              <a:gd name="connsiteY9" fmla="*/ 737411 h 1043506"/>
              <a:gd name="connsiteX10" fmla="*/ 292254 w 709759"/>
              <a:gd name="connsiteY10" fmla="*/ 848718 h 1043506"/>
              <a:gd name="connsiteX11" fmla="*/ 709759 w 709759"/>
              <a:gd name="connsiteY11" fmla="*/ 848718 h 1043506"/>
              <a:gd name="connsiteX12" fmla="*/ 709759 w 709759"/>
              <a:gd name="connsiteY12" fmla="*/ 1043506 h 1043506"/>
              <a:gd name="connsiteX13" fmla="*/ 0 w 709759"/>
              <a:gd name="connsiteY13" fmla="*/ 1043506 h 1043506"/>
              <a:gd name="connsiteX14" fmla="*/ 0 w 709759"/>
              <a:gd name="connsiteY14" fmla="*/ 918285 h 1043506"/>
              <a:gd name="connsiteX15" fmla="*/ 180919 w 709759"/>
              <a:gd name="connsiteY15" fmla="*/ 681757 h 1043506"/>
              <a:gd name="connsiteX16" fmla="*/ 167002 w 709759"/>
              <a:gd name="connsiteY16" fmla="*/ 626104 h 1043506"/>
              <a:gd name="connsiteX17" fmla="*/ 13917 w 709759"/>
              <a:gd name="connsiteY17" fmla="*/ 626104 h 1043506"/>
              <a:gd name="connsiteX18" fmla="*/ 13917 w 709759"/>
              <a:gd name="connsiteY18" fmla="*/ 459143 h 1043506"/>
              <a:gd name="connsiteX19" fmla="*/ 139168 w 709759"/>
              <a:gd name="connsiteY19" fmla="*/ 459143 h 1043506"/>
              <a:gd name="connsiteX20" fmla="*/ 139168 w 709759"/>
              <a:gd name="connsiteY20" fmla="*/ 333922 h 1043506"/>
              <a:gd name="connsiteX21" fmla="*/ 487089 w 709759"/>
              <a:gd name="connsiteY21" fmla="*/ 0 h 104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09759" h="1043506">
                <a:moveTo>
                  <a:pt x="487089" y="0"/>
                </a:moveTo>
                <a:cubicBezTo>
                  <a:pt x="570591" y="0"/>
                  <a:pt x="640175" y="27827"/>
                  <a:pt x="681925" y="41740"/>
                </a:cubicBezTo>
                <a:cubicBezTo>
                  <a:pt x="681925" y="41740"/>
                  <a:pt x="681925" y="41740"/>
                  <a:pt x="640175" y="222615"/>
                </a:cubicBezTo>
                <a:cubicBezTo>
                  <a:pt x="598424" y="208701"/>
                  <a:pt x="556674" y="194788"/>
                  <a:pt x="501006" y="194788"/>
                </a:cubicBezTo>
                <a:cubicBezTo>
                  <a:pt x="389672" y="194788"/>
                  <a:pt x="361838" y="264355"/>
                  <a:pt x="361838" y="347835"/>
                </a:cubicBezTo>
                <a:cubicBezTo>
                  <a:pt x="361838" y="389576"/>
                  <a:pt x="361838" y="417402"/>
                  <a:pt x="375755" y="459143"/>
                </a:cubicBezTo>
                <a:cubicBezTo>
                  <a:pt x="375755" y="459143"/>
                  <a:pt x="375755" y="459143"/>
                  <a:pt x="584507" y="459143"/>
                </a:cubicBezTo>
                <a:cubicBezTo>
                  <a:pt x="584507" y="459143"/>
                  <a:pt x="584507" y="459143"/>
                  <a:pt x="584507" y="626104"/>
                </a:cubicBezTo>
                <a:cubicBezTo>
                  <a:pt x="584507" y="626104"/>
                  <a:pt x="584507" y="626104"/>
                  <a:pt x="389672" y="626104"/>
                </a:cubicBezTo>
                <a:cubicBezTo>
                  <a:pt x="389672" y="667844"/>
                  <a:pt x="389672" y="695671"/>
                  <a:pt x="375755" y="737411"/>
                </a:cubicBezTo>
                <a:cubicBezTo>
                  <a:pt x="361838" y="779151"/>
                  <a:pt x="334004" y="806978"/>
                  <a:pt x="292254" y="848718"/>
                </a:cubicBezTo>
                <a:cubicBezTo>
                  <a:pt x="292254" y="848718"/>
                  <a:pt x="292254" y="848718"/>
                  <a:pt x="709759" y="848718"/>
                </a:cubicBezTo>
                <a:lnTo>
                  <a:pt x="709759" y="1043506"/>
                </a:lnTo>
                <a:cubicBezTo>
                  <a:pt x="709759" y="1043506"/>
                  <a:pt x="709759" y="1043506"/>
                  <a:pt x="0" y="1043506"/>
                </a:cubicBezTo>
                <a:cubicBezTo>
                  <a:pt x="0" y="1043506"/>
                  <a:pt x="0" y="1043506"/>
                  <a:pt x="0" y="918285"/>
                </a:cubicBezTo>
                <a:cubicBezTo>
                  <a:pt x="83501" y="876545"/>
                  <a:pt x="167002" y="793065"/>
                  <a:pt x="180919" y="681757"/>
                </a:cubicBezTo>
                <a:cubicBezTo>
                  <a:pt x="180919" y="667844"/>
                  <a:pt x="180919" y="640017"/>
                  <a:pt x="167002" y="626104"/>
                </a:cubicBezTo>
                <a:cubicBezTo>
                  <a:pt x="167002" y="626104"/>
                  <a:pt x="167002" y="626104"/>
                  <a:pt x="13917" y="626104"/>
                </a:cubicBezTo>
                <a:cubicBezTo>
                  <a:pt x="13917" y="626104"/>
                  <a:pt x="13917" y="626104"/>
                  <a:pt x="13917" y="459143"/>
                </a:cubicBezTo>
                <a:cubicBezTo>
                  <a:pt x="13917" y="459143"/>
                  <a:pt x="13917" y="459143"/>
                  <a:pt x="139168" y="459143"/>
                </a:cubicBezTo>
                <a:cubicBezTo>
                  <a:pt x="139168" y="417402"/>
                  <a:pt x="139168" y="375662"/>
                  <a:pt x="139168" y="333922"/>
                </a:cubicBezTo>
                <a:cubicBezTo>
                  <a:pt x="139168" y="139134"/>
                  <a:pt x="278337" y="0"/>
                  <a:pt x="48708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chemeClr val="accent1"/>
              </a:solidFill>
              <a:cs typeface="+mn-ea"/>
              <a:sym typeface="+mn-lt"/>
            </a:endParaRPr>
          </a:p>
        </p:txBody>
      </p:sp>
      <p:sp>
        <p:nvSpPr>
          <p:cNvPr id="34827" name="文本框 13">
            <a:extLst>
              <a:ext uri="{FF2B5EF4-FFF2-40B4-BE49-F238E27FC236}">
                <a16:creationId xmlns:a16="http://schemas.microsoft.com/office/drawing/2014/main" id="{8D21A724-5410-4EE5-B358-7095C9A2AEF6}"/>
              </a:ext>
            </a:extLst>
          </p:cNvPr>
          <p:cNvSpPr txBox="1">
            <a:spLocks noChangeArrowheads="1"/>
          </p:cNvSpPr>
          <p:nvPr/>
        </p:nvSpPr>
        <p:spPr bwMode="auto">
          <a:xfrm>
            <a:off x="1266825" y="4416425"/>
            <a:ext cx="2286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1600">
                <a:solidFill>
                  <a:srgbClr val="595959"/>
                </a:solidFill>
                <a:sym typeface="Arial" panose="020B0604020202020204" pitchFamily="34" charset="0"/>
              </a:rPr>
              <a:t>请在这里添加相应的文字内容请在这里添加相应的文字内容</a:t>
            </a:r>
          </a:p>
        </p:txBody>
      </p:sp>
      <p:sp>
        <p:nvSpPr>
          <p:cNvPr id="34828" name="矩形 14">
            <a:extLst>
              <a:ext uri="{FF2B5EF4-FFF2-40B4-BE49-F238E27FC236}">
                <a16:creationId xmlns:a16="http://schemas.microsoft.com/office/drawing/2014/main" id="{A1ADA1BC-3B3B-4F94-9E7A-12D1A6DC8C9A}"/>
              </a:ext>
            </a:extLst>
          </p:cNvPr>
          <p:cNvSpPr>
            <a:spLocks noChangeArrowheads="1"/>
          </p:cNvSpPr>
          <p:nvPr/>
        </p:nvSpPr>
        <p:spPr bwMode="auto">
          <a:xfrm>
            <a:off x="1290638" y="4016375"/>
            <a:ext cx="2236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000" b="1">
                <a:solidFill>
                  <a:srgbClr val="4B649F"/>
                </a:solidFill>
                <a:sym typeface="Arial" panose="020B0604020202020204" pitchFamily="34" charset="0"/>
              </a:rPr>
              <a:t>这里添加文字标题</a:t>
            </a:r>
            <a:endParaRPr lang="zh-CN" altLang="en-US" sz="2000">
              <a:solidFill>
                <a:srgbClr val="4B649F"/>
              </a:solidFill>
              <a:sym typeface="Arial" panose="020B0604020202020204" pitchFamily="34" charset="0"/>
            </a:endParaRPr>
          </a:p>
        </p:txBody>
      </p:sp>
      <p:sp>
        <p:nvSpPr>
          <p:cNvPr id="34829" name="文本框 15">
            <a:extLst>
              <a:ext uri="{FF2B5EF4-FFF2-40B4-BE49-F238E27FC236}">
                <a16:creationId xmlns:a16="http://schemas.microsoft.com/office/drawing/2014/main" id="{A41143EE-3C61-47AE-A481-D238B5D2CDEB}"/>
              </a:ext>
            </a:extLst>
          </p:cNvPr>
          <p:cNvSpPr txBox="1">
            <a:spLocks noChangeArrowheads="1"/>
          </p:cNvSpPr>
          <p:nvPr/>
        </p:nvSpPr>
        <p:spPr bwMode="auto">
          <a:xfrm>
            <a:off x="3668713" y="4416425"/>
            <a:ext cx="2286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1600">
                <a:solidFill>
                  <a:srgbClr val="595959"/>
                </a:solidFill>
                <a:sym typeface="Arial" panose="020B0604020202020204" pitchFamily="34" charset="0"/>
              </a:rPr>
              <a:t>请在这里添加相应的文字内容请在这里添加相应的文字内容</a:t>
            </a:r>
          </a:p>
        </p:txBody>
      </p:sp>
      <p:sp>
        <p:nvSpPr>
          <p:cNvPr id="34830" name="矩形 16">
            <a:extLst>
              <a:ext uri="{FF2B5EF4-FFF2-40B4-BE49-F238E27FC236}">
                <a16:creationId xmlns:a16="http://schemas.microsoft.com/office/drawing/2014/main" id="{17A1DCE9-26D1-4AD8-A09B-3868A45226EB}"/>
              </a:ext>
            </a:extLst>
          </p:cNvPr>
          <p:cNvSpPr>
            <a:spLocks noChangeArrowheads="1"/>
          </p:cNvSpPr>
          <p:nvPr/>
        </p:nvSpPr>
        <p:spPr bwMode="auto">
          <a:xfrm>
            <a:off x="3692525" y="4016375"/>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000" b="1">
                <a:solidFill>
                  <a:srgbClr val="7DB1CD"/>
                </a:solidFill>
                <a:sym typeface="Arial" panose="020B0604020202020204" pitchFamily="34" charset="0"/>
              </a:rPr>
              <a:t>这里添加文字标题</a:t>
            </a:r>
            <a:endParaRPr lang="zh-CN" altLang="en-US" sz="2000">
              <a:solidFill>
                <a:srgbClr val="7DB1CD"/>
              </a:solidFill>
              <a:sym typeface="Arial" panose="020B0604020202020204" pitchFamily="34" charset="0"/>
            </a:endParaRPr>
          </a:p>
        </p:txBody>
      </p:sp>
      <p:sp>
        <p:nvSpPr>
          <p:cNvPr id="34831" name="文本框 17">
            <a:extLst>
              <a:ext uri="{FF2B5EF4-FFF2-40B4-BE49-F238E27FC236}">
                <a16:creationId xmlns:a16="http://schemas.microsoft.com/office/drawing/2014/main" id="{1E4141B4-0B7E-43D9-A6E7-89698C4DA016}"/>
              </a:ext>
            </a:extLst>
          </p:cNvPr>
          <p:cNvSpPr txBox="1">
            <a:spLocks noChangeArrowheads="1"/>
          </p:cNvSpPr>
          <p:nvPr/>
        </p:nvSpPr>
        <p:spPr bwMode="auto">
          <a:xfrm>
            <a:off x="5954713" y="4416425"/>
            <a:ext cx="2286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1600">
                <a:solidFill>
                  <a:srgbClr val="595959"/>
                </a:solidFill>
                <a:sym typeface="Arial" panose="020B0604020202020204" pitchFamily="34" charset="0"/>
              </a:rPr>
              <a:t>请在这里添加相应的文字内容请在这里添加相应的文字内容</a:t>
            </a:r>
          </a:p>
        </p:txBody>
      </p:sp>
      <p:sp>
        <p:nvSpPr>
          <p:cNvPr id="34832" name="矩形 18">
            <a:extLst>
              <a:ext uri="{FF2B5EF4-FFF2-40B4-BE49-F238E27FC236}">
                <a16:creationId xmlns:a16="http://schemas.microsoft.com/office/drawing/2014/main" id="{2A72F71C-2A34-492A-8C09-D0A6234BA71B}"/>
              </a:ext>
            </a:extLst>
          </p:cNvPr>
          <p:cNvSpPr>
            <a:spLocks noChangeArrowheads="1"/>
          </p:cNvSpPr>
          <p:nvPr/>
        </p:nvSpPr>
        <p:spPr bwMode="auto">
          <a:xfrm>
            <a:off x="5978525" y="4016375"/>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000" b="1">
                <a:solidFill>
                  <a:srgbClr val="5E80B0"/>
                </a:solidFill>
                <a:sym typeface="Arial" panose="020B0604020202020204" pitchFamily="34" charset="0"/>
              </a:rPr>
              <a:t>这里添加文字标题</a:t>
            </a:r>
            <a:endParaRPr lang="zh-CN" altLang="en-US" sz="2000">
              <a:solidFill>
                <a:srgbClr val="5E80B0"/>
              </a:solidFill>
              <a:sym typeface="Arial" panose="020B0604020202020204" pitchFamily="34" charset="0"/>
            </a:endParaRPr>
          </a:p>
        </p:txBody>
      </p:sp>
      <p:sp>
        <p:nvSpPr>
          <p:cNvPr id="34833" name="文本框 19">
            <a:extLst>
              <a:ext uri="{FF2B5EF4-FFF2-40B4-BE49-F238E27FC236}">
                <a16:creationId xmlns:a16="http://schemas.microsoft.com/office/drawing/2014/main" id="{BEB56F0B-FB2E-433C-995E-765B9B0C426B}"/>
              </a:ext>
            </a:extLst>
          </p:cNvPr>
          <p:cNvSpPr txBox="1">
            <a:spLocks noChangeArrowheads="1"/>
          </p:cNvSpPr>
          <p:nvPr/>
        </p:nvSpPr>
        <p:spPr bwMode="auto">
          <a:xfrm>
            <a:off x="8264525" y="4416425"/>
            <a:ext cx="2286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50000"/>
              </a:lnSpc>
              <a:spcBef>
                <a:spcPct val="0"/>
              </a:spcBef>
              <a:buFontTx/>
              <a:buNone/>
            </a:pPr>
            <a:r>
              <a:rPr lang="zh-CN" altLang="en-US" sz="1600">
                <a:solidFill>
                  <a:srgbClr val="595959"/>
                </a:solidFill>
                <a:sym typeface="Arial" panose="020B0604020202020204" pitchFamily="34" charset="0"/>
              </a:rPr>
              <a:t>请在这里添加相应的文字内容请在这里添加相应的文字内容</a:t>
            </a:r>
          </a:p>
        </p:txBody>
      </p:sp>
      <p:sp>
        <p:nvSpPr>
          <p:cNvPr id="21" name="矩形 20">
            <a:extLst>
              <a:ext uri="{FF2B5EF4-FFF2-40B4-BE49-F238E27FC236}">
                <a16:creationId xmlns:a16="http://schemas.microsoft.com/office/drawing/2014/main" id="{857D8A50-A641-4687-BE92-BF40641738C5}"/>
              </a:ext>
            </a:extLst>
          </p:cNvPr>
          <p:cNvSpPr/>
          <p:nvPr/>
        </p:nvSpPr>
        <p:spPr>
          <a:xfrm>
            <a:off x="8289925" y="4016375"/>
            <a:ext cx="2236788" cy="400050"/>
          </a:xfrm>
          <a:prstGeom prst="rect">
            <a:avLst/>
          </a:prstGeom>
        </p:spPr>
        <p:txBody>
          <a:bodyPr wrap="none">
            <a:spAutoFit/>
          </a:bodyPr>
          <a:lstStyle/>
          <a:p>
            <a:pPr algn="ctr" eaLnBrk="1" fontAlgn="auto" hangingPunct="1">
              <a:defRPr/>
            </a:pPr>
            <a:r>
              <a:rPr lang="zh-CN" altLang="en-US" sz="2000" b="1" noProof="1">
                <a:solidFill>
                  <a:schemeClr val="accent6"/>
                </a:solidFill>
                <a:latin typeface="+mn-lt"/>
                <a:ea typeface="+mn-ea"/>
                <a:cs typeface="+mn-ea"/>
                <a:sym typeface="+mn-lt"/>
              </a:rPr>
              <a:t>这里添加文字标题</a:t>
            </a:r>
            <a:endParaRPr lang="zh-CN" altLang="en-US" sz="2000" noProof="1">
              <a:solidFill>
                <a:schemeClr val="accent6"/>
              </a:solidFill>
              <a:cs typeface="+mn-ea"/>
              <a:sym typeface="+mn-lt"/>
            </a:endParaRPr>
          </a:p>
        </p:txBody>
      </p:sp>
      <p:pic>
        <p:nvPicPr>
          <p:cNvPr id="34835" name="图片 22">
            <a:extLst>
              <a:ext uri="{FF2B5EF4-FFF2-40B4-BE49-F238E27FC236}">
                <a16:creationId xmlns:a16="http://schemas.microsoft.com/office/drawing/2014/main" id="{0EAA0B55-5DB0-49BD-BC22-71BCD9B3E2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36" name="组合 23">
            <a:extLst>
              <a:ext uri="{FF2B5EF4-FFF2-40B4-BE49-F238E27FC236}">
                <a16:creationId xmlns:a16="http://schemas.microsoft.com/office/drawing/2014/main" id="{5AC7FEC0-9702-461E-9A5E-8A366F0BFEF7}"/>
              </a:ext>
            </a:extLst>
          </p:cNvPr>
          <p:cNvGrpSpPr>
            <a:grpSpLocks/>
          </p:cNvGrpSpPr>
          <p:nvPr/>
        </p:nvGrpSpPr>
        <p:grpSpPr bwMode="auto">
          <a:xfrm>
            <a:off x="133350" y="125413"/>
            <a:ext cx="639763" cy="638175"/>
            <a:chOff x="1131485" y="2234042"/>
            <a:chExt cx="1607262" cy="1607262"/>
          </a:xfrm>
        </p:grpSpPr>
        <p:sp>
          <p:nvSpPr>
            <p:cNvPr id="25" name="椭圆 24">
              <a:extLst>
                <a:ext uri="{FF2B5EF4-FFF2-40B4-BE49-F238E27FC236}">
                  <a16:creationId xmlns:a16="http://schemas.microsoft.com/office/drawing/2014/main" id="{CD7F16B4-5F3D-4562-8DE6-AEFE85E5B501}"/>
                </a:ext>
              </a:extLst>
            </p:cNvPr>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6" name="椭圆 25">
              <a:extLst>
                <a:ext uri="{FF2B5EF4-FFF2-40B4-BE49-F238E27FC236}">
                  <a16:creationId xmlns:a16="http://schemas.microsoft.com/office/drawing/2014/main" id="{2A0F6D7C-ACE6-429E-85A1-56486C8F2872}"/>
                </a:ext>
              </a:extLst>
            </p:cNvPr>
            <p:cNvSpPr/>
            <p:nvPr/>
          </p:nvSpPr>
          <p:spPr>
            <a:xfrm>
              <a:off x="1239169" y="2341991"/>
              <a:ext cx="1391895"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4842" name="KSO_Shape">
              <a:extLst>
                <a:ext uri="{FF2B5EF4-FFF2-40B4-BE49-F238E27FC236}">
                  <a16:creationId xmlns:a16="http://schemas.microsoft.com/office/drawing/2014/main" id="{5A184C82-C71D-4950-8664-5CC0610BEC48}"/>
                </a:ext>
              </a:extLst>
            </p:cNvPr>
            <p:cNvSpPr>
              <a:spLocks noChangeArrowheads="1"/>
            </p:cNvSpPr>
            <p:nvPr/>
          </p:nvSpPr>
          <p:spPr bwMode="auto">
            <a:xfrm>
              <a:off x="1480150" y="2597150"/>
              <a:ext cx="909932" cy="881046"/>
            </a:xfrm>
            <a:custGeom>
              <a:avLst/>
              <a:gdLst>
                <a:gd name="T0" fmla="*/ 8644 w 8965002"/>
                <a:gd name="T1" fmla="*/ 3777 h 8673857"/>
                <a:gd name="T2" fmla="*/ 8892 w 8965002"/>
                <a:gd name="T3" fmla="*/ 3777 h 8673857"/>
                <a:gd name="T4" fmla="*/ 9300 w 8965002"/>
                <a:gd name="T5" fmla="*/ 4552 h 8673857"/>
                <a:gd name="T6" fmla="*/ 7282 w 8965002"/>
                <a:gd name="T7" fmla="*/ 7598 h 8673857"/>
                <a:gd name="T8" fmla="*/ 6806 w 8965002"/>
                <a:gd name="T9" fmla="*/ 7834 h 8673857"/>
                <a:gd name="T10" fmla="*/ 5621 w 8965002"/>
                <a:gd name="T11" fmla="*/ 7834 h 8673857"/>
                <a:gd name="T12" fmla="*/ 5621 w 8965002"/>
                <a:gd name="T13" fmla="*/ 8794 h 8673857"/>
                <a:gd name="T14" fmla="*/ 5463 w 8965002"/>
                <a:gd name="T15" fmla="*/ 9054 h 8673857"/>
                <a:gd name="T16" fmla="*/ 5318 w 8965002"/>
                <a:gd name="T17" fmla="*/ 9089 h 8673857"/>
                <a:gd name="T18" fmla="*/ 5134 w 8965002"/>
                <a:gd name="T19" fmla="*/ 9034 h 8673857"/>
                <a:gd name="T20" fmla="*/ 4211 w 8965002"/>
                <a:gd name="T21" fmla="*/ 8408 h 8673857"/>
                <a:gd name="T22" fmla="*/ 3308 w 8965002"/>
                <a:gd name="T23" fmla="*/ 9034 h 8673857"/>
                <a:gd name="T24" fmla="*/ 2978 w 8965002"/>
                <a:gd name="T25" fmla="*/ 9054 h 8673857"/>
                <a:gd name="T26" fmla="*/ 2809 w 8965002"/>
                <a:gd name="T27" fmla="*/ 8794 h 8673857"/>
                <a:gd name="T28" fmla="*/ 2809 w 8965002"/>
                <a:gd name="T29" fmla="*/ 6394 h 8673857"/>
                <a:gd name="T30" fmla="*/ 3316 w 8965002"/>
                <a:gd name="T31" fmla="*/ 5378 h 8673857"/>
                <a:gd name="T32" fmla="*/ 3477 w 8965002"/>
                <a:gd name="T33" fmla="*/ 5335 h 8673857"/>
                <a:gd name="T34" fmla="*/ 5950 w 8965002"/>
                <a:gd name="T35" fmla="*/ 5335 h 8673857"/>
                <a:gd name="T36" fmla="*/ 5613 w 8965002"/>
                <a:gd name="T37" fmla="*/ 6582 h 8673857"/>
                <a:gd name="T38" fmla="*/ 6512 w 8965002"/>
                <a:gd name="T39" fmla="*/ 6582 h 8673857"/>
                <a:gd name="T40" fmla="*/ 8644 w 8965002"/>
                <a:gd name="T41" fmla="*/ 3777 h 8673857"/>
                <a:gd name="T42" fmla="*/ 6389 w 8965002"/>
                <a:gd name="T43" fmla="*/ 0 h 8673857"/>
                <a:gd name="T44" fmla="*/ 8573 w 8965002"/>
                <a:gd name="T45" fmla="*/ 144 h 8673857"/>
                <a:gd name="T46" fmla="*/ 8969 w 8965002"/>
                <a:gd name="T47" fmla="*/ 927 h 8673857"/>
                <a:gd name="T48" fmla="*/ 6492 w 8965002"/>
                <a:gd name="T49" fmla="*/ 4165 h 8673857"/>
                <a:gd name="T50" fmla="*/ 6044 w 8965002"/>
                <a:gd name="T51" fmla="*/ 4378 h 8673857"/>
                <a:gd name="T52" fmla="*/ 2310 w 8965002"/>
                <a:gd name="T53" fmla="*/ 4378 h 8673857"/>
                <a:gd name="T54" fmla="*/ 1203 w 8965002"/>
                <a:gd name="T55" fmla="*/ 5739 h 8673857"/>
                <a:gd name="T56" fmla="*/ 1882 w 8965002"/>
                <a:gd name="T57" fmla="*/ 6522 h 8673857"/>
                <a:gd name="T58" fmla="*/ 2180 w 8965002"/>
                <a:gd name="T59" fmla="*/ 6581 h 8673857"/>
                <a:gd name="T60" fmla="*/ 2180 w 8965002"/>
                <a:gd name="T61" fmla="*/ 7833 h 8673857"/>
                <a:gd name="T62" fmla="*/ 56 w 8965002"/>
                <a:gd name="T63" fmla="*/ 5995 h 8673857"/>
                <a:gd name="T64" fmla="*/ 68 w 8965002"/>
                <a:gd name="T65" fmla="*/ 4956 h 8673857"/>
                <a:gd name="T66" fmla="*/ 2840 w 8965002"/>
                <a:gd name="T67" fmla="*/ 703 h 8673857"/>
                <a:gd name="T68" fmla="*/ 3676 w 8965002"/>
                <a:gd name="T69" fmla="*/ 239 h 8673857"/>
                <a:gd name="T70" fmla="*/ 6389 w 8965002"/>
                <a:gd name="T71" fmla="*/ 0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
        <p:nvSpPr>
          <p:cNvPr id="34837" name="文本框 27">
            <a:extLst>
              <a:ext uri="{FF2B5EF4-FFF2-40B4-BE49-F238E27FC236}">
                <a16:creationId xmlns:a16="http://schemas.microsoft.com/office/drawing/2014/main" id="{5EB1F971-10C8-4B82-BCC4-F747AF2857AC}"/>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添加论文内容第一部分标题</a:t>
            </a:r>
          </a:p>
        </p:txBody>
      </p:sp>
      <p:cxnSp>
        <p:nvCxnSpPr>
          <p:cNvPr id="29" name="直接连接符 28">
            <a:extLst>
              <a:ext uri="{FF2B5EF4-FFF2-40B4-BE49-F238E27FC236}">
                <a16:creationId xmlns:a16="http://schemas.microsoft.com/office/drawing/2014/main" id="{AAB6C9D5-E0AA-4CE5-AF4D-ED76F94236A1}"/>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ED4321F5-EBBD-4814-ACDE-80F21A8D7D4F}"/>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图片 1">
            <a:extLst>
              <a:ext uri="{FF2B5EF4-FFF2-40B4-BE49-F238E27FC236}">
                <a16:creationId xmlns:a16="http://schemas.microsoft.com/office/drawing/2014/main" id="{B476698E-769D-43F6-82D8-8F0FD6379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5843" name="组合 2">
            <a:extLst>
              <a:ext uri="{FF2B5EF4-FFF2-40B4-BE49-F238E27FC236}">
                <a16:creationId xmlns:a16="http://schemas.microsoft.com/office/drawing/2014/main" id="{B412A75F-CDE8-47BC-B089-F1F3E5B80A40}"/>
              </a:ext>
            </a:extLst>
          </p:cNvPr>
          <p:cNvGrpSpPr>
            <a:grpSpLocks/>
          </p:cNvGrpSpPr>
          <p:nvPr/>
        </p:nvGrpSpPr>
        <p:grpSpPr bwMode="auto">
          <a:xfrm>
            <a:off x="133350" y="125413"/>
            <a:ext cx="639763" cy="638175"/>
            <a:chOff x="1131485" y="2234042"/>
            <a:chExt cx="1607262" cy="1607262"/>
          </a:xfrm>
        </p:grpSpPr>
        <p:sp>
          <p:nvSpPr>
            <p:cNvPr id="4" name="椭圆 3">
              <a:extLst>
                <a:ext uri="{FF2B5EF4-FFF2-40B4-BE49-F238E27FC236}">
                  <a16:creationId xmlns:a16="http://schemas.microsoft.com/office/drawing/2014/main" id="{5C9073A8-8BAC-49AC-941D-124B28C0DB88}"/>
                </a:ext>
              </a:extLst>
            </p:cNvPr>
            <p:cNvSpPr/>
            <p:nvPr/>
          </p:nvSpPr>
          <p:spPr>
            <a:xfrm>
              <a:off x="1131485"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5" name="椭圆 4">
              <a:extLst>
                <a:ext uri="{FF2B5EF4-FFF2-40B4-BE49-F238E27FC236}">
                  <a16:creationId xmlns:a16="http://schemas.microsoft.com/office/drawing/2014/main" id="{5C311972-07C4-4347-863D-ACE0FEA818EF}"/>
                </a:ext>
              </a:extLst>
            </p:cNvPr>
            <p:cNvSpPr/>
            <p:nvPr/>
          </p:nvSpPr>
          <p:spPr>
            <a:xfrm>
              <a:off x="1239169" y="2341991"/>
              <a:ext cx="1391895"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5866" name="KSO_Shape">
              <a:extLst>
                <a:ext uri="{FF2B5EF4-FFF2-40B4-BE49-F238E27FC236}">
                  <a16:creationId xmlns:a16="http://schemas.microsoft.com/office/drawing/2014/main" id="{3A3176E6-35E7-43D2-84BB-47BCEBB7F8BA}"/>
                </a:ext>
              </a:extLst>
            </p:cNvPr>
            <p:cNvSpPr>
              <a:spLocks noChangeArrowheads="1"/>
            </p:cNvSpPr>
            <p:nvPr/>
          </p:nvSpPr>
          <p:spPr bwMode="auto">
            <a:xfrm>
              <a:off x="1480150" y="2597150"/>
              <a:ext cx="909932" cy="881046"/>
            </a:xfrm>
            <a:custGeom>
              <a:avLst/>
              <a:gdLst>
                <a:gd name="T0" fmla="*/ 8644 w 8965002"/>
                <a:gd name="T1" fmla="*/ 3777 h 8673857"/>
                <a:gd name="T2" fmla="*/ 8892 w 8965002"/>
                <a:gd name="T3" fmla="*/ 3777 h 8673857"/>
                <a:gd name="T4" fmla="*/ 9300 w 8965002"/>
                <a:gd name="T5" fmla="*/ 4552 h 8673857"/>
                <a:gd name="T6" fmla="*/ 7282 w 8965002"/>
                <a:gd name="T7" fmla="*/ 7598 h 8673857"/>
                <a:gd name="T8" fmla="*/ 6806 w 8965002"/>
                <a:gd name="T9" fmla="*/ 7834 h 8673857"/>
                <a:gd name="T10" fmla="*/ 5621 w 8965002"/>
                <a:gd name="T11" fmla="*/ 7834 h 8673857"/>
                <a:gd name="T12" fmla="*/ 5621 w 8965002"/>
                <a:gd name="T13" fmla="*/ 8794 h 8673857"/>
                <a:gd name="T14" fmla="*/ 5463 w 8965002"/>
                <a:gd name="T15" fmla="*/ 9054 h 8673857"/>
                <a:gd name="T16" fmla="*/ 5318 w 8965002"/>
                <a:gd name="T17" fmla="*/ 9089 h 8673857"/>
                <a:gd name="T18" fmla="*/ 5134 w 8965002"/>
                <a:gd name="T19" fmla="*/ 9034 h 8673857"/>
                <a:gd name="T20" fmla="*/ 4211 w 8965002"/>
                <a:gd name="T21" fmla="*/ 8408 h 8673857"/>
                <a:gd name="T22" fmla="*/ 3308 w 8965002"/>
                <a:gd name="T23" fmla="*/ 9034 h 8673857"/>
                <a:gd name="T24" fmla="*/ 2978 w 8965002"/>
                <a:gd name="T25" fmla="*/ 9054 h 8673857"/>
                <a:gd name="T26" fmla="*/ 2809 w 8965002"/>
                <a:gd name="T27" fmla="*/ 8794 h 8673857"/>
                <a:gd name="T28" fmla="*/ 2809 w 8965002"/>
                <a:gd name="T29" fmla="*/ 6394 h 8673857"/>
                <a:gd name="T30" fmla="*/ 3316 w 8965002"/>
                <a:gd name="T31" fmla="*/ 5378 h 8673857"/>
                <a:gd name="T32" fmla="*/ 3477 w 8965002"/>
                <a:gd name="T33" fmla="*/ 5335 h 8673857"/>
                <a:gd name="T34" fmla="*/ 5950 w 8965002"/>
                <a:gd name="T35" fmla="*/ 5335 h 8673857"/>
                <a:gd name="T36" fmla="*/ 5613 w 8965002"/>
                <a:gd name="T37" fmla="*/ 6582 h 8673857"/>
                <a:gd name="T38" fmla="*/ 6512 w 8965002"/>
                <a:gd name="T39" fmla="*/ 6582 h 8673857"/>
                <a:gd name="T40" fmla="*/ 8644 w 8965002"/>
                <a:gd name="T41" fmla="*/ 3777 h 8673857"/>
                <a:gd name="T42" fmla="*/ 6389 w 8965002"/>
                <a:gd name="T43" fmla="*/ 0 h 8673857"/>
                <a:gd name="T44" fmla="*/ 8573 w 8965002"/>
                <a:gd name="T45" fmla="*/ 144 h 8673857"/>
                <a:gd name="T46" fmla="*/ 8969 w 8965002"/>
                <a:gd name="T47" fmla="*/ 927 h 8673857"/>
                <a:gd name="T48" fmla="*/ 6492 w 8965002"/>
                <a:gd name="T49" fmla="*/ 4165 h 8673857"/>
                <a:gd name="T50" fmla="*/ 6044 w 8965002"/>
                <a:gd name="T51" fmla="*/ 4378 h 8673857"/>
                <a:gd name="T52" fmla="*/ 2310 w 8965002"/>
                <a:gd name="T53" fmla="*/ 4378 h 8673857"/>
                <a:gd name="T54" fmla="*/ 1203 w 8965002"/>
                <a:gd name="T55" fmla="*/ 5739 h 8673857"/>
                <a:gd name="T56" fmla="*/ 1882 w 8965002"/>
                <a:gd name="T57" fmla="*/ 6522 h 8673857"/>
                <a:gd name="T58" fmla="*/ 2180 w 8965002"/>
                <a:gd name="T59" fmla="*/ 6581 h 8673857"/>
                <a:gd name="T60" fmla="*/ 2180 w 8965002"/>
                <a:gd name="T61" fmla="*/ 7833 h 8673857"/>
                <a:gd name="T62" fmla="*/ 56 w 8965002"/>
                <a:gd name="T63" fmla="*/ 5995 h 8673857"/>
                <a:gd name="T64" fmla="*/ 68 w 8965002"/>
                <a:gd name="T65" fmla="*/ 4956 h 8673857"/>
                <a:gd name="T66" fmla="*/ 2840 w 8965002"/>
                <a:gd name="T67" fmla="*/ 703 h 8673857"/>
                <a:gd name="T68" fmla="*/ 3676 w 8965002"/>
                <a:gd name="T69" fmla="*/ 239 h 8673857"/>
                <a:gd name="T70" fmla="*/ 6389 w 8965002"/>
                <a:gd name="T71" fmla="*/ 0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
        <p:nvSpPr>
          <p:cNvPr id="35844" name="文本框 6">
            <a:extLst>
              <a:ext uri="{FF2B5EF4-FFF2-40B4-BE49-F238E27FC236}">
                <a16:creationId xmlns:a16="http://schemas.microsoft.com/office/drawing/2014/main" id="{D938AEAF-F4B7-4AFA-BCFC-BAAFB4099EC4}"/>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添加论文内容第一部分标题</a:t>
            </a:r>
          </a:p>
        </p:txBody>
      </p:sp>
      <p:cxnSp>
        <p:nvCxnSpPr>
          <p:cNvPr id="8" name="直接连接符 7">
            <a:extLst>
              <a:ext uri="{FF2B5EF4-FFF2-40B4-BE49-F238E27FC236}">
                <a16:creationId xmlns:a16="http://schemas.microsoft.com/office/drawing/2014/main" id="{0A7D700F-3090-428B-A904-296B7CADCE7B}"/>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E0CACD5C-F479-4536-9D21-E6C5E5B89D84}"/>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5847" name="文本框 9">
            <a:extLst>
              <a:ext uri="{FF2B5EF4-FFF2-40B4-BE49-F238E27FC236}">
                <a16:creationId xmlns:a16="http://schemas.microsoft.com/office/drawing/2014/main" id="{A943E3EF-2D14-4BB9-9245-CD5E8D5BFAF0}"/>
              </a:ext>
            </a:extLst>
          </p:cNvPr>
          <p:cNvSpPr txBox="1">
            <a:spLocks noChangeArrowheads="1"/>
          </p:cNvSpPr>
          <p:nvPr/>
        </p:nvSpPr>
        <p:spPr bwMode="auto">
          <a:xfrm>
            <a:off x="1843088" y="2293938"/>
            <a:ext cx="2284412"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5848" name="文本框 10">
            <a:extLst>
              <a:ext uri="{FF2B5EF4-FFF2-40B4-BE49-F238E27FC236}">
                <a16:creationId xmlns:a16="http://schemas.microsoft.com/office/drawing/2014/main" id="{BDC54A5D-5C5D-4727-9B0F-2A5C1B86EE65}"/>
              </a:ext>
            </a:extLst>
          </p:cNvPr>
          <p:cNvSpPr txBox="1">
            <a:spLocks noChangeArrowheads="1"/>
          </p:cNvSpPr>
          <p:nvPr/>
        </p:nvSpPr>
        <p:spPr bwMode="auto">
          <a:xfrm>
            <a:off x="4868863" y="2293938"/>
            <a:ext cx="22828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5849" name="文本框 11">
            <a:extLst>
              <a:ext uri="{FF2B5EF4-FFF2-40B4-BE49-F238E27FC236}">
                <a16:creationId xmlns:a16="http://schemas.microsoft.com/office/drawing/2014/main" id="{715F19D5-3D51-4563-93CC-095552EDA084}"/>
              </a:ext>
            </a:extLst>
          </p:cNvPr>
          <p:cNvSpPr txBox="1">
            <a:spLocks noChangeArrowheads="1"/>
          </p:cNvSpPr>
          <p:nvPr/>
        </p:nvSpPr>
        <p:spPr bwMode="auto">
          <a:xfrm>
            <a:off x="7904163" y="2293938"/>
            <a:ext cx="2284412"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5850" name="文本框 12">
            <a:extLst>
              <a:ext uri="{FF2B5EF4-FFF2-40B4-BE49-F238E27FC236}">
                <a16:creationId xmlns:a16="http://schemas.microsoft.com/office/drawing/2014/main" id="{59A360FE-2E8C-46BC-ACAE-2C36EFD5810D}"/>
              </a:ext>
            </a:extLst>
          </p:cNvPr>
          <p:cNvSpPr txBox="1">
            <a:spLocks noChangeArrowheads="1"/>
          </p:cNvSpPr>
          <p:nvPr/>
        </p:nvSpPr>
        <p:spPr bwMode="auto">
          <a:xfrm>
            <a:off x="1843088" y="4668838"/>
            <a:ext cx="2284412"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5851" name="文本框 13">
            <a:extLst>
              <a:ext uri="{FF2B5EF4-FFF2-40B4-BE49-F238E27FC236}">
                <a16:creationId xmlns:a16="http://schemas.microsoft.com/office/drawing/2014/main" id="{2F05CB79-2C09-4389-B2DF-645877C455E3}"/>
              </a:ext>
            </a:extLst>
          </p:cNvPr>
          <p:cNvSpPr txBox="1">
            <a:spLocks noChangeArrowheads="1"/>
          </p:cNvSpPr>
          <p:nvPr/>
        </p:nvSpPr>
        <p:spPr bwMode="auto">
          <a:xfrm>
            <a:off x="4868863" y="4668838"/>
            <a:ext cx="22828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5852" name="文本框 14">
            <a:extLst>
              <a:ext uri="{FF2B5EF4-FFF2-40B4-BE49-F238E27FC236}">
                <a16:creationId xmlns:a16="http://schemas.microsoft.com/office/drawing/2014/main" id="{6D9BACFC-1270-49BA-8EE6-AAED16AEF6B0}"/>
              </a:ext>
            </a:extLst>
          </p:cNvPr>
          <p:cNvSpPr txBox="1">
            <a:spLocks noChangeArrowheads="1"/>
          </p:cNvSpPr>
          <p:nvPr/>
        </p:nvSpPr>
        <p:spPr bwMode="auto">
          <a:xfrm>
            <a:off x="7904163" y="4668838"/>
            <a:ext cx="2284412"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grpSp>
        <p:nvGrpSpPr>
          <p:cNvPr id="16" name="组合 15">
            <a:extLst>
              <a:ext uri="{FF2B5EF4-FFF2-40B4-BE49-F238E27FC236}">
                <a16:creationId xmlns:a16="http://schemas.microsoft.com/office/drawing/2014/main" id="{4FFD492E-71DA-4CAA-B43C-9FC81234C8B1}"/>
              </a:ext>
            </a:extLst>
          </p:cNvPr>
          <p:cNvGrpSpPr/>
          <p:nvPr/>
        </p:nvGrpSpPr>
        <p:grpSpPr>
          <a:xfrm>
            <a:off x="2624284" y="1642299"/>
            <a:ext cx="555189" cy="552266"/>
            <a:chOff x="922338" y="1316038"/>
            <a:chExt cx="301625" cy="300037"/>
          </a:xfrm>
          <a:solidFill>
            <a:srgbClr val="4B649F"/>
          </a:solidFill>
        </p:grpSpPr>
        <p:sp>
          <p:nvSpPr>
            <p:cNvPr id="17" name="Freeform 5">
              <a:extLst>
                <a:ext uri="{FF2B5EF4-FFF2-40B4-BE49-F238E27FC236}">
                  <a16:creationId xmlns:a16="http://schemas.microsoft.com/office/drawing/2014/main" id="{10584191-3A18-4FE1-A5CF-3DE56D26B851}"/>
                </a:ext>
              </a:extLst>
            </p:cNvPr>
            <p:cNvSpPr/>
            <p:nvPr/>
          </p:nvSpPr>
          <p:spPr>
            <a:xfrm>
              <a:off x="922338" y="1316038"/>
              <a:ext cx="301625" cy="300037"/>
            </a:xfrm>
            <a:custGeom>
              <a:avLst/>
              <a:gdLst/>
              <a:ahLst/>
              <a:cxnLst>
                <a:cxn ang="0">
                  <a:pos x="259556" y="107932"/>
                </a:cxn>
                <a:cxn ang="0">
                  <a:pos x="259556" y="12849"/>
                </a:cxn>
                <a:cxn ang="0">
                  <a:pos x="205589" y="12849"/>
                </a:cxn>
                <a:cxn ang="0">
                  <a:pos x="205589" y="53966"/>
                </a:cxn>
                <a:cxn ang="0">
                  <a:pos x="149052" y="0"/>
                </a:cxn>
                <a:cxn ang="0">
                  <a:pos x="0" y="149049"/>
                </a:cxn>
                <a:cxn ang="0">
                  <a:pos x="25699" y="149049"/>
                </a:cxn>
                <a:cxn ang="0">
                  <a:pos x="25699" y="300667"/>
                </a:cxn>
                <a:cxn ang="0">
                  <a:pos x="107934" y="300667"/>
                </a:cxn>
                <a:cxn ang="0">
                  <a:pos x="107934" y="177316"/>
                </a:cxn>
                <a:cxn ang="0">
                  <a:pos x="190170" y="177316"/>
                </a:cxn>
                <a:cxn ang="0">
                  <a:pos x="190170" y="300667"/>
                </a:cxn>
                <a:cxn ang="0">
                  <a:pos x="272406" y="300667"/>
                </a:cxn>
                <a:cxn ang="0">
                  <a:pos x="272406" y="149049"/>
                </a:cxn>
                <a:cxn ang="0">
                  <a:pos x="300674" y="149049"/>
                </a:cxn>
                <a:cxn ang="0">
                  <a:pos x="259556" y="107932"/>
                </a:cxn>
              </a:cxnLst>
              <a:rect l="0" t="0" r="0" b="0"/>
              <a:pathLst>
                <a:path w="117" h="117">
                  <a:moveTo>
                    <a:pt x="101" y="42"/>
                  </a:moveTo>
                  <a:lnTo>
                    <a:pt x="101" y="5"/>
                  </a:lnTo>
                  <a:lnTo>
                    <a:pt x="80" y="5"/>
                  </a:lnTo>
                  <a:lnTo>
                    <a:pt x="80" y="21"/>
                  </a:lnTo>
                  <a:lnTo>
                    <a:pt x="58" y="0"/>
                  </a:lnTo>
                  <a:lnTo>
                    <a:pt x="0" y="58"/>
                  </a:lnTo>
                  <a:lnTo>
                    <a:pt x="10" y="58"/>
                  </a:lnTo>
                  <a:lnTo>
                    <a:pt x="10" y="117"/>
                  </a:lnTo>
                  <a:lnTo>
                    <a:pt x="42" y="117"/>
                  </a:lnTo>
                  <a:lnTo>
                    <a:pt x="42" y="69"/>
                  </a:lnTo>
                  <a:lnTo>
                    <a:pt x="74" y="69"/>
                  </a:lnTo>
                  <a:lnTo>
                    <a:pt x="74" y="117"/>
                  </a:lnTo>
                  <a:lnTo>
                    <a:pt x="106" y="117"/>
                  </a:lnTo>
                  <a:lnTo>
                    <a:pt x="106" y="58"/>
                  </a:lnTo>
                  <a:lnTo>
                    <a:pt x="117" y="58"/>
                  </a:lnTo>
                  <a:lnTo>
                    <a:pt x="101" y="42"/>
                  </a:lnTo>
                  <a:close/>
                </a:path>
              </a:pathLst>
            </a:custGeom>
            <a:grpFill/>
            <a:ln w="9525">
              <a:noFill/>
            </a:ln>
          </p:spPr>
          <p:txBody>
            <a:bodyPr/>
            <a:lstStyle/>
            <a:p>
              <a:pPr eaLnBrk="1" fontAlgn="auto" hangingPunct="1">
                <a:defRPr/>
              </a:pPr>
              <a:endParaRPr lang="zh-CN" altLang="en-US" noProof="1">
                <a:solidFill>
                  <a:schemeClr val="accent1"/>
                </a:solidFill>
                <a:cs typeface="+mn-ea"/>
                <a:sym typeface="+mn-lt"/>
              </a:endParaRPr>
            </a:p>
          </p:txBody>
        </p:sp>
        <p:sp>
          <p:nvSpPr>
            <p:cNvPr id="18" name="Rectangle 6">
              <a:extLst>
                <a:ext uri="{FF2B5EF4-FFF2-40B4-BE49-F238E27FC236}">
                  <a16:creationId xmlns:a16="http://schemas.microsoft.com/office/drawing/2014/main" id="{14461CD8-D67D-4BBC-8AB5-8A4BA973C973}"/>
                </a:ext>
              </a:extLst>
            </p:cNvPr>
            <p:cNvSpPr/>
            <p:nvPr/>
          </p:nvSpPr>
          <p:spPr>
            <a:xfrm>
              <a:off x="1046163" y="1504950"/>
              <a:ext cx="53975" cy="111125"/>
            </a:xfrm>
            <a:prstGeom prst="rect">
              <a:avLst/>
            </a:prstGeom>
            <a:grpFill/>
            <a:ln w="9525">
              <a:noFill/>
              <a:miter/>
            </a:ln>
          </p:spPr>
          <p:txBody>
            <a:bodyPr/>
            <a:lstStyle/>
            <a:p>
              <a:pPr eaLnBrk="1" fontAlgn="auto" hangingPunct="1">
                <a:defRPr/>
              </a:pPr>
              <a:endParaRPr lang="zh-CN" altLang="en-US" noProof="1">
                <a:solidFill>
                  <a:schemeClr val="accent1"/>
                </a:solidFill>
                <a:cs typeface="+mn-ea"/>
                <a:sym typeface="+mn-lt"/>
              </a:endParaRPr>
            </a:p>
          </p:txBody>
        </p:sp>
        <p:sp>
          <p:nvSpPr>
            <p:cNvPr id="19" name="Rectangle 7">
              <a:extLst>
                <a:ext uri="{FF2B5EF4-FFF2-40B4-BE49-F238E27FC236}">
                  <a16:creationId xmlns:a16="http://schemas.microsoft.com/office/drawing/2014/main" id="{28DE9C4B-2E73-4604-85D6-ABE994E4F6BD}"/>
                </a:ext>
              </a:extLst>
            </p:cNvPr>
            <p:cNvSpPr/>
            <p:nvPr/>
          </p:nvSpPr>
          <p:spPr>
            <a:xfrm>
              <a:off x="1046163" y="1504950"/>
              <a:ext cx="53975" cy="111125"/>
            </a:xfrm>
            <a:prstGeom prst="rect">
              <a:avLst/>
            </a:prstGeom>
            <a:grpFill/>
            <a:ln w="9525">
              <a:noFill/>
              <a:miter/>
            </a:ln>
          </p:spPr>
          <p:txBody>
            <a:bodyPr/>
            <a:lstStyle/>
            <a:p>
              <a:pPr eaLnBrk="1" fontAlgn="auto" hangingPunct="1">
                <a:defRPr/>
              </a:pPr>
              <a:endParaRPr lang="zh-CN" altLang="en-US" noProof="1">
                <a:solidFill>
                  <a:schemeClr val="accent1"/>
                </a:solidFill>
                <a:cs typeface="+mn-ea"/>
                <a:sym typeface="+mn-lt"/>
              </a:endParaRPr>
            </a:p>
          </p:txBody>
        </p:sp>
        <p:sp>
          <p:nvSpPr>
            <p:cNvPr id="20" name="Rectangle 8">
              <a:extLst>
                <a:ext uri="{FF2B5EF4-FFF2-40B4-BE49-F238E27FC236}">
                  <a16:creationId xmlns:a16="http://schemas.microsoft.com/office/drawing/2014/main" id="{ECB3BDC5-13D3-490F-802E-E8B0297BA29A}"/>
                </a:ext>
              </a:extLst>
            </p:cNvPr>
            <p:cNvSpPr/>
            <p:nvPr/>
          </p:nvSpPr>
          <p:spPr>
            <a:xfrm>
              <a:off x="1046163" y="1504950"/>
              <a:ext cx="53975" cy="111125"/>
            </a:xfrm>
            <a:prstGeom prst="rect">
              <a:avLst/>
            </a:prstGeom>
            <a:grpFill/>
            <a:ln w="9525">
              <a:noFill/>
              <a:miter/>
            </a:ln>
          </p:spPr>
          <p:txBody>
            <a:bodyPr/>
            <a:lstStyle/>
            <a:p>
              <a:pPr eaLnBrk="1" fontAlgn="auto" hangingPunct="1">
                <a:defRPr/>
              </a:pPr>
              <a:endParaRPr lang="zh-CN" altLang="en-US" noProof="1">
                <a:solidFill>
                  <a:schemeClr val="accent1"/>
                </a:solidFill>
                <a:cs typeface="+mn-ea"/>
                <a:sym typeface="+mn-lt"/>
              </a:endParaRPr>
            </a:p>
          </p:txBody>
        </p:sp>
        <p:sp>
          <p:nvSpPr>
            <p:cNvPr id="21" name="Rectangle 9">
              <a:extLst>
                <a:ext uri="{FF2B5EF4-FFF2-40B4-BE49-F238E27FC236}">
                  <a16:creationId xmlns:a16="http://schemas.microsoft.com/office/drawing/2014/main" id="{E509FE2E-AE12-446D-A931-5A10207B5995}"/>
                </a:ext>
              </a:extLst>
            </p:cNvPr>
            <p:cNvSpPr/>
            <p:nvPr/>
          </p:nvSpPr>
          <p:spPr>
            <a:xfrm>
              <a:off x="1046163" y="1504950"/>
              <a:ext cx="53975" cy="111125"/>
            </a:xfrm>
            <a:prstGeom prst="rect">
              <a:avLst/>
            </a:prstGeom>
            <a:grpFill/>
            <a:ln w="9525">
              <a:noFill/>
              <a:miter/>
            </a:ln>
          </p:spPr>
          <p:txBody>
            <a:bodyPr/>
            <a:lstStyle/>
            <a:p>
              <a:pPr eaLnBrk="1" fontAlgn="auto" hangingPunct="1">
                <a:defRPr/>
              </a:pPr>
              <a:endParaRPr lang="zh-CN" altLang="en-US" noProof="1">
                <a:solidFill>
                  <a:schemeClr val="accent1"/>
                </a:solidFill>
                <a:cs typeface="+mn-ea"/>
                <a:sym typeface="+mn-lt"/>
              </a:endParaRPr>
            </a:p>
          </p:txBody>
        </p:sp>
      </p:grpSp>
      <p:sp>
        <p:nvSpPr>
          <p:cNvPr id="35854" name="Freeform 15">
            <a:extLst>
              <a:ext uri="{FF2B5EF4-FFF2-40B4-BE49-F238E27FC236}">
                <a16:creationId xmlns:a16="http://schemas.microsoft.com/office/drawing/2014/main" id="{F2ADC246-C96F-4CC2-9677-34AC3306C8FB}"/>
              </a:ext>
            </a:extLst>
          </p:cNvPr>
          <p:cNvSpPr>
            <a:spLocks noEditPoints="1" noChangeArrowheads="1"/>
          </p:cNvSpPr>
          <p:nvPr/>
        </p:nvSpPr>
        <p:spPr bwMode="auto">
          <a:xfrm>
            <a:off x="5630863" y="1662113"/>
            <a:ext cx="552450" cy="555625"/>
          </a:xfrm>
          <a:custGeom>
            <a:avLst/>
            <a:gdLst>
              <a:gd name="T0" fmla="*/ 2147483646 w 132"/>
              <a:gd name="T1" fmla="*/ 0 h 132"/>
              <a:gd name="T2" fmla="*/ 2147483646 w 132"/>
              <a:gd name="T3" fmla="*/ 0 h 132"/>
              <a:gd name="T4" fmla="*/ 0 w 132"/>
              <a:gd name="T5" fmla="*/ 2147483646 h 132"/>
              <a:gd name="T6" fmla="*/ 0 w 132"/>
              <a:gd name="T7" fmla="*/ 2147483646 h 132"/>
              <a:gd name="T8" fmla="*/ 2147483646 w 132"/>
              <a:gd name="T9" fmla="*/ 2147483646 h 132"/>
              <a:gd name="T10" fmla="*/ 2147483646 w 132"/>
              <a:gd name="T11" fmla="*/ 2147483646 h 132"/>
              <a:gd name="T12" fmla="*/ 2147483646 w 132"/>
              <a:gd name="T13" fmla="*/ 2147483646 h 132"/>
              <a:gd name="T14" fmla="*/ 2147483646 w 132"/>
              <a:gd name="T15" fmla="*/ 2147483646 h 132"/>
              <a:gd name="T16" fmla="*/ 2147483646 w 132"/>
              <a:gd name="T17" fmla="*/ 0 h 132"/>
              <a:gd name="T18" fmla="*/ 2147483646 w 132"/>
              <a:gd name="T19" fmla="*/ 2147483646 h 132"/>
              <a:gd name="T20" fmla="*/ 2147483646 w 132"/>
              <a:gd name="T21" fmla="*/ 2147483646 h 132"/>
              <a:gd name="T22" fmla="*/ 2147483646 w 132"/>
              <a:gd name="T23" fmla="*/ 2147483646 h 132"/>
              <a:gd name="T24" fmla="*/ 2147483646 w 132"/>
              <a:gd name="T25" fmla="*/ 2147483646 h 132"/>
              <a:gd name="T26" fmla="*/ 2147483646 w 132"/>
              <a:gd name="T27" fmla="*/ 2147483646 h 132"/>
              <a:gd name="T28" fmla="*/ 2147483646 w 132"/>
              <a:gd name="T29" fmla="*/ 2147483646 h 132"/>
              <a:gd name="T30" fmla="*/ 2147483646 w 132"/>
              <a:gd name="T31" fmla="*/ 2147483646 h 132"/>
              <a:gd name="T32" fmla="*/ 2147483646 w 132"/>
              <a:gd name="T33" fmla="*/ 2147483646 h 132"/>
              <a:gd name="T34" fmla="*/ 2147483646 w 132"/>
              <a:gd name="T35" fmla="*/ 2147483646 h 132"/>
              <a:gd name="T36" fmla="*/ 2147483646 w 132"/>
              <a:gd name="T37" fmla="*/ 2147483646 h 132"/>
              <a:gd name="T38" fmla="*/ 2147483646 w 132"/>
              <a:gd name="T39" fmla="*/ 2147483646 h 132"/>
              <a:gd name="T40" fmla="*/ 2147483646 w 132"/>
              <a:gd name="T41" fmla="*/ 2147483646 h 132"/>
              <a:gd name="T42" fmla="*/ 2147483646 w 132"/>
              <a:gd name="T43" fmla="*/ 2147483646 h 1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32" h="132">
                <a:moveTo>
                  <a:pt x="108" y="0"/>
                </a:moveTo>
                <a:cubicBezTo>
                  <a:pt x="24" y="0"/>
                  <a:pt x="24" y="0"/>
                  <a:pt x="24" y="0"/>
                </a:cubicBezTo>
                <a:cubicBezTo>
                  <a:pt x="11" y="0"/>
                  <a:pt x="0" y="11"/>
                  <a:pt x="0" y="24"/>
                </a:cubicBezTo>
                <a:cubicBezTo>
                  <a:pt x="0" y="108"/>
                  <a:pt x="0" y="108"/>
                  <a:pt x="0" y="108"/>
                </a:cubicBezTo>
                <a:cubicBezTo>
                  <a:pt x="0" y="121"/>
                  <a:pt x="11" y="132"/>
                  <a:pt x="24" y="132"/>
                </a:cubicBezTo>
                <a:cubicBezTo>
                  <a:pt x="108" y="132"/>
                  <a:pt x="108" y="132"/>
                  <a:pt x="108" y="132"/>
                </a:cubicBezTo>
                <a:cubicBezTo>
                  <a:pt x="121" y="132"/>
                  <a:pt x="132" y="121"/>
                  <a:pt x="132" y="108"/>
                </a:cubicBezTo>
                <a:cubicBezTo>
                  <a:pt x="132" y="24"/>
                  <a:pt x="132" y="24"/>
                  <a:pt x="132" y="24"/>
                </a:cubicBezTo>
                <a:cubicBezTo>
                  <a:pt x="132" y="11"/>
                  <a:pt x="121" y="0"/>
                  <a:pt x="108" y="0"/>
                </a:cubicBezTo>
                <a:moveTo>
                  <a:pt x="108" y="78"/>
                </a:moveTo>
                <a:cubicBezTo>
                  <a:pt x="78" y="78"/>
                  <a:pt x="78" y="78"/>
                  <a:pt x="78" y="78"/>
                </a:cubicBezTo>
                <a:cubicBezTo>
                  <a:pt x="78" y="108"/>
                  <a:pt x="78" y="108"/>
                  <a:pt x="78" y="108"/>
                </a:cubicBezTo>
                <a:cubicBezTo>
                  <a:pt x="54" y="108"/>
                  <a:pt x="54" y="108"/>
                  <a:pt x="54" y="108"/>
                </a:cubicBezTo>
                <a:cubicBezTo>
                  <a:pt x="54" y="78"/>
                  <a:pt x="54" y="78"/>
                  <a:pt x="54" y="78"/>
                </a:cubicBezTo>
                <a:cubicBezTo>
                  <a:pt x="24" y="78"/>
                  <a:pt x="24" y="78"/>
                  <a:pt x="24" y="78"/>
                </a:cubicBezTo>
                <a:cubicBezTo>
                  <a:pt x="24" y="54"/>
                  <a:pt x="24" y="54"/>
                  <a:pt x="24" y="54"/>
                </a:cubicBezTo>
                <a:cubicBezTo>
                  <a:pt x="54" y="54"/>
                  <a:pt x="54" y="54"/>
                  <a:pt x="54" y="54"/>
                </a:cubicBezTo>
                <a:cubicBezTo>
                  <a:pt x="54" y="24"/>
                  <a:pt x="54" y="24"/>
                  <a:pt x="54" y="24"/>
                </a:cubicBezTo>
                <a:cubicBezTo>
                  <a:pt x="78" y="24"/>
                  <a:pt x="78" y="24"/>
                  <a:pt x="78" y="24"/>
                </a:cubicBezTo>
                <a:cubicBezTo>
                  <a:pt x="78" y="54"/>
                  <a:pt x="78" y="54"/>
                  <a:pt x="78" y="54"/>
                </a:cubicBezTo>
                <a:cubicBezTo>
                  <a:pt x="108" y="54"/>
                  <a:pt x="108" y="54"/>
                  <a:pt x="108" y="54"/>
                </a:cubicBezTo>
                <a:lnTo>
                  <a:pt x="108" y="78"/>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55" name="Freeform 16">
            <a:extLst>
              <a:ext uri="{FF2B5EF4-FFF2-40B4-BE49-F238E27FC236}">
                <a16:creationId xmlns:a16="http://schemas.microsoft.com/office/drawing/2014/main" id="{4EB4712C-4C77-41DB-AA06-8DBBCE3DACB5}"/>
              </a:ext>
            </a:extLst>
          </p:cNvPr>
          <p:cNvSpPr>
            <a:spLocks noEditPoints="1" noChangeArrowheads="1"/>
          </p:cNvSpPr>
          <p:nvPr/>
        </p:nvSpPr>
        <p:spPr bwMode="auto">
          <a:xfrm>
            <a:off x="8743950" y="1619250"/>
            <a:ext cx="604838" cy="598488"/>
          </a:xfrm>
          <a:custGeom>
            <a:avLst/>
            <a:gdLst>
              <a:gd name="T0" fmla="*/ 2147483646 w 145"/>
              <a:gd name="T1" fmla="*/ 2147483646 h 144"/>
              <a:gd name="T2" fmla="*/ 2147483646 w 145"/>
              <a:gd name="T3" fmla="*/ 2147483646 h 144"/>
              <a:gd name="T4" fmla="*/ 2147483646 w 145"/>
              <a:gd name="T5" fmla="*/ 2147483646 h 144"/>
              <a:gd name="T6" fmla="*/ 2147483646 w 145"/>
              <a:gd name="T7" fmla="*/ 2147483646 h 144"/>
              <a:gd name="T8" fmla="*/ 2147483646 w 145"/>
              <a:gd name="T9" fmla="*/ 0 h 144"/>
              <a:gd name="T10" fmla="*/ 0 w 145"/>
              <a:gd name="T11" fmla="*/ 2147483646 h 144"/>
              <a:gd name="T12" fmla="*/ 2147483646 w 145"/>
              <a:gd name="T13" fmla="*/ 2147483646 h 144"/>
              <a:gd name="T14" fmla="*/ 2147483646 w 145"/>
              <a:gd name="T15" fmla="*/ 2147483646 h 144"/>
              <a:gd name="T16" fmla="*/ 2147483646 w 145"/>
              <a:gd name="T17" fmla="*/ 2147483646 h 144"/>
              <a:gd name="T18" fmla="*/ 2147483646 w 145"/>
              <a:gd name="T19" fmla="*/ 2147483646 h 144"/>
              <a:gd name="T20" fmla="*/ 2147483646 w 145"/>
              <a:gd name="T21" fmla="*/ 2147483646 h 144"/>
              <a:gd name="T22" fmla="*/ 2147483646 w 145"/>
              <a:gd name="T23" fmla="*/ 2147483646 h 144"/>
              <a:gd name="T24" fmla="*/ 2147483646 w 145"/>
              <a:gd name="T25" fmla="*/ 2147483646 h 144"/>
              <a:gd name="T26" fmla="*/ 2147483646 w 145"/>
              <a:gd name="T27" fmla="*/ 2147483646 h 144"/>
              <a:gd name="T28" fmla="*/ 2147483646 w 145"/>
              <a:gd name="T29" fmla="*/ 2147483646 h 144"/>
              <a:gd name="T30" fmla="*/ 2147483646 w 145"/>
              <a:gd name="T31" fmla="*/ 2147483646 h 144"/>
              <a:gd name="T32" fmla="*/ 2147483646 w 145"/>
              <a:gd name="T33" fmla="*/ 2147483646 h 144"/>
              <a:gd name="T34" fmla="*/ 2147483646 w 145"/>
              <a:gd name="T35" fmla="*/ 2147483646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5" h="144">
                <a:moveTo>
                  <a:pt x="140" y="124"/>
                </a:moveTo>
                <a:cubicBezTo>
                  <a:pt x="106" y="89"/>
                  <a:pt x="106" y="89"/>
                  <a:pt x="106" y="89"/>
                </a:cubicBezTo>
                <a:cubicBezTo>
                  <a:pt x="106" y="89"/>
                  <a:pt x="105" y="88"/>
                  <a:pt x="105" y="88"/>
                </a:cubicBezTo>
                <a:cubicBezTo>
                  <a:pt x="111" y="79"/>
                  <a:pt x="114" y="68"/>
                  <a:pt x="114" y="57"/>
                </a:cubicBezTo>
                <a:cubicBezTo>
                  <a:pt x="114" y="26"/>
                  <a:pt x="88" y="0"/>
                  <a:pt x="57" y="0"/>
                </a:cubicBezTo>
                <a:cubicBezTo>
                  <a:pt x="26" y="0"/>
                  <a:pt x="0" y="26"/>
                  <a:pt x="0" y="57"/>
                </a:cubicBezTo>
                <a:cubicBezTo>
                  <a:pt x="0" y="88"/>
                  <a:pt x="26" y="114"/>
                  <a:pt x="57" y="114"/>
                </a:cubicBezTo>
                <a:cubicBezTo>
                  <a:pt x="68" y="114"/>
                  <a:pt x="79" y="111"/>
                  <a:pt x="88" y="105"/>
                </a:cubicBezTo>
                <a:cubicBezTo>
                  <a:pt x="88" y="105"/>
                  <a:pt x="89" y="106"/>
                  <a:pt x="89" y="106"/>
                </a:cubicBezTo>
                <a:cubicBezTo>
                  <a:pt x="124" y="140"/>
                  <a:pt x="124" y="140"/>
                  <a:pt x="124" y="140"/>
                </a:cubicBezTo>
                <a:cubicBezTo>
                  <a:pt x="126" y="143"/>
                  <a:pt x="129" y="144"/>
                  <a:pt x="132" y="144"/>
                </a:cubicBezTo>
                <a:cubicBezTo>
                  <a:pt x="135" y="144"/>
                  <a:pt x="138" y="143"/>
                  <a:pt x="140" y="140"/>
                </a:cubicBezTo>
                <a:cubicBezTo>
                  <a:pt x="145" y="136"/>
                  <a:pt x="145" y="128"/>
                  <a:pt x="140" y="124"/>
                </a:cubicBezTo>
                <a:moveTo>
                  <a:pt x="57" y="96"/>
                </a:moveTo>
                <a:cubicBezTo>
                  <a:pt x="36" y="96"/>
                  <a:pt x="18" y="78"/>
                  <a:pt x="18" y="57"/>
                </a:cubicBezTo>
                <a:cubicBezTo>
                  <a:pt x="18" y="35"/>
                  <a:pt x="36" y="18"/>
                  <a:pt x="57" y="18"/>
                </a:cubicBezTo>
                <a:cubicBezTo>
                  <a:pt x="78" y="18"/>
                  <a:pt x="96" y="35"/>
                  <a:pt x="96" y="57"/>
                </a:cubicBezTo>
                <a:cubicBezTo>
                  <a:pt x="96" y="78"/>
                  <a:pt x="78" y="96"/>
                  <a:pt x="57" y="96"/>
                </a:cubicBezTo>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56" name="Freeform 33">
            <a:extLst>
              <a:ext uri="{FF2B5EF4-FFF2-40B4-BE49-F238E27FC236}">
                <a16:creationId xmlns:a16="http://schemas.microsoft.com/office/drawing/2014/main" id="{3796C883-F15C-4B9F-AB80-58071DE2FD94}"/>
              </a:ext>
            </a:extLst>
          </p:cNvPr>
          <p:cNvSpPr>
            <a:spLocks noEditPoints="1" noChangeArrowheads="1"/>
          </p:cNvSpPr>
          <p:nvPr/>
        </p:nvSpPr>
        <p:spPr bwMode="auto">
          <a:xfrm>
            <a:off x="2692400" y="4062413"/>
            <a:ext cx="503238" cy="603250"/>
          </a:xfrm>
          <a:custGeom>
            <a:avLst/>
            <a:gdLst>
              <a:gd name="T0" fmla="*/ 2147483646 w 120"/>
              <a:gd name="T1" fmla="*/ 2147483646 h 144"/>
              <a:gd name="T2" fmla="*/ 2147483646 w 120"/>
              <a:gd name="T3" fmla="*/ 2147483646 h 144"/>
              <a:gd name="T4" fmla="*/ 2147483646 w 120"/>
              <a:gd name="T5" fmla="*/ 0 h 144"/>
              <a:gd name="T6" fmla="*/ 2147483646 w 120"/>
              <a:gd name="T7" fmla="*/ 2147483646 h 144"/>
              <a:gd name="T8" fmla="*/ 2147483646 w 120"/>
              <a:gd name="T9" fmla="*/ 2147483646 h 144"/>
              <a:gd name="T10" fmla="*/ 0 w 120"/>
              <a:gd name="T11" fmla="*/ 2147483646 h 144"/>
              <a:gd name="T12" fmla="*/ 0 w 120"/>
              <a:gd name="T13" fmla="*/ 2147483646 h 144"/>
              <a:gd name="T14" fmla="*/ 2147483646 w 120"/>
              <a:gd name="T15" fmla="*/ 2147483646 h 144"/>
              <a:gd name="T16" fmla="*/ 2147483646 w 120"/>
              <a:gd name="T17" fmla="*/ 2147483646 h 144"/>
              <a:gd name="T18" fmla="*/ 2147483646 w 120"/>
              <a:gd name="T19" fmla="*/ 2147483646 h 144"/>
              <a:gd name="T20" fmla="*/ 2147483646 w 120"/>
              <a:gd name="T21" fmla="*/ 2147483646 h 144"/>
              <a:gd name="T22" fmla="*/ 2147483646 w 120"/>
              <a:gd name="T23" fmla="*/ 2147483646 h 144"/>
              <a:gd name="T24" fmla="*/ 2147483646 w 120"/>
              <a:gd name="T25" fmla="*/ 2147483646 h 144"/>
              <a:gd name="T26" fmla="*/ 2147483646 w 120"/>
              <a:gd name="T27" fmla="*/ 2147483646 h 144"/>
              <a:gd name="T28" fmla="*/ 2147483646 w 120"/>
              <a:gd name="T29" fmla="*/ 2147483646 h 144"/>
              <a:gd name="T30" fmla="*/ 2147483646 w 120"/>
              <a:gd name="T31" fmla="*/ 2147483646 h 144"/>
              <a:gd name="T32" fmla="*/ 2147483646 w 120"/>
              <a:gd name="T33" fmla="*/ 2147483646 h 144"/>
              <a:gd name="T34" fmla="*/ 2147483646 w 120"/>
              <a:gd name="T35" fmla="*/ 2147483646 h 144"/>
              <a:gd name="T36" fmla="*/ 2147483646 w 120"/>
              <a:gd name="T37" fmla="*/ 2147483646 h 144"/>
              <a:gd name="T38" fmla="*/ 2147483646 w 120"/>
              <a:gd name="T39" fmla="*/ 2147483646 h 144"/>
              <a:gd name="T40" fmla="*/ 2147483646 w 120"/>
              <a:gd name="T41" fmla="*/ 2147483646 h 144"/>
              <a:gd name="T42" fmla="*/ 2147483646 w 120"/>
              <a:gd name="T43" fmla="*/ 2147483646 h 144"/>
              <a:gd name="T44" fmla="*/ 2147483646 w 120"/>
              <a:gd name="T45" fmla="*/ 2147483646 h 144"/>
              <a:gd name="T46" fmla="*/ 2147483646 w 120"/>
              <a:gd name="T47" fmla="*/ 2147483646 h 14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20" h="144">
                <a:moveTo>
                  <a:pt x="102" y="60"/>
                </a:moveTo>
                <a:cubicBezTo>
                  <a:pt x="102" y="42"/>
                  <a:pt x="102" y="42"/>
                  <a:pt x="102" y="42"/>
                </a:cubicBezTo>
                <a:cubicBezTo>
                  <a:pt x="102" y="42"/>
                  <a:pt x="102" y="0"/>
                  <a:pt x="60" y="0"/>
                </a:cubicBezTo>
                <a:cubicBezTo>
                  <a:pt x="18" y="0"/>
                  <a:pt x="18" y="42"/>
                  <a:pt x="18" y="42"/>
                </a:cubicBezTo>
                <a:cubicBezTo>
                  <a:pt x="18" y="60"/>
                  <a:pt x="18" y="60"/>
                  <a:pt x="18" y="60"/>
                </a:cubicBezTo>
                <a:cubicBezTo>
                  <a:pt x="0" y="60"/>
                  <a:pt x="0" y="60"/>
                  <a:pt x="0" y="60"/>
                </a:cubicBezTo>
                <a:cubicBezTo>
                  <a:pt x="0" y="144"/>
                  <a:pt x="0" y="144"/>
                  <a:pt x="0" y="144"/>
                </a:cubicBezTo>
                <a:cubicBezTo>
                  <a:pt x="120" y="144"/>
                  <a:pt x="120" y="144"/>
                  <a:pt x="120" y="144"/>
                </a:cubicBezTo>
                <a:cubicBezTo>
                  <a:pt x="120" y="60"/>
                  <a:pt x="120" y="60"/>
                  <a:pt x="120" y="60"/>
                </a:cubicBezTo>
                <a:lnTo>
                  <a:pt x="102" y="60"/>
                </a:lnTo>
                <a:close/>
                <a:moveTo>
                  <a:pt x="66" y="106"/>
                </a:moveTo>
                <a:cubicBezTo>
                  <a:pt x="66" y="126"/>
                  <a:pt x="66" y="126"/>
                  <a:pt x="66" y="126"/>
                </a:cubicBezTo>
                <a:cubicBezTo>
                  <a:pt x="54" y="126"/>
                  <a:pt x="54" y="126"/>
                  <a:pt x="54" y="126"/>
                </a:cubicBezTo>
                <a:cubicBezTo>
                  <a:pt x="54" y="106"/>
                  <a:pt x="54" y="106"/>
                  <a:pt x="54" y="106"/>
                </a:cubicBezTo>
                <a:cubicBezTo>
                  <a:pt x="50" y="104"/>
                  <a:pt x="48" y="100"/>
                  <a:pt x="48" y="96"/>
                </a:cubicBezTo>
                <a:cubicBezTo>
                  <a:pt x="48" y="89"/>
                  <a:pt x="53" y="84"/>
                  <a:pt x="60" y="84"/>
                </a:cubicBezTo>
                <a:cubicBezTo>
                  <a:pt x="67" y="84"/>
                  <a:pt x="72" y="89"/>
                  <a:pt x="72" y="96"/>
                </a:cubicBezTo>
                <a:cubicBezTo>
                  <a:pt x="72" y="100"/>
                  <a:pt x="70" y="104"/>
                  <a:pt x="66" y="106"/>
                </a:cubicBezTo>
                <a:moveTo>
                  <a:pt x="90" y="60"/>
                </a:moveTo>
                <a:cubicBezTo>
                  <a:pt x="30" y="60"/>
                  <a:pt x="30" y="60"/>
                  <a:pt x="30" y="60"/>
                </a:cubicBezTo>
                <a:cubicBezTo>
                  <a:pt x="30" y="42"/>
                  <a:pt x="30" y="42"/>
                  <a:pt x="30" y="42"/>
                </a:cubicBezTo>
                <a:cubicBezTo>
                  <a:pt x="30" y="37"/>
                  <a:pt x="32" y="12"/>
                  <a:pt x="60" y="12"/>
                </a:cubicBezTo>
                <a:cubicBezTo>
                  <a:pt x="88" y="12"/>
                  <a:pt x="90" y="37"/>
                  <a:pt x="90" y="42"/>
                </a:cubicBezTo>
                <a:lnTo>
                  <a:pt x="90" y="60"/>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 name="组合 24">
            <a:extLst>
              <a:ext uri="{FF2B5EF4-FFF2-40B4-BE49-F238E27FC236}">
                <a16:creationId xmlns:a16="http://schemas.microsoft.com/office/drawing/2014/main" id="{87CA495F-95A9-4442-9C7A-B1CF19D6DD8E}"/>
              </a:ext>
            </a:extLst>
          </p:cNvPr>
          <p:cNvGrpSpPr/>
          <p:nvPr/>
        </p:nvGrpSpPr>
        <p:grpSpPr>
          <a:xfrm>
            <a:off x="5631535" y="3998829"/>
            <a:ext cx="753888" cy="631162"/>
            <a:chOff x="2197100" y="1916113"/>
            <a:chExt cx="409575" cy="342900"/>
          </a:xfrm>
          <a:solidFill>
            <a:srgbClr val="4B649F"/>
          </a:solidFill>
        </p:grpSpPr>
        <p:sp>
          <p:nvSpPr>
            <p:cNvPr id="26" name="Freeform 35">
              <a:extLst>
                <a:ext uri="{FF2B5EF4-FFF2-40B4-BE49-F238E27FC236}">
                  <a16:creationId xmlns:a16="http://schemas.microsoft.com/office/drawing/2014/main" id="{D71D76FF-B48D-441B-9064-99491F82D765}"/>
                </a:ext>
              </a:extLst>
            </p:cNvPr>
            <p:cNvSpPr/>
            <p:nvPr/>
          </p:nvSpPr>
          <p:spPr>
            <a:xfrm>
              <a:off x="2197100" y="2006600"/>
              <a:ext cx="314325" cy="252413"/>
            </a:xfrm>
            <a:custGeom>
              <a:avLst/>
              <a:gdLst/>
              <a:ahLst/>
              <a:cxnLst>
                <a:cxn ang="0">
                  <a:pos x="279444" y="188314"/>
                </a:cxn>
                <a:cxn ang="0">
                  <a:pos x="202199" y="211002"/>
                </a:cxn>
                <a:cxn ang="0">
                  <a:pos x="193111" y="211002"/>
                </a:cxn>
                <a:cxn ang="0">
                  <a:pos x="188568" y="208733"/>
                </a:cxn>
                <a:cxn ang="0">
                  <a:pos x="179480" y="208733"/>
                </a:cxn>
                <a:cxn ang="0">
                  <a:pos x="174936" y="206464"/>
                </a:cxn>
                <a:cxn ang="0">
                  <a:pos x="168120" y="206464"/>
                </a:cxn>
                <a:cxn ang="0">
                  <a:pos x="163577" y="204195"/>
                </a:cxn>
                <a:cxn ang="0">
                  <a:pos x="154489" y="201927"/>
                </a:cxn>
                <a:cxn ang="0">
                  <a:pos x="152217" y="199658"/>
                </a:cxn>
                <a:cxn ang="0">
                  <a:pos x="143130" y="195120"/>
                </a:cxn>
                <a:cxn ang="0">
                  <a:pos x="143130" y="195120"/>
                </a:cxn>
                <a:cxn ang="0">
                  <a:pos x="113595" y="172432"/>
                </a:cxn>
                <a:cxn ang="0">
                  <a:pos x="113595" y="172432"/>
                </a:cxn>
                <a:cxn ang="0">
                  <a:pos x="104507" y="163356"/>
                </a:cxn>
                <a:cxn ang="0">
                  <a:pos x="102235" y="161087"/>
                </a:cxn>
                <a:cxn ang="0">
                  <a:pos x="74973" y="81678"/>
                </a:cxn>
                <a:cxn ang="0">
                  <a:pos x="109051" y="81678"/>
                </a:cxn>
                <a:cxn ang="0">
                  <a:pos x="54526" y="0"/>
                </a:cxn>
                <a:cxn ang="0">
                  <a:pos x="0" y="81678"/>
                </a:cxn>
                <a:cxn ang="0">
                  <a:pos x="34078" y="81678"/>
                </a:cxn>
                <a:cxn ang="0">
                  <a:pos x="63613" y="176969"/>
                </a:cxn>
                <a:cxn ang="0">
                  <a:pos x="65885" y="179238"/>
                </a:cxn>
                <a:cxn ang="0">
                  <a:pos x="70429" y="188314"/>
                </a:cxn>
                <a:cxn ang="0">
                  <a:pos x="72701" y="190582"/>
                </a:cxn>
                <a:cxn ang="0">
                  <a:pos x="84060" y="201927"/>
                </a:cxn>
                <a:cxn ang="0">
                  <a:pos x="84060" y="201927"/>
                </a:cxn>
                <a:cxn ang="0">
                  <a:pos x="122683" y="231421"/>
                </a:cxn>
                <a:cxn ang="0">
                  <a:pos x="122683" y="231421"/>
                </a:cxn>
                <a:cxn ang="0">
                  <a:pos x="136314" y="238228"/>
                </a:cxn>
                <a:cxn ang="0">
                  <a:pos x="138586" y="238228"/>
                </a:cxn>
                <a:cxn ang="0">
                  <a:pos x="149945" y="242766"/>
                </a:cxn>
                <a:cxn ang="0">
                  <a:pos x="154489" y="245034"/>
                </a:cxn>
                <a:cxn ang="0">
                  <a:pos x="165849" y="247303"/>
                </a:cxn>
                <a:cxn ang="0">
                  <a:pos x="172664" y="249572"/>
                </a:cxn>
                <a:cxn ang="0">
                  <a:pos x="174936" y="249572"/>
                </a:cxn>
                <a:cxn ang="0">
                  <a:pos x="184024" y="249572"/>
                </a:cxn>
                <a:cxn ang="0">
                  <a:pos x="188568" y="251841"/>
                </a:cxn>
                <a:cxn ang="0">
                  <a:pos x="204471" y="251841"/>
                </a:cxn>
                <a:cxn ang="0">
                  <a:pos x="302163" y="220077"/>
                </a:cxn>
                <a:cxn ang="0">
                  <a:pos x="306706" y="192851"/>
                </a:cxn>
                <a:cxn ang="0">
                  <a:pos x="279444" y="188314"/>
                </a:cxn>
              </a:cxnLst>
              <a:rect l="0" t="0" r="0" b="0"/>
              <a:pathLst>
                <a:path w="138" h="111">
                  <a:moveTo>
                    <a:pt x="123" y="83"/>
                  </a:moveTo>
                  <a:cubicBezTo>
                    <a:pt x="113" y="90"/>
                    <a:pt x="101" y="93"/>
                    <a:pt x="89" y="93"/>
                  </a:cubicBezTo>
                  <a:cubicBezTo>
                    <a:pt x="88" y="93"/>
                    <a:pt x="86" y="93"/>
                    <a:pt x="85" y="93"/>
                  </a:cubicBezTo>
                  <a:cubicBezTo>
                    <a:pt x="84" y="93"/>
                    <a:pt x="83" y="93"/>
                    <a:pt x="83" y="92"/>
                  </a:cubicBezTo>
                  <a:cubicBezTo>
                    <a:pt x="82" y="92"/>
                    <a:pt x="80" y="92"/>
                    <a:pt x="79" y="92"/>
                  </a:cubicBezTo>
                  <a:cubicBezTo>
                    <a:pt x="78" y="92"/>
                    <a:pt x="78" y="92"/>
                    <a:pt x="77" y="91"/>
                  </a:cubicBezTo>
                  <a:cubicBezTo>
                    <a:pt x="76" y="91"/>
                    <a:pt x="75" y="91"/>
                    <a:pt x="74" y="91"/>
                  </a:cubicBezTo>
                  <a:cubicBezTo>
                    <a:pt x="73" y="90"/>
                    <a:pt x="72" y="90"/>
                    <a:pt x="72" y="90"/>
                  </a:cubicBezTo>
                  <a:cubicBezTo>
                    <a:pt x="71" y="90"/>
                    <a:pt x="69" y="89"/>
                    <a:pt x="68" y="89"/>
                  </a:cubicBezTo>
                  <a:cubicBezTo>
                    <a:pt x="68" y="88"/>
                    <a:pt x="68" y="88"/>
                    <a:pt x="67" y="88"/>
                  </a:cubicBezTo>
                  <a:cubicBezTo>
                    <a:pt x="66" y="88"/>
                    <a:pt x="64" y="87"/>
                    <a:pt x="63" y="86"/>
                  </a:cubicBezTo>
                  <a:cubicBezTo>
                    <a:pt x="63" y="86"/>
                    <a:pt x="63" y="86"/>
                    <a:pt x="63" y="86"/>
                  </a:cubicBezTo>
                  <a:cubicBezTo>
                    <a:pt x="58" y="83"/>
                    <a:pt x="54" y="80"/>
                    <a:pt x="50" y="76"/>
                  </a:cubicBezTo>
                  <a:cubicBezTo>
                    <a:pt x="50" y="76"/>
                    <a:pt x="50" y="76"/>
                    <a:pt x="50" y="76"/>
                  </a:cubicBezTo>
                  <a:cubicBezTo>
                    <a:pt x="48" y="75"/>
                    <a:pt x="47" y="74"/>
                    <a:pt x="46" y="72"/>
                  </a:cubicBezTo>
                  <a:cubicBezTo>
                    <a:pt x="46" y="72"/>
                    <a:pt x="46" y="72"/>
                    <a:pt x="45" y="71"/>
                  </a:cubicBezTo>
                  <a:cubicBezTo>
                    <a:pt x="38" y="62"/>
                    <a:pt x="33" y="49"/>
                    <a:pt x="33" y="36"/>
                  </a:cubicBezTo>
                  <a:cubicBezTo>
                    <a:pt x="48" y="36"/>
                    <a:pt x="48" y="36"/>
                    <a:pt x="48" y="36"/>
                  </a:cubicBezTo>
                  <a:cubicBezTo>
                    <a:pt x="24" y="0"/>
                    <a:pt x="24" y="0"/>
                    <a:pt x="24" y="0"/>
                  </a:cubicBezTo>
                  <a:cubicBezTo>
                    <a:pt x="0" y="36"/>
                    <a:pt x="0" y="36"/>
                    <a:pt x="0" y="36"/>
                  </a:cubicBezTo>
                  <a:cubicBezTo>
                    <a:pt x="15" y="36"/>
                    <a:pt x="15" y="36"/>
                    <a:pt x="15" y="36"/>
                  </a:cubicBezTo>
                  <a:cubicBezTo>
                    <a:pt x="15" y="52"/>
                    <a:pt x="20" y="66"/>
                    <a:pt x="28" y="78"/>
                  </a:cubicBezTo>
                  <a:cubicBezTo>
                    <a:pt x="28" y="79"/>
                    <a:pt x="28" y="79"/>
                    <a:pt x="29" y="79"/>
                  </a:cubicBezTo>
                  <a:cubicBezTo>
                    <a:pt x="29" y="80"/>
                    <a:pt x="30" y="81"/>
                    <a:pt x="31" y="83"/>
                  </a:cubicBezTo>
                  <a:cubicBezTo>
                    <a:pt x="32" y="83"/>
                    <a:pt x="32" y="83"/>
                    <a:pt x="32" y="84"/>
                  </a:cubicBezTo>
                  <a:cubicBezTo>
                    <a:pt x="34" y="86"/>
                    <a:pt x="35" y="87"/>
                    <a:pt x="37" y="89"/>
                  </a:cubicBezTo>
                  <a:cubicBezTo>
                    <a:pt x="37" y="89"/>
                    <a:pt x="37" y="89"/>
                    <a:pt x="37" y="89"/>
                  </a:cubicBezTo>
                  <a:cubicBezTo>
                    <a:pt x="42" y="94"/>
                    <a:pt x="48" y="98"/>
                    <a:pt x="54" y="102"/>
                  </a:cubicBezTo>
                  <a:cubicBezTo>
                    <a:pt x="54" y="102"/>
                    <a:pt x="54" y="102"/>
                    <a:pt x="54" y="102"/>
                  </a:cubicBezTo>
                  <a:cubicBezTo>
                    <a:pt x="56" y="103"/>
                    <a:pt x="58" y="104"/>
                    <a:pt x="60" y="105"/>
                  </a:cubicBezTo>
                  <a:cubicBezTo>
                    <a:pt x="60" y="105"/>
                    <a:pt x="61" y="105"/>
                    <a:pt x="61" y="105"/>
                  </a:cubicBezTo>
                  <a:cubicBezTo>
                    <a:pt x="63" y="106"/>
                    <a:pt x="64" y="106"/>
                    <a:pt x="66" y="107"/>
                  </a:cubicBezTo>
                  <a:cubicBezTo>
                    <a:pt x="67" y="107"/>
                    <a:pt x="68" y="108"/>
                    <a:pt x="68" y="108"/>
                  </a:cubicBezTo>
                  <a:cubicBezTo>
                    <a:pt x="70" y="108"/>
                    <a:pt x="71" y="109"/>
                    <a:pt x="73" y="109"/>
                  </a:cubicBezTo>
                  <a:cubicBezTo>
                    <a:pt x="74" y="109"/>
                    <a:pt x="75" y="109"/>
                    <a:pt x="76" y="110"/>
                  </a:cubicBezTo>
                  <a:cubicBezTo>
                    <a:pt x="76" y="110"/>
                    <a:pt x="77" y="110"/>
                    <a:pt x="77" y="110"/>
                  </a:cubicBezTo>
                  <a:cubicBezTo>
                    <a:pt x="78" y="110"/>
                    <a:pt x="80" y="110"/>
                    <a:pt x="81" y="110"/>
                  </a:cubicBezTo>
                  <a:cubicBezTo>
                    <a:pt x="82" y="110"/>
                    <a:pt x="82" y="111"/>
                    <a:pt x="83" y="111"/>
                  </a:cubicBezTo>
                  <a:cubicBezTo>
                    <a:pt x="85" y="111"/>
                    <a:pt x="88" y="111"/>
                    <a:pt x="90" y="111"/>
                  </a:cubicBezTo>
                  <a:cubicBezTo>
                    <a:pt x="105" y="111"/>
                    <a:pt x="120" y="106"/>
                    <a:pt x="133" y="97"/>
                  </a:cubicBezTo>
                  <a:cubicBezTo>
                    <a:pt x="137" y="95"/>
                    <a:pt x="138" y="89"/>
                    <a:pt x="135" y="85"/>
                  </a:cubicBezTo>
                  <a:cubicBezTo>
                    <a:pt x="132" y="81"/>
                    <a:pt x="127" y="80"/>
                    <a:pt x="123" y="83"/>
                  </a:cubicBezTo>
                </a:path>
              </a:pathLst>
            </a:custGeom>
            <a:grpFill/>
            <a:ln w="9525">
              <a:noFill/>
            </a:ln>
          </p:spPr>
          <p:txBody>
            <a:bodyPr/>
            <a:lstStyle/>
            <a:p>
              <a:pPr eaLnBrk="1" fontAlgn="auto" hangingPunct="1">
                <a:defRPr/>
              </a:pPr>
              <a:endParaRPr lang="zh-CN" altLang="en-US" noProof="1">
                <a:solidFill>
                  <a:schemeClr val="accent1"/>
                </a:solidFill>
                <a:cs typeface="+mn-ea"/>
                <a:sym typeface="+mn-lt"/>
              </a:endParaRPr>
            </a:p>
          </p:txBody>
        </p:sp>
        <p:sp>
          <p:nvSpPr>
            <p:cNvPr id="27" name="Freeform 36">
              <a:extLst>
                <a:ext uri="{FF2B5EF4-FFF2-40B4-BE49-F238E27FC236}">
                  <a16:creationId xmlns:a16="http://schemas.microsoft.com/office/drawing/2014/main" id="{CFE20F2D-800E-471C-8EF1-C247FF01176E}"/>
                </a:ext>
              </a:extLst>
            </p:cNvPr>
            <p:cNvSpPr/>
            <p:nvPr/>
          </p:nvSpPr>
          <p:spPr>
            <a:xfrm>
              <a:off x="2292350" y="1916113"/>
              <a:ext cx="314325" cy="255587"/>
            </a:xfrm>
            <a:custGeom>
              <a:avLst/>
              <a:gdLst/>
              <a:ahLst/>
              <a:cxnLst>
                <a:cxn ang="0">
                  <a:pos x="279444" y="171899"/>
                </a:cxn>
                <a:cxn ang="0">
                  <a:pos x="249909" y="75636"/>
                </a:cxn>
                <a:cxn ang="0">
                  <a:pos x="247637" y="73344"/>
                </a:cxn>
                <a:cxn ang="0">
                  <a:pos x="240821" y="64176"/>
                </a:cxn>
                <a:cxn ang="0">
                  <a:pos x="240821" y="61884"/>
                </a:cxn>
                <a:cxn ang="0">
                  <a:pos x="177208" y="13752"/>
                </a:cxn>
                <a:cxn ang="0">
                  <a:pos x="174936" y="13752"/>
                </a:cxn>
                <a:cxn ang="0">
                  <a:pos x="163577" y="9168"/>
                </a:cxn>
                <a:cxn ang="0">
                  <a:pos x="159033" y="6876"/>
                </a:cxn>
                <a:cxn ang="0">
                  <a:pos x="147673" y="4584"/>
                </a:cxn>
                <a:cxn ang="0">
                  <a:pos x="140858" y="2292"/>
                </a:cxn>
                <a:cxn ang="0">
                  <a:pos x="138586" y="2292"/>
                </a:cxn>
                <a:cxn ang="0">
                  <a:pos x="129498" y="2292"/>
                </a:cxn>
                <a:cxn ang="0">
                  <a:pos x="124954" y="0"/>
                </a:cxn>
                <a:cxn ang="0">
                  <a:pos x="111323" y="0"/>
                </a:cxn>
                <a:cxn ang="0">
                  <a:pos x="109051" y="0"/>
                </a:cxn>
                <a:cxn ang="0">
                  <a:pos x="109051" y="0"/>
                </a:cxn>
                <a:cxn ang="0">
                  <a:pos x="11359" y="32088"/>
                </a:cxn>
                <a:cxn ang="0">
                  <a:pos x="6816" y="59592"/>
                </a:cxn>
                <a:cxn ang="0">
                  <a:pos x="34078" y="64176"/>
                </a:cxn>
                <a:cxn ang="0">
                  <a:pos x="109051" y="41256"/>
                </a:cxn>
                <a:cxn ang="0">
                  <a:pos x="120411" y="41256"/>
                </a:cxn>
                <a:cxn ang="0">
                  <a:pos x="124954" y="41256"/>
                </a:cxn>
                <a:cxn ang="0">
                  <a:pos x="134042" y="43548"/>
                </a:cxn>
                <a:cxn ang="0">
                  <a:pos x="138586" y="43548"/>
                </a:cxn>
                <a:cxn ang="0">
                  <a:pos x="147673" y="45840"/>
                </a:cxn>
                <a:cxn ang="0">
                  <a:pos x="149945" y="48132"/>
                </a:cxn>
                <a:cxn ang="0">
                  <a:pos x="159033" y="50424"/>
                </a:cxn>
                <a:cxn ang="0">
                  <a:pos x="159033" y="52716"/>
                </a:cxn>
                <a:cxn ang="0">
                  <a:pos x="209015" y="89388"/>
                </a:cxn>
                <a:cxn ang="0">
                  <a:pos x="209015" y="89388"/>
                </a:cxn>
                <a:cxn ang="0">
                  <a:pos x="238549" y="171899"/>
                </a:cxn>
                <a:cxn ang="0">
                  <a:pos x="204471" y="171899"/>
                </a:cxn>
                <a:cxn ang="0">
                  <a:pos x="258996" y="254411"/>
                </a:cxn>
                <a:cxn ang="0">
                  <a:pos x="313522" y="171899"/>
                </a:cxn>
                <a:cxn ang="0">
                  <a:pos x="279444" y="171899"/>
                </a:cxn>
              </a:cxnLst>
              <a:rect l="0" t="0" r="0" b="0"/>
              <a:pathLst>
                <a:path w="138" h="111">
                  <a:moveTo>
                    <a:pt x="123" y="75"/>
                  </a:moveTo>
                  <a:cubicBezTo>
                    <a:pt x="123" y="59"/>
                    <a:pt x="118" y="45"/>
                    <a:pt x="110" y="33"/>
                  </a:cubicBezTo>
                  <a:cubicBezTo>
                    <a:pt x="110" y="32"/>
                    <a:pt x="110" y="32"/>
                    <a:pt x="109" y="32"/>
                  </a:cubicBezTo>
                  <a:cubicBezTo>
                    <a:pt x="108" y="30"/>
                    <a:pt x="107" y="29"/>
                    <a:pt x="106" y="28"/>
                  </a:cubicBezTo>
                  <a:cubicBezTo>
                    <a:pt x="106" y="28"/>
                    <a:pt x="106" y="27"/>
                    <a:pt x="106" y="27"/>
                  </a:cubicBezTo>
                  <a:cubicBezTo>
                    <a:pt x="98" y="18"/>
                    <a:pt x="89" y="11"/>
                    <a:pt x="78" y="6"/>
                  </a:cubicBezTo>
                  <a:cubicBezTo>
                    <a:pt x="77" y="6"/>
                    <a:pt x="77" y="6"/>
                    <a:pt x="77" y="6"/>
                  </a:cubicBezTo>
                  <a:cubicBezTo>
                    <a:pt x="75" y="5"/>
                    <a:pt x="73" y="4"/>
                    <a:pt x="72" y="4"/>
                  </a:cubicBezTo>
                  <a:cubicBezTo>
                    <a:pt x="71" y="4"/>
                    <a:pt x="70" y="3"/>
                    <a:pt x="70" y="3"/>
                  </a:cubicBezTo>
                  <a:cubicBezTo>
                    <a:pt x="68" y="3"/>
                    <a:pt x="67" y="2"/>
                    <a:pt x="65" y="2"/>
                  </a:cubicBezTo>
                  <a:cubicBezTo>
                    <a:pt x="64" y="2"/>
                    <a:pt x="63" y="2"/>
                    <a:pt x="62" y="1"/>
                  </a:cubicBezTo>
                  <a:cubicBezTo>
                    <a:pt x="62" y="1"/>
                    <a:pt x="61" y="1"/>
                    <a:pt x="61" y="1"/>
                  </a:cubicBezTo>
                  <a:cubicBezTo>
                    <a:pt x="60" y="1"/>
                    <a:pt x="59" y="1"/>
                    <a:pt x="57" y="1"/>
                  </a:cubicBezTo>
                  <a:cubicBezTo>
                    <a:pt x="57" y="1"/>
                    <a:pt x="56" y="0"/>
                    <a:pt x="55" y="0"/>
                  </a:cubicBezTo>
                  <a:cubicBezTo>
                    <a:pt x="53" y="0"/>
                    <a:pt x="51" y="0"/>
                    <a:pt x="49" y="0"/>
                  </a:cubicBezTo>
                  <a:cubicBezTo>
                    <a:pt x="49" y="0"/>
                    <a:pt x="48" y="0"/>
                    <a:pt x="48" y="0"/>
                  </a:cubicBezTo>
                  <a:cubicBezTo>
                    <a:pt x="48" y="0"/>
                    <a:pt x="48" y="0"/>
                    <a:pt x="48" y="0"/>
                  </a:cubicBezTo>
                  <a:cubicBezTo>
                    <a:pt x="33" y="0"/>
                    <a:pt x="18" y="5"/>
                    <a:pt x="5" y="14"/>
                  </a:cubicBezTo>
                  <a:cubicBezTo>
                    <a:pt x="1" y="16"/>
                    <a:pt x="0" y="22"/>
                    <a:pt x="3" y="26"/>
                  </a:cubicBezTo>
                  <a:cubicBezTo>
                    <a:pt x="6" y="30"/>
                    <a:pt x="11" y="31"/>
                    <a:pt x="15" y="28"/>
                  </a:cubicBezTo>
                  <a:cubicBezTo>
                    <a:pt x="25" y="21"/>
                    <a:pt x="37" y="18"/>
                    <a:pt x="48" y="18"/>
                  </a:cubicBezTo>
                  <a:cubicBezTo>
                    <a:pt x="50" y="18"/>
                    <a:pt x="52" y="18"/>
                    <a:pt x="53" y="18"/>
                  </a:cubicBezTo>
                  <a:cubicBezTo>
                    <a:pt x="54" y="18"/>
                    <a:pt x="54" y="18"/>
                    <a:pt x="55" y="18"/>
                  </a:cubicBezTo>
                  <a:cubicBezTo>
                    <a:pt x="56" y="19"/>
                    <a:pt x="58" y="19"/>
                    <a:pt x="59" y="19"/>
                  </a:cubicBezTo>
                  <a:cubicBezTo>
                    <a:pt x="60" y="19"/>
                    <a:pt x="60" y="19"/>
                    <a:pt x="61" y="19"/>
                  </a:cubicBezTo>
                  <a:cubicBezTo>
                    <a:pt x="62" y="20"/>
                    <a:pt x="63" y="20"/>
                    <a:pt x="65" y="20"/>
                  </a:cubicBezTo>
                  <a:cubicBezTo>
                    <a:pt x="65" y="21"/>
                    <a:pt x="65" y="21"/>
                    <a:pt x="66" y="21"/>
                  </a:cubicBezTo>
                  <a:cubicBezTo>
                    <a:pt x="67" y="21"/>
                    <a:pt x="69" y="22"/>
                    <a:pt x="70" y="22"/>
                  </a:cubicBezTo>
                  <a:cubicBezTo>
                    <a:pt x="70" y="22"/>
                    <a:pt x="70" y="23"/>
                    <a:pt x="70" y="23"/>
                  </a:cubicBezTo>
                  <a:cubicBezTo>
                    <a:pt x="79" y="26"/>
                    <a:pt x="86" y="32"/>
                    <a:pt x="92" y="39"/>
                  </a:cubicBezTo>
                  <a:cubicBezTo>
                    <a:pt x="92" y="39"/>
                    <a:pt x="92" y="39"/>
                    <a:pt x="92" y="39"/>
                  </a:cubicBezTo>
                  <a:cubicBezTo>
                    <a:pt x="100" y="49"/>
                    <a:pt x="105" y="61"/>
                    <a:pt x="105" y="75"/>
                  </a:cubicBezTo>
                  <a:cubicBezTo>
                    <a:pt x="90" y="75"/>
                    <a:pt x="90" y="75"/>
                    <a:pt x="90" y="75"/>
                  </a:cubicBezTo>
                  <a:cubicBezTo>
                    <a:pt x="114" y="111"/>
                    <a:pt x="114" y="111"/>
                    <a:pt x="114" y="111"/>
                  </a:cubicBezTo>
                  <a:cubicBezTo>
                    <a:pt x="138" y="75"/>
                    <a:pt x="138" y="75"/>
                    <a:pt x="138" y="75"/>
                  </a:cubicBezTo>
                  <a:lnTo>
                    <a:pt x="123" y="75"/>
                  </a:lnTo>
                  <a:close/>
                </a:path>
              </a:pathLst>
            </a:custGeom>
            <a:grpFill/>
            <a:ln w="9525">
              <a:noFill/>
            </a:ln>
          </p:spPr>
          <p:txBody>
            <a:bodyPr/>
            <a:lstStyle/>
            <a:p>
              <a:pPr eaLnBrk="1" fontAlgn="auto" hangingPunct="1">
                <a:defRPr/>
              </a:pPr>
              <a:endParaRPr lang="zh-CN" altLang="en-US" noProof="1">
                <a:solidFill>
                  <a:schemeClr val="accent1"/>
                </a:solidFill>
                <a:cs typeface="+mn-ea"/>
                <a:sym typeface="+mn-lt"/>
              </a:endParaRPr>
            </a:p>
          </p:txBody>
        </p:sp>
      </p:grpSp>
      <p:sp>
        <p:nvSpPr>
          <p:cNvPr id="35858" name="Freeform 37">
            <a:extLst>
              <a:ext uri="{FF2B5EF4-FFF2-40B4-BE49-F238E27FC236}">
                <a16:creationId xmlns:a16="http://schemas.microsoft.com/office/drawing/2014/main" id="{48C8BDA0-E812-41C0-8E00-A6AC8FDA0235}"/>
              </a:ext>
            </a:extLst>
          </p:cNvPr>
          <p:cNvSpPr>
            <a:spLocks noChangeArrowheads="1"/>
          </p:cNvSpPr>
          <p:nvPr/>
        </p:nvSpPr>
        <p:spPr bwMode="auto">
          <a:xfrm>
            <a:off x="8656638" y="4098925"/>
            <a:ext cx="779462" cy="531813"/>
          </a:xfrm>
          <a:custGeom>
            <a:avLst/>
            <a:gdLst>
              <a:gd name="T0" fmla="*/ 2147483646 w 186"/>
              <a:gd name="T1" fmla="*/ 2147483646 h 126"/>
              <a:gd name="T2" fmla="*/ 2147483646 w 186"/>
              <a:gd name="T3" fmla="*/ 2147483646 h 126"/>
              <a:gd name="T4" fmla="*/ 2147483646 w 186"/>
              <a:gd name="T5" fmla="*/ 2147483646 h 126"/>
              <a:gd name="T6" fmla="*/ 2147483646 w 186"/>
              <a:gd name="T7" fmla="*/ 2147483646 h 126"/>
              <a:gd name="T8" fmla="*/ 2147483646 w 186"/>
              <a:gd name="T9" fmla="*/ 2147483646 h 126"/>
              <a:gd name="T10" fmla="*/ 2147483646 w 186"/>
              <a:gd name="T11" fmla="*/ 2147483646 h 126"/>
              <a:gd name="T12" fmla="*/ 2147483646 w 186"/>
              <a:gd name="T13" fmla="*/ 2147483646 h 126"/>
              <a:gd name="T14" fmla="*/ 2147483646 w 186"/>
              <a:gd name="T15" fmla="*/ 2147483646 h 126"/>
              <a:gd name="T16" fmla="*/ 2147483646 w 186"/>
              <a:gd name="T17" fmla="*/ 2147483646 h 126"/>
              <a:gd name="T18" fmla="*/ 2147483646 w 186"/>
              <a:gd name="T19" fmla="*/ 2147483646 h 126"/>
              <a:gd name="T20" fmla="*/ 2147483646 w 186"/>
              <a:gd name="T21" fmla="*/ 0 h 126"/>
              <a:gd name="T22" fmla="*/ 2147483646 w 186"/>
              <a:gd name="T23" fmla="*/ 2147483646 h 126"/>
              <a:gd name="T24" fmla="*/ 0 w 186"/>
              <a:gd name="T25" fmla="*/ 2147483646 h 126"/>
              <a:gd name="T26" fmla="*/ 2147483646 w 186"/>
              <a:gd name="T27" fmla="*/ 2147483646 h 126"/>
              <a:gd name="T28" fmla="*/ 2147483646 w 186"/>
              <a:gd name="T29" fmla="*/ 2147483646 h 126"/>
              <a:gd name="T30" fmla="*/ 2147483646 w 186"/>
              <a:gd name="T31" fmla="*/ 2147483646 h 126"/>
              <a:gd name="T32" fmla="*/ 2147483646 w 186"/>
              <a:gd name="T33" fmla="*/ 2147483646 h 126"/>
              <a:gd name="T34" fmla="*/ 2147483646 w 186"/>
              <a:gd name="T35" fmla="*/ 2147483646 h 126"/>
              <a:gd name="T36" fmla="*/ 2147483646 w 186"/>
              <a:gd name="T37" fmla="*/ 2147483646 h 126"/>
              <a:gd name="T38" fmla="*/ 2147483646 w 186"/>
              <a:gd name="T39" fmla="*/ 2147483646 h 126"/>
              <a:gd name="T40" fmla="*/ 2147483646 w 186"/>
              <a:gd name="T41" fmla="*/ 2147483646 h 126"/>
              <a:gd name="T42" fmla="*/ 2147483646 w 186"/>
              <a:gd name="T43" fmla="*/ 2147483646 h 126"/>
              <a:gd name="T44" fmla="*/ 2147483646 w 186"/>
              <a:gd name="T45" fmla="*/ 2147483646 h 126"/>
              <a:gd name="T46" fmla="*/ 2147483646 w 186"/>
              <a:gd name="T47" fmla="*/ 2147483646 h 126"/>
              <a:gd name="T48" fmla="*/ 2147483646 w 186"/>
              <a:gd name="T49" fmla="*/ 2147483646 h 126"/>
              <a:gd name="T50" fmla="*/ 2147483646 w 186"/>
              <a:gd name="T51" fmla="*/ 2147483646 h 126"/>
              <a:gd name="T52" fmla="*/ 2147483646 w 186"/>
              <a:gd name="T53" fmla="*/ 2147483646 h 12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86" h="126">
                <a:moveTo>
                  <a:pt x="135" y="9"/>
                </a:moveTo>
                <a:cubicBezTo>
                  <a:pt x="108" y="9"/>
                  <a:pt x="86" y="30"/>
                  <a:pt x="84" y="57"/>
                </a:cubicBezTo>
                <a:cubicBezTo>
                  <a:pt x="84" y="57"/>
                  <a:pt x="84" y="57"/>
                  <a:pt x="84" y="57"/>
                </a:cubicBezTo>
                <a:cubicBezTo>
                  <a:pt x="84" y="60"/>
                  <a:pt x="84" y="60"/>
                  <a:pt x="84" y="60"/>
                </a:cubicBezTo>
                <a:cubicBezTo>
                  <a:pt x="84" y="66"/>
                  <a:pt x="84" y="66"/>
                  <a:pt x="84" y="66"/>
                </a:cubicBezTo>
                <a:cubicBezTo>
                  <a:pt x="84" y="84"/>
                  <a:pt x="69" y="99"/>
                  <a:pt x="51" y="99"/>
                </a:cubicBezTo>
                <a:cubicBezTo>
                  <a:pt x="33" y="99"/>
                  <a:pt x="18" y="84"/>
                  <a:pt x="18" y="66"/>
                </a:cubicBezTo>
                <a:cubicBezTo>
                  <a:pt x="18" y="48"/>
                  <a:pt x="33" y="33"/>
                  <a:pt x="51" y="33"/>
                </a:cubicBezTo>
                <a:cubicBezTo>
                  <a:pt x="51" y="48"/>
                  <a:pt x="51" y="48"/>
                  <a:pt x="51" y="48"/>
                </a:cubicBezTo>
                <a:cubicBezTo>
                  <a:pt x="87" y="24"/>
                  <a:pt x="87" y="24"/>
                  <a:pt x="87" y="24"/>
                </a:cubicBezTo>
                <a:cubicBezTo>
                  <a:pt x="51" y="0"/>
                  <a:pt x="51" y="0"/>
                  <a:pt x="51" y="0"/>
                </a:cubicBezTo>
                <a:cubicBezTo>
                  <a:pt x="51" y="15"/>
                  <a:pt x="51" y="15"/>
                  <a:pt x="51" y="15"/>
                </a:cubicBezTo>
                <a:cubicBezTo>
                  <a:pt x="23" y="15"/>
                  <a:pt x="0" y="38"/>
                  <a:pt x="0" y="66"/>
                </a:cubicBezTo>
                <a:cubicBezTo>
                  <a:pt x="0" y="94"/>
                  <a:pt x="23" y="117"/>
                  <a:pt x="51" y="117"/>
                </a:cubicBezTo>
                <a:cubicBezTo>
                  <a:pt x="78" y="117"/>
                  <a:pt x="100" y="96"/>
                  <a:pt x="102" y="69"/>
                </a:cubicBezTo>
                <a:cubicBezTo>
                  <a:pt x="102" y="69"/>
                  <a:pt x="102" y="69"/>
                  <a:pt x="102" y="69"/>
                </a:cubicBezTo>
                <a:cubicBezTo>
                  <a:pt x="102" y="66"/>
                  <a:pt x="102" y="66"/>
                  <a:pt x="102" y="66"/>
                </a:cubicBezTo>
                <a:cubicBezTo>
                  <a:pt x="102" y="60"/>
                  <a:pt x="102" y="60"/>
                  <a:pt x="102" y="60"/>
                </a:cubicBezTo>
                <a:cubicBezTo>
                  <a:pt x="102" y="42"/>
                  <a:pt x="117" y="27"/>
                  <a:pt x="135" y="27"/>
                </a:cubicBezTo>
                <a:cubicBezTo>
                  <a:pt x="153" y="27"/>
                  <a:pt x="168" y="42"/>
                  <a:pt x="168" y="60"/>
                </a:cubicBezTo>
                <a:cubicBezTo>
                  <a:pt x="168" y="78"/>
                  <a:pt x="153" y="93"/>
                  <a:pt x="135" y="93"/>
                </a:cubicBezTo>
                <a:cubicBezTo>
                  <a:pt x="135" y="78"/>
                  <a:pt x="135" y="78"/>
                  <a:pt x="135" y="78"/>
                </a:cubicBezTo>
                <a:cubicBezTo>
                  <a:pt x="99" y="102"/>
                  <a:pt x="99" y="102"/>
                  <a:pt x="99" y="102"/>
                </a:cubicBezTo>
                <a:cubicBezTo>
                  <a:pt x="135" y="126"/>
                  <a:pt x="135" y="126"/>
                  <a:pt x="135" y="126"/>
                </a:cubicBezTo>
                <a:cubicBezTo>
                  <a:pt x="135" y="111"/>
                  <a:pt x="135" y="111"/>
                  <a:pt x="135" y="111"/>
                </a:cubicBezTo>
                <a:cubicBezTo>
                  <a:pt x="163" y="111"/>
                  <a:pt x="186" y="88"/>
                  <a:pt x="186" y="60"/>
                </a:cubicBezTo>
                <a:cubicBezTo>
                  <a:pt x="186" y="32"/>
                  <a:pt x="163" y="9"/>
                  <a:pt x="135" y="9"/>
                </a:cubicBezTo>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cxnSp>
        <p:nvCxnSpPr>
          <p:cNvPr id="29" name="直接连接符 28">
            <a:extLst>
              <a:ext uri="{FF2B5EF4-FFF2-40B4-BE49-F238E27FC236}">
                <a16:creationId xmlns:a16="http://schemas.microsoft.com/office/drawing/2014/main" id="{472484C7-B2AA-4057-89E0-7D444C1B0378}"/>
              </a:ext>
            </a:extLst>
          </p:cNvPr>
          <p:cNvCxnSpPr/>
          <p:nvPr/>
        </p:nvCxnSpPr>
        <p:spPr>
          <a:xfrm>
            <a:off x="1843088" y="3695700"/>
            <a:ext cx="22844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B2479CA-351B-4686-AC17-62E71A9CF3E9}"/>
              </a:ext>
            </a:extLst>
          </p:cNvPr>
          <p:cNvCxnSpPr/>
          <p:nvPr/>
        </p:nvCxnSpPr>
        <p:spPr>
          <a:xfrm>
            <a:off x="4868863" y="3695700"/>
            <a:ext cx="22828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0914A3C-F9F3-419A-8EA3-507AEE662991}"/>
              </a:ext>
            </a:extLst>
          </p:cNvPr>
          <p:cNvCxnSpPr/>
          <p:nvPr/>
        </p:nvCxnSpPr>
        <p:spPr>
          <a:xfrm>
            <a:off x="7980363" y="3695700"/>
            <a:ext cx="2282825"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任意多边形 31">
            <a:extLst>
              <a:ext uri="{FF2B5EF4-FFF2-40B4-BE49-F238E27FC236}">
                <a16:creationId xmlns:a16="http://schemas.microsoft.com/office/drawing/2014/main" id="{DF0E6ECC-EB76-456F-AA9F-7748D2867063}"/>
              </a:ext>
            </a:extLst>
          </p:cNvPr>
          <p:cNvSpPr/>
          <p:nvPr/>
        </p:nvSpPr>
        <p:spPr>
          <a:xfrm>
            <a:off x="0" y="2736850"/>
            <a:ext cx="844550" cy="1689100"/>
          </a:xfrm>
          <a:custGeom>
            <a:avLst/>
            <a:gdLst>
              <a:gd name="connsiteX0" fmla="*/ 0 w 844443"/>
              <a:gd name="connsiteY0" fmla="*/ 0 h 1688886"/>
              <a:gd name="connsiteX1" fmla="*/ 844443 w 844443"/>
              <a:gd name="connsiteY1" fmla="*/ 844443 h 1688886"/>
              <a:gd name="connsiteX2" fmla="*/ 0 w 844443"/>
              <a:gd name="connsiteY2" fmla="*/ 1688886 h 1688886"/>
            </a:gdLst>
            <a:ahLst/>
            <a:cxnLst>
              <a:cxn ang="0">
                <a:pos x="connsiteX0" y="connsiteY0"/>
              </a:cxn>
              <a:cxn ang="0">
                <a:pos x="connsiteX1" y="connsiteY1"/>
              </a:cxn>
              <a:cxn ang="0">
                <a:pos x="connsiteX2" y="connsiteY2"/>
              </a:cxn>
            </a:cxnLst>
            <a:rect l="l" t="t" r="r" b="b"/>
            <a:pathLst>
              <a:path w="844443" h="1688886">
                <a:moveTo>
                  <a:pt x="0" y="0"/>
                </a:moveTo>
                <a:cubicBezTo>
                  <a:pt x="466373" y="0"/>
                  <a:pt x="844443" y="378070"/>
                  <a:pt x="844443" y="844443"/>
                </a:cubicBezTo>
                <a:cubicBezTo>
                  <a:pt x="844443" y="1310816"/>
                  <a:pt x="466373" y="1688886"/>
                  <a:pt x="0" y="1688886"/>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cs typeface="+mn-ea"/>
              <a:sym typeface="+mn-lt"/>
            </a:endParaRPr>
          </a:p>
        </p:txBody>
      </p:sp>
      <p:sp>
        <p:nvSpPr>
          <p:cNvPr id="33" name="任意多边形 32">
            <a:extLst>
              <a:ext uri="{FF2B5EF4-FFF2-40B4-BE49-F238E27FC236}">
                <a16:creationId xmlns:a16="http://schemas.microsoft.com/office/drawing/2014/main" id="{FD8F2E1C-05A7-4EEA-919A-E5968DCC3E53}"/>
              </a:ext>
            </a:extLst>
          </p:cNvPr>
          <p:cNvSpPr/>
          <p:nvPr/>
        </p:nvSpPr>
        <p:spPr>
          <a:xfrm flipH="1">
            <a:off x="11345863" y="2736850"/>
            <a:ext cx="844550" cy="1689100"/>
          </a:xfrm>
          <a:custGeom>
            <a:avLst/>
            <a:gdLst>
              <a:gd name="connsiteX0" fmla="*/ 0 w 844443"/>
              <a:gd name="connsiteY0" fmla="*/ 0 h 1688886"/>
              <a:gd name="connsiteX1" fmla="*/ 844443 w 844443"/>
              <a:gd name="connsiteY1" fmla="*/ 844443 h 1688886"/>
              <a:gd name="connsiteX2" fmla="*/ 0 w 844443"/>
              <a:gd name="connsiteY2" fmla="*/ 1688886 h 1688886"/>
            </a:gdLst>
            <a:ahLst/>
            <a:cxnLst>
              <a:cxn ang="0">
                <a:pos x="connsiteX0" y="connsiteY0"/>
              </a:cxn>
              <a:cxn ang="0">
                <a:pos x="connsiteX1" y="connsiteY1"/>
              </a:cxn>
              <a:cxn ang="0">
                <a:pos x="connsiteX2" y="connsiteY2"/>
              </a:cxn>
            </a:cxnLst>
            <a:rect l="l" t="t" r="r" b="b"/>
            <a:pathLst>
              <a:path w="844443" h="1688886">
                <a:moveTo>
                  <a:pt x="0" y="0"/>
                </a:moveTo>
                <a:cubicBezTo>
                  <a:pt x="466373" y="0"/>
                  <a:pt x="844443" y="378070"/>
                  <a:pt x="844443" y="844443"/>
                </a:cubicBezTo>
                <a:cubicBezTo>
                  <a:pt x="844443" y="1310816"/>
                  <a:pt x="466373" y="1688886"/>
                  <a:pt x="0" y="1688886"/>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795074E-4D5B-4920-B096-1548A17B741E}"/>
              </a:ext>
            </a:extLst>
          </p:cNvPr>
          <p:cNvSpPr/>
          <p:nvPr/>
        </p:nvSpPr>
        <p:spPr>
          <a:xfrm>
            <a:off x="0" y="2540000"/>
            <a:ext cx="5619750" cy="19653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6867" name="文本框 2">
            <a:extLst>
              <a:ext uri="{FF2B5EF4-FFF2-40B4-BE49-F238E27FC236}">
                <a16:creationId xmlns:a16="http://schemas.microsoft.com/office/drawing/2014/main" id="{F64D974D-BBA7-4EB4-919A-D8AAA7256977}"/>
              </a:ext>
            </a:extLst>
          </p:cNvPr>
          <p:cNvSpPr txBox="1">
            <a:spLocks noChangeArrowheads="1"/>
          </p:cNvSpPr>
          <p:nvPr/>
        </p:nvSpPr>
        <p:spPr bwMode="auto">
          <a:xfrm>
            <a:off x="5854700" y="2292350"/>
            <a:ext cx="5708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3600" b="1">
                <a:solidFill>
                  <a:srgbClr val="4B649F"/>
                </a:solidFill>
              </a:rPr>
              <a:t>添加论文内容第二部分标题</a:t>
            </a:r>
          </a:p>
        </p:txBody>
      </p:sp>
      <p:sp>
        <p:nvSpPr>
          <p:cNvPr id="36868" name="文本框 4">
            <a:extLst>
              <a:ext uri="{FF2B5EF4-FFF2-40B4-BE49-F238E27FC236}">
                <a16:creationId xmlns:a16="http://schemas.microsoft.com/office/drawing/2014/main" id="{942E8553-187F-4C56-A558-23C91F96D313}"/>
              </a:ext>
            </a:extLst>
          </p:cNvPr>
          <p:cNvSpPr txBox="1">
            <a:spLocks noChangeArrowheads="1"/>
          </p:cNvSpPr>
          <p:nvPr/>
        </p:nvSpPr>
        <p:spPr bwMode="auto">
          <a:xfrm>
            <a:off x="5854700" y="3216275"/>
            <a:ext cx="570865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1800">
                <a:solidFill>
                  <a:srgbClr val="808080"/>
                </a:solidFill>
              </a:rPr>
              <a:t>培养学生综合运用、巩固与扩展所学的基础理论和专业知识，培养学生独立分析、解决实际问题能力、培养学生处理数据和信息的能力。</a:t>
            </a:r>
          </a:p>
        </p:txBody>
      </p:sp>
      <p:pic>
        <p:nvPicPr>
          <p:cNvPr id="36869" name="图片 9">
            <a:extLst>
              <a:ext uri="{FF2B5EF4-FFF2-40B4-BE49-F238E27FC236}">
                <a16:creationId xmlns:a16="http://schemas.microsoft.com/office/drawing/2014/main" id="{0BC081DA-9892-446F-9FBA-3992BD5235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图片 10">
            <a:extLst>
              <a:ext uri="{FF2B5EF4-FFF2-40B4-BE49-F238E27FC236}">
                <a16:creationId xmlns:a16="http://schemas.microsoft.com/office/drawing/2014/main" id="{70E55413-36FF-4EC2-937F-A79368F1CC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7878763"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71" name="组合 11">
            <a:extLst>
              <a:ext uri="{FF2B5EF4-FFF2-40B4-BE49-F238E27FC236}">
                <a16:creationId xmlns:a16="http://schemas.microsoft.com/office/drawing/2014/main" id="{603B42FB-34D7-40EA-9B4C-0AC5DEB2ADB3}"/>
              </a:ext>
            </a:extLst>
          </p:cNvPr>
          <p:cNvGrpSpPr>
            <a:grpSpLocks/>
          </p:cNvGrpSpPr>
          <p:nvPr/>
        </p:nvGrpSpPr>
        <p:grpSpPr bwMode="auto">
          <a:xfrm>
            <a:off x="1519238" y="2232025"/>
            <a:ext cx="2581275" cy="2582863"/>
            <a:chOff x="3209823" y="2234042"/>
            <a:chExt cx="1607262" cy="1607262"/>
          </a:xfrm>
        </p:grpSpPr>
        <p:sp>
          <p:nvSpPr>
            <p:cNvPr id="13" name="椭圆 12">
              <a:extLst>
                <a:ext uri="{FF2B5EF4-FFF2-40B4-BE49-F238E27FC236}">
                  <a16:creationId xmlns:a16="http://schemas.microsoft.com/office/drawing/2014/main" id="{9915D424-BC4C-4CAE-9A4E-EA82B9714CC2}"/>
                </a:ext>
              </a:extLst>
            </p:cNvPr>
            <p:cNvSpPr/>
            <p:nvPr/>
          </p:nvSpPr>
          <p:spPr>
            <a:xfrm>
              <a:off x="3209823"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4" name="椭圆 13">
              <a:extLst>
                <a:ext uri="{FF2B5EF4-FFF2-40B4-BE49-F238E27FC236}">
                  <a16:creationId xmlns:a16="http://schemas.microsoft.com/office/drawing/2014/main" id="{343FF37E-3D8F-4329-9D0F-BD5D1B02EBF0}"/>
                </a:ext>
              </a:extLst>
            </p:cNvPr>
            <p:cNvSpPr/>
            <p:nvPr/>
          </p:nvSpPr>
          <p:spPr>
            <a:xfrm>
              <a:off x="3319544" y="2343696"/>
              <a:ext cx="1387820" cy="1387955"/>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5" name="KSO_Shape">
              <a:extLst>
                <a:ext uri="{FF2B5EF4-FFF2-40B4-BE49-F238E27FC236}">
                  <a16:creationId xmlns:a16="http://schemas.microsoft.com/office/drawing/2014/main" id="{7E9E8CD1-BB63-4574-BD82-57FBC3B144C3}"/>
                </a:ext>
              </a:extLst>
            </p:cNvPr>
            <p:cNvSpPr/>
            <p:nvPr/>
          </p:nvSpPr>
          <p:spPr bwMode="auto">
            <a:xfrm>
              <a:off x="3550847" y="2597578"/>
              <a:ext cx="925214" cy="880191"/>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1">
            <a:extLst>
              <a:ext uri="{FF2B5EF4-FFF2-40B4-BE49-F238E27FC236}">
                <a16:creationId xmlns:a16="http://schemas.microsoft.com/office/drawing/2014/main" id="{117583ED-6232-4D77-AA3B-A8241006D4E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文本框 2">
            <a:extLst>
              <a:ext uri="{FF2B5EF4-FFF2-40B4-BE49-F238E27FC236}">
                <a16:creationId xmlns:a16="http://schemas.microsoft.com/office/drawing/2014/main" id="{B27446B8-D84F-40D3-BCC7-ED8A1BA4BF11}"/>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添加论文内容第二部分标题</a:t>
            </a:r>
          </a:p>
        </p:txBody>
      </p:sp>
      <p:cxnSp>
        <p:nvCxnSpPr>
          <p:cNvPr id="4" name="直接连接符 3">
            <a:extLst>
              <a:ext uri="{FF2B5EF4-FFF2-40B4-BE49-F238E27FC236}">
                <a16:creationId xmlns:a16="http://schemas.microsoft.com/office/drawing/2014/main" id="{B4C79AED-8793-45CE-9B76-856E7D4257BA}"/>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C3A9B532-8A6E-4525-9E54-CE31A9671361}"/>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37894" name="组合 5">
            <a:extLst>
              <a:ext uri="{FF2B5EF4-FFF2-40B4-BE49-F238E27FC236}">
                <a16:creationId xmlns:a16="http://schemas.microsoft.com/office/drawing/2014/main" id="{A5D18DF0-E7EF-441C-9DA4-AAE95DAD0127}"/>
              </a:ext>
            </a:extLst>
          </p:cNvPr>
          <p:cNvGrpSpPr>
            <a:grpSpLocks/>
          </p:cNvGrpSpPr>
          <p:nvPr/>
        </p:nvGrpSpPr>
        <p:grpSpPr bwMode="auto">
          <a:xfrm>
            <a:off x="209550" y="125413"/>
            <a:ext cx="638175" cy="638175"/>
            <a:chOff x="3209823" y="2234042"/>
            <a:chExt cx="1607262" cy="1607262"/>
          </a:xfrm>
        </p:grpSpPr>
        <p:sp>
          <p:nvSpPr>
            <p:cNvPr id="7" name="椭圆 6">
              <a:extLst>
                <a:ext uri="{FF2B5EF4-FFF2-40B4-BE49-F238E27FC236}">
                  <a16:creationId xmlns:a16="http://schemas.microsoft.com/office/drawing/2014/main" id="{5B8ED15A-0638-469C-907A-95E98B9A4215}"/>
                </a:ext>
              </a:extLst>
            </p:cNvPr>
            <p:cNvSpPr/>
            <p:nvPr/>
          </p:nvSpPr>
          <p:spPr>
            <a:xfrm>
              <a:off x="3209823"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730E6785-99AB-437D-9005-0102DE48E4EB}"/>
                </a:ext>
              </a:extLst>
            </p:cNvPr>
            <p:cNvSpPr/>
            <p:nvPr/>
          </p:nvSpPr>
          <p:spPr>
            <a:xfrm>
              <a:off x="3317775" y="2341991"/>
              <a:ext cx="1391361"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9" name="KSO_Shape">
              <a:extLst>
                <a:ext uri="{FF2B5EF4-FFF2-40B4-BE49-F238E27FC236}">
                  <a16:creationId xmlns:a16="http://schemas.microsoft.com/office/drawing/2014/main" id="{3DCB5E41-4350-4E0C-917A-F65C259CDBAF}"/>
                </a:ext>
              </a:extLst>
            </p:cNvPr>
            <p:cNvSpPr/>
            <p:nvPr/>
          </p:nvSpPr>
          <p:spPr bwMode="auto">
            <a:xfrm>
              <a:off x="3549668" y="2597874"/>
              <a:ext cx="927574" cy="879596"/>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10" name="MH_SubTitle_1">
            <a:extLst>
              <a:ext uri="{FF2B5EF4-FFF2-40B4-BE49-F238E27FC236}">
                <a16:creationId xmlns:a16="http://schemas.microsoft.com/office/drawing/2014/main" id="{0367479D-8632-4229-8D40-DA9967D0263E}"/>
              </a:ext>
            </a:extLst>
          </p:cNvPr>
          <p:cNvSpPr/>
          <p:nvPr>
            <p:custDataLst>
              <p:tags r:id="rId1"/>
            </p:custDataLst>
          </p:nvPr>
        </p:nvSpPr>
        <p:spPr bwMode="auto">
          <a:xfrm>
            <a:off x="1681163" y="1870075"/>
            <a:ext cx="2709862"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defRPr/>
            </a:pPr>
            <a:endParaRPr lang="ko-KR" altLang="en-US" noProof="1">
              <a:solidFill>
                <a:schemeClr val="accent1"/>
              </a:solidFill>
              <a:cs typeface="+mn-ea"/>
              <a:sym typeface="+mn-lt"/>
            </a:endParaRPr>
          </a:p>
        </p:txBody>
      </p:sp>
      <p:sp>
        <p:nvSpPr>
          <p:cNvPr id="11" name="MH_SubTitle_2">
            <a:extLst>
              <a:ext uri="{FF2B5EF4-FFF2-40B4-BE49-F238E27FC236}">
                <a16:creationId xmlns:a16="http://schemas.microsoft.com/office/drawing/2014/main" id="{3828BDC4-80A0-4DE5-B90C-046F8385F10B}"/>
              </a:ext>
            </a:extLst>
          </p:cNvPr>
          <p:cNvSpPr/>
          <p:nvPr>
            <p:custDataLst>
              <p:tags r:id="rId2"/>
            </p:custDataLst>
          </p:nvPr>
        </p:nvSpPr>
        <p:spPr bwMode="auto">
          <a:xfrm>
            <a:off x="4705350" y="1870075"/>
            <a:ext cx="2709863"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defRPr/>
            </a:pPr>
            <a:endParaRPr lang="ko-KR" altLang="en-US" noProof="1">
              <a:solidFill>
                <a:schemeClr val="accent1"/>
              </a:solidFill>
              <a:cs typeface="+mn-ea"/>
              <a:sym typeface="+mn-lt"/>
            </a:endParaRPr>
          </a:p>
        </p:txBody>
      </p:sp>
      <p:sp>
        <p:nvSpPr>
          <p:cNvPr id="12" name="MH_SubTitle_3">
            <a:extLst>
              <a:ext uri="{FF2B5EF4-FFF2-40B4-BE49-F238E27FC236}">
                <a16:creationId xmlns:a16="http://schemas.microsoft.com/office/drawing/2014/main" id="{DF2EBE13-18A4-4D42-A3B0-DB94EFCAAAC8}"/>
              </a:ext>
            </a:extLst>
          </p:cNvPr>
          <p:cNvSpPr/>
          <p:nvPr>
            <p:custDataLst>
              <p:tags r:id="rId3"/>
            </p:custDataLst>
          </p:nvPr>
        </p:nvSpPr>
        <p:spPr bwMode="auto">
          <a:xfrm>
            <a:off x="7729538" y="1870075"/>
            <a:ext cx="2708275"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defRPr/>
            </a:pPr>
            <a:endParaRPr lang="ko-KR" altLang="en-US" noProof="1">
              <a:solidFill>
                <a:schemeClr val="accent1"/>
              </a:solidFill>
              <a:cs typeface="+mn-ea"/>
              <a:sym typeface="+mn-lt"/>
            </a:endParaRPr>
          </a:p>
        </p:txBody>
      </p:sp>
      <p:sp>
        <p:nvSpPr>
          <p:cNvPr id="13" name="MH_SubTitle_4">
            <a:extLst>
              <a:ext uri="{FF2B5EF4-FFF2-40B4-BE49-F238E27FC236}">
                <a16:creationId xmlns:a16="http://schemas.microsoft.com/office/drawing/2014/main" id="{D07E849E-43B3-4208-8F06-9B552BF449D7}"/>
              </a:ext>
            </a:extLst>
          </p:cNvPr>
          <p:cNvSpPr/>
          <p:nvPr>
            <p:custDataLst>
              <p:tags r:id="rId4"/>
            </p:custDataLst>
          </p:nvPr>
        </p:nvSpPr>
        <p:spPr bwMode="auto">
          <a:xfrm>
            <a:off x="1681163" y="4062413"/>
            <a:ext cx="2709862"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defRPr/>
            </a:pPr>
            <a:endParaRPr lang="ko-KR" altLang="en-US" noProof="1">
              <a:solidFill>
                <a:schemeClr val="accent1"/>
              </a:solidFill>
              <a:cs typeface="+mn-ea"/>
              <a:sym typeface="+mn-lt"/>
            </a:endParaRPr>
          </a:p>
        </p:txBody>
      </p:sp>
      <p:sp>
        <p:nvSpPr>
          <p:cNvPr id="14" name="MH_SubTitle_5">
            <a:extLst>
              <a:ext uri="{FF2B5EF4-FFF2-40B4-BE49-F238E27FC236}">
                <a16:creationId xmlns:a16="http://schemas.microsoft.com/office/drawing/2014/main" id="{C8B77EBE-2F6E-43CB-A93C-4081411F0A39}"/>
              </a:ext>
            </a:extLst>
          </p:cNvPr>
          <p:cNvSpPr/>
          <p:nvPr>
            <p:custDataLst>
              <p:tags r:id="rId5"/>
            </p:custDataLst>
          </p:nvPr>
        </p:nvSpPr>
        <p:spPr bwMode="auto">
          <a:xfrm>
            <a:off x="4705350" y="4062413"/>
            <a:ext cx="2709863"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defRPr/>
            </a:pPr>
            <a:endParaRPr lang="ko-KR" altLang="en-US" noProof="1">
              <a:solidFill>
                <a:schemeClr val="accent1"/>
              </a:solidFill>
              <a:cs typeface="+mn-ea"/>
              <a:sym typeface="+mn-lt"/>
            </a:endParaRPr>
          </a:p>
        </p:txBody>
      </p:sp>
      <p:sp>
        <p:nvSpPr>
          <p:cNvPr id="15" name="MH_SubTitle_6">
            <a:extLst>
              <a:ext uri="{FF2B5EF4-FFF2-40B4-BE49-F238E27FC236}">
                <a16:creationId xmlns:a16="http://schemas.microsoft.com/office/drawing/2014/main" id="{A21ACCC4-8218-40CE-AD43-04F5F4A9FC50}"/>
              </a:ext>
            </a:extLst>
          </p:cNvPr>
          <p:cNvSpPr/>
          <p:nvPr>
            <p:custDataLst>
              <p:tags r:id="rId6"/>
            </p:custDataLst>
          </p:nvPr>
        </p:nvSpPr>
        <p:spPr bwMode="auto">
          <a:xfrm>
            <a:off x="7729538" y="4062413"/>
            <a:ext cx="2708275"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20000"/>
              </a:lnSpc>
              <a:defRPr/>
            </a:pPr>
            <a:endParaRPr lang="ko-KR" altLang="en-US" noProof="1">
              <a:solidFill>
                <a:schemeClr val="accent1"/>
              </a:solidFill>
              <a:cs typeface="+mn-ea"/>
              <a:sym typeface="+mn-lt"/>
            </a:endParaRPr>
          </a:p>
        </p:txBody>
      </p:sp>
      <p:sp>
        <p:nvSpPr>
          <p:cNvPr id="16" name="MH_Other_1">
            <a:extLst>
              <a:ext uri="{FF2B5EF4-FFF2-40B4-BE49-F238E27FC236}">
                <a16:creationId xmlns:a16="http://schemas.microsoft.com/office/drawing/2014/main" id="{1241D339-0E97-42A3-8FA8-41BB71C66996}"/>
              </a:ext>
            </a:extLst>
          </p:cNvPr>
          <p:cNvSpPr/>
          <p:nvPr>
            <p:custDataLst>
              <p:tags r:id="rId7"/>
            </p:custDataLst>
          </p:nvPr>
        </p:nvSpPr>
        <p:spPr>
          <a:xfrm>
            <a:off x="3567113" y="1695450"/>
            <a:ext cx="598487" cy="539750"/>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p>
            <a:pPr algn="ctr" eaLnBrk="1" fontAlgn="auto" hangingPunct="1">
              <a:defRPr/>
            </a:pPr>
            <a:r>
              <a:rPr lang="en-US" altLang="zh-CN" sz="2000" noProof="1">
                <a:solidFill>
                  <a:schemeClr val="bg1"/>
                </a:solidFill>
                <a:cs typeface="+mn-ea"/>
                <a:sym typeface="+mn-lt"/>
              </a:rPr>
              <a:t>01</a:t>
            </a:r>
            <a:endParaRPr lang="zh-CN" altLang="en-US" sz="2000" noProof="1">
              <a:solidFill>
                <a:schemeClr val="bg1"/>
              </a:solidFill>
              <a:cs typeface="+mn-ea"/>
              <a:sym typeface="+mn-lt"/>
            </a:endParaRPr>
          </a:p>
        </p:txBody>
      </p:sp>
      <p:sp>
        <p:nvSpPr>
          <p:cNvPr id="17" name="MH_Other_2">
            <a:extLst>
              <a:ext uri="{FF2B5EF4-FFF2-40B4-BE49-F238E27FC236}">
                <a16:creationId xmlns:a16="http://schemas.microsoft.com/office/drawing/2014/main" id="{8791271D-530B-4F48-A602-DD4B464EA15C}"/>
              </a:ext>
            </a:extLst>
          </p:cNvPr>
          <p:cNvSpPr/>
          <p:nvPr>
            <p:custDataLst>
              <p:tags r:id="rId8"/>
            </p:custDataLst>
          </p:nvPr>
        </p:nvSpPr>
        <p:spPr>
          <a:xfrm>
            <a:off x="6592888" y="1695450"/>
            <a:ext cx="596900" cy="539750"/>
          </a:xfrm>
          <a:custGeom>
            <a:avLst/>
            <a:gdLst>
              <a:gd name="connsiteX0" fmla="*/ 28343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3 w 509451"/>
              <a:gd name="connsiteY8" fmla="*/ 361109 h 459661"/>
              <a:gd name="connsiteX9" fmla="*/ 0 w 509451"/>
              <a:gd name="connsiteY9" fmla="*/ 332765 h 459661"/>
              <a:gd name="connsiteX10" fmla="*/ 0 w 509451"/>
              <a:gd name="connsiteY10" fmla="*/ 28344 h 459661"/>
              <a:gd name="connsiteX11" fmla="*/ 28343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3"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3" y="361109"/>
                </a:lnTo>
                <a:cubicBezTo>
                  <a:pt x="12690" y="361109"/>
                  <a:pt x="0" y="348419"/>
                  <a:pt x="0" y="332765"/>
                </a:cubicBezTo>
                <a:lnTo>
                  <a:pt x="0" y="28344"/>
                </a:lnTo>
                <a:cubicBezTo>
                  <a:pt x="0" y="12690"/>
                  <a:pt x="12690" y="0"/>
                  <a:pt x="28343"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p>
            <a:pPr algn="ctr" eaLnBrk="1" fontAlgn="auto" hangingPunct="1">
              <a:defRPr/>
            </a:pPr>
            <a:r>
              <a:rPr lang="en-US" altLang="zh-CN" sz="2000" noProof="1">
                <a:solidFill>
                  <a:schemeClr val="bg1"/>
                </a:solidFill>
                <a:cs typeface="+mn-ea"/>
                <a:sym typeface="+mn-lt"/>
              </a:rPr>
              <a:t>02</a:t>
            </a:r>
            <a:endParaRPr lang="zh-CN" altLang="en-US" sz="2000" noProof="1">
              <a:solidFill>
                <a:schemeClr val="bg1"/>
              </a:solidFill>
              <a:cs typeface="+mn-ea"/>
              <a:sym typeface="+mn-lt"/>
            </a:endParaRPr>
          </a:p>
        </p:txBody>
      </p:sp>
      <p:sp>
        <p:nvSpPr>
          <p:cNvPr id="18" name="MH_Other_3">
            <a:extLst>
              <a:ext uri="{FF2B5EF4-FFF2-40B4-BE49-F238E27FC236}">
                <a16:creationId xmlns:a16="http://schemas.microsoft.com/office/drawing/2014/main" id="{D5440A36-C209-4F6B-8D8B-ED7F922C504B}"/>
              </a:ext>
            </a:extLst>
          </p:cNvPr>
          <p:cNvSpPr/>
          <p:nvPr>
            <p:custDataLst>
              <p:tags r:id="rId9"/>
            </p:custDataLst>
          </p:nvPr>
        </p:nvSpPr>
        <p:spPr>
          <a:xfrm>
            <a:off x="9617075" y="1695450"/>
            <a:ext cx="598488" cy="539750"/>
          </a:xfrm>
          <a:custGeom>
            <a:avLst/>
            <a:gdLst>
              <a:gd name="connsiteX0" fmla="*/ 28344 w 509451"/>
              <a:gd name="connsiteY0" fmla="*/ 0 h 459661"/>
              <a:gd name="connsiteX1" fmla="*/ 481108 w 509451"/>
              <a:gd name="connsiteY1" fmla="*/ 0 h 459661"/>
              <a:gd name="connsiteX2" fmla="*/ 509451 w 509451"/>
              <a:gd name="connsiteY2" fmla="*/ 28344 h 459661"/>
              <a:gd name="connsiteX3" fmla="*/ 509451 w 509451"/>
              <a:gd name="connsiteY3" fmla="*/ 332765 h 459661"/>
              <a:gd name="connsiteX4" fmla="*/ 481108 w 509451"/>
              <a:gd name="connsiteY4" fmla="*/ 361109 h 459661"/>
              <a:gd name="connsiteX5" fmla="*/ 313285 w 509451"/>
              <a:gd name="connsiteY5" fmla="*/ 361109 h 459661"/>
              <a:gd name="connsiteX6" fmla="*/ 256124 w 509451"/>
              <a:gd name="connsiteY6" fmla="*/ 459661 h 459661"/>
              <a:gd name="connsiteX7" fmla="*/ 198965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8" y="0"/>
                </a:lnTo>
                <a:cubicBezTo>
                  <a:pt x="496761" y="0"/>
                  <a:pt x="509451" y="12690"/>
                  <a:pt x="509451" y="28344"/>
                </a:cubicBezTo>
                <a:lnTo>
                  <a:pt x="509451" y="332765"/>
                </a:lnTo>
                <a:cubicBezTo>
                  <a:pt x="509451" y="348419"/>
                  <a:pt x="496761" y="361109"/>
                  <a:pt x="481108" y="361109"/>
                </a:cubicBezTo>
                <a:lnTo>
                  <a:pt x="313285" y="361109"/>
                </a:lnTo>
                <a:lnTo>
                  <a:pt x="256124" y="459661"/>
                </a:lnTo>
                <a:lnTo>
                  <a:pt x="198965" y="361109"/>
                </a:lnTo>
                <a:lnTo>
                  <a:pt x="28344" y="361109"/>
                </a:lnTo>
                <a:cubicBezTo>
                  <a:pt x="12690" y="361109"/>
                  <a:pt x="0" y="348419"/>
                  <a:pt x="0" y="332765"/>
                </a:cubicBezTo>
                <a:lnTo>
                  <a:pt x="0" y="28344"/>
                </a:lnTo>
                <a:cubicBezTo>
                  <a:pt x="0" y="12690"/>
                  <a:pt x="12690" y="0"/>
                  <a:pt x="28344"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p>
            <a:pPr algn="ctr" eaLnBrk="1" fontAlgn="auto" hangingPunct="1">
              <a:defRPr/>
            </a:pPr>
            <a:r>
              <a:rPr lang="en-US" altLang="zh-CN" sz="2000" noProof="1">
                <a:solidFill>
                  <a:schemeClr val="bg1"/>
                </a:solidFill>
                <a:cs typeface="+mn-ea"/>
                <a:sym typeface="+mn-lt"/>
              </a:rPr>
              <a:t>03</a:t>
            </a:r>
            <a:endParaRPr lang="zh-CN" altLang="en-US" sz="2000" noProof="1">
              <a:solidFill>
                <a:schemeClr val="bg1"/>
              </a:solidFill>
              <a:cs typeface="+mn-ea"/>
              <a:sym typeface="+mn-lt"/>
            </a:endParaRPr>
          </a:p>
        </p:txBody>
      </p:sp>
      <p:sp>
        <p:nvSpPr>
          <p:cNvPr id="19" name="MH_Other_4">
            <a:extLst>
              <a:ext uri="{FF2B5EF4-FFF2-40B4-BE49-F238E27FC236}">
                <a16:creationId xmlns:a16="http://schemas.microsoft.com/office/drawing/2014/main" id="{6B937518-2345-498D-9903-00B754BB8711}"/>
              </a:ext>
            </a:extLst>
          </p:cNvPr>
          <p:cNvSpPr/>
          <p:nvPr>
            <p:custDataLst>
              <p:tags r:id="rId10"/>
            </p:custDataLst>
          </p:nvPr>
        </p:nvSpPr>
        <p:spPr>
          <a:xfrm>
            <a:off x="3567113" y="3889375"/>
            <a:ext cx="598487" cy="538163"/>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p>
            <a:pPr algn="ctr" eaLnBrk="1" fontAlgn="auto" hangingPunct="1">
              <a:defRPr/>
            </a:pPr>
            <a:r>
              <a:rPr lang="en-US" altLang="zh-CN" sz="2000" noProof="1">
                <a:solidFill>
                  <a:schemeClr val="bg1"/>
                </a:solidFill>
                <a:cs typeface="+mn-ea"/>
                <a:sym typeface="+mn-lt"/>
              </a:rPr>
              <a:t>04</a:t>
            </a:r>
            <a:endParaRPr lang="zh-CN" altLang="en-US" sz="2000" noProof="1">
              <a:solidFill>
                <a:schemeClr val="bg1"/>
              </a:solidFill>
              <a:cs typeface="+mn-ea"/>
              <a:sym typeface="+mn-lt"/>
            </a:endParaRPr>
          </a:p>
        </p:txBody>
      </p:sp>
      <p:sp>
        <p:nvSpPr>
          <p:cNvPr id="20" name="MH_Other_5">
            <a:extLst>
              <a:ext uri="{FF2B5EF4-FFF2-40B4-BE49-F238E27FC236}">
                <a16:creationId xmlns:a16="http://schemas.microsoft.com/office/drawing/2014/main" id="{F4C38ECB-3BB1-419C-9A0D-8032F543DB2E}"/>
              </a:ext>
            </a:extLst>
          </p:cNvPr>
          <p:cNvSpPr/>
          <p:nvPr>
            <p:custDataLst>
              <p:tags r:id="rId11"/>
            </p:custDataLst>
          </p:nvPr>
        </p:nvSpPr>
        <p:spPr>
          <a:xfrm>
            <a:off x="6592888" y="3889375"/>
            <a:ext cx="596900" cy="538163"/>
          </a:xfrm>
          <a:custGeom>
            <a:avLst/>
            <a:gdLst>
              <a:gd name="connsiteX0" fmla="*/ 28343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3 w 509451"/>
              <a:gd name="connsiteY8" fmla="*/ 361109 h 459661"/>
              <a:gd name="connsiteX9" fmla="*/ 0 w 509451"/>
              <a:gd name="connsiteY9" fmla="*/ 332765 h 459661"/>
              <a:gd name="connsiteX10" fmla="*/ 0 w 509451"/>
              <a:gd name="connsiteY10" fmla="*/ 28344 h 459661"/>
              <a:gd name="connsiteX11" fmla="*/ 28343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3"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3" y="361109"/>
                </a:lnTo>
                <a:cubicBezTo>
                  <a:pt x="12690" y="361109"/>
                  <a:pt x="0" y="348419"/>
                  <a:pt x="0" y="332765"/>
                </a:cubicBezTo>
                <a:lnTo>
                  <a:pt x="0" y="28344"/>
                </a:lnTo>
                <a:cubicBezTo>
                  <a:pt x="0" y="12690"/>
                  <a:pt x="12690" y="0"/>
                  <a:pt x="28343"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p>
            <a:pPr algn="ctr" eaLnBrk="1" fontAlgn="auto" hangingPunct="1">
              <a:defRPr/>
            </a:pPr>
            <a:r>
              <a:rPr lang="en-US" altLang="zh-CN" sz="2000" noProof="1">
                <a:solidFill>
                  <a:schemeClr val="bg1"/>
                </a:solidFill>
                <a:cs typeface="+mn-ea"/>
                <a:sym typeface="+mn-lt"/>
              </a:rPr>
              <a:t>05</a:t>
            </a:r>
            <a:endParaRPr lang="zh-CN" altLang="en-US" sz="2000" noProof="1">
              <a:solidFill>
                <a:schemeClr val="bg1"/>
              </a:solidFill>
              <a:cs typeface="+mn-ea"/>
              <a:sym typeface="+mn-lt"/>
            </a:endParaRPr>
          </a:p>
        </p:txBody>
      </p:sp>
      <p:sp>
        <p:nvSpPr>
          <p:cNvPr id="21" name="MH_Other_6">
            <a:extLst>
              <a:ext uri="{FF2B5EF4-FFF2-40B4-BE49-F238E27FC236}">
                <a16:creationId xmlns:a16="http://schemas.microsoft.com/office/drawing/2014/main" id="{CE75FA02-6C2D-402F-854A-D4FC67C93EF5}"/>
              </a:ext>
            </a:extLst>
          </p:cNvPr>
          <p:cNvSpPr/>
          <p:nvPr>
            <p:custDataLst>
              <p:tags r:id="rId12"/>
            </p:custDataLst>
          </p:nvPr>
        </p:nvSpPr>
        <p:spPr>
          <a:xfrm>
            <a:off x="9617075" y="3889375"/>
            <a:ext cx="598488" cy="538163"/>
          </a:xfrm>
          <a:custGeom>
            <a:avLst/>
            <a:gdLst>
              <a:gd name="connsiteX0" fmla="*/ 28343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3 w 509451"/>
              <a:gd name="connsiteY8" fmla="*/ 361109 h 459661"/>
              <a:gd name="connsiteX9" fmla="*/ 0 w 509451"/>
              <a:gd name="connsiteY9" fmla="*/ 332765 h 459661"/>
              <a:gd name="connsiteX10" fmla="*/ 0 w 509451"/>
              <a:gd name="connsiteY10" fmla="*/ 28344 h 459661"/>
              <a:gd name="connsiteX11" fmla="*/ 28343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3"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3" y="361109"/>
                </a:lnTo>
                <a:cubicBezTo>
                  <a:pt x="12690" y="361109"/>
                  <a:pt x="0" y="348419"/>
                  <a:pt x="0" y="332765"/>
                </a:cubicBezTo>
                <a:lnTo>
                  <a:pt x="0" y="28344"/>
                </a:lnTo>
                <a:cubicBezTo>
                  <a:pt x="0" y="12690"/>
                  <a:pt x="12690" y="0"/>
                  <a:pt x="28343"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p>
            <a:pPr algn="ctr" eaLnBrk="1" fontAlgn="auto" hangingPunct="1">
              <a:defRPr/>
            </a:pPr>
            <a:r>
              <a:rPr lang="en-US" altLang="zh-CN" sz="2000" noProof="1">
                <a:solidFill>
                  <a:schemeClr val="bg1"/>
                </a:solidFill>
                <a:cs typeface="+mn-ea"/>
                <a:sym typeface="+mn-lt"/>
              </a:rPr>
              <a:t>06</a:t>
            </a:r>
            <a:endParaRPr lang="zh-CN" altLang="en-US" sz="2000" noProof="1">
              <a:solidFill>
                <a:schemeClr val="bg1"/>
              </a:solidFill>
              <a:cs typeface="+mn-ea"/>
              <a:sym typeface="+mn-lt"/>
            </a:endParaRPr>
          </a:p>
        </p:txBody>
      </p:sp>
      <p:sp>
        <p:nvSpPr>
          <p:cNvPr id="37907" name="文本框 21">
            <a:extLst>
              <a:ext uri="{FF2B5EF4-FFF2-40B4-BE49-F238E27FC236}">
                <a16:creationId xmlns:a16="http://schemas.microsoft.com/office/drawing/2014/main" id="{CBD05967-9D7D-4D9B-B305-593DDA8CAE02}"/>
              </a:ext>
            </a:extLst>
          </p:cNvPr>
          <p:cNvSpPr txBox="1">
            <a:spLocks noChangeArrowheads="1"/>
          </p:cNvSpPr>
          <p:nvPr/>
        </p:nvSpPr>
        <p:spPr bwMode="auto">
          <a:xfrm>
            <a:off x="1881188" y="2332038"/>
            <a:ext cx="2284412"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7908" name="文本框 22">
            <a:extLst>
              <a:ext uri="{FF2B5EF4-FFF2-40B4-BE49-F238E27FC236}">
                <a16:creationId xmlns:a16="http://schemas.microsoft.com/office/drawing/2014/main" id="{506D0DF3-0699-4E25-962C-4D1E2D48D337}"/>
              </a:ext>
            </a:extLst>
          </p:cNvPr>
          <p:cNvSpPr txBox="1">
            <a:spLocks noChangeArrowheads="1"/>
          </p:cNvSpPr>
          <p:nvPr/>
        </p:nvSpPr>
        <p:spPr bwMode="auto">
          <a:xfrm>
            <a:off x="4906963" y="2332038"/>
            <a:ext cx="22828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7909" name="文本框 23">
            <a:extLst>
              <a:ext uri="{FF2B5EF4-FFF2-40B4-BE49-F238E27FC236}">
                <a16:creationId xmlns:a16="http://schemas.microsoft.com/office/drawing/2014/main" id="{173E40D0-9FD9-43DA-BE35-2047B335E41F}"/>
              </a:ext>
            </a:extLst>
          </p:cNvPr>
          <p:cNvSpPr txBox="1">
            <a:spLocks noChangeArrowheads="1"/>
          </p:cNvSpPr>
          <p:nvPr/>
        </p:nvSpPr>
        <p:spPr bwMode="auto">
          <a:xfrm>
            <a:off x="7942263" y="2332038"/>
            <a:ext cx="2284412"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7910" name="文本框 24">
            <a:extLst>
              <a:ext uri="{FF2B5EF4-FFF2-40B4-BE49-F238E27FC236}">
                <a16:creationId xmlns:a16="http://schemas.microsoft.com/office/drawing/2014/main" id="{8454469B-B3D7-4DB3-B1A5-BDBF7EF48DCD}"/>
              </a:ext>
            </a:extLst>
          </p:cNvPr>
          <p:cNvSpPr txBox="1">
            <a:spLocks noChangeArrowheads="1"/>
          </p:cNvSpPr>
          <p:nvPr/>
        </p:nvSpPr>
        <p:spPr bwMode="auto">
          <a:xfrm>
            <a:off x="1881188" y="4459288"/>
            <a:ext cx="2284412"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7911" name="文本框 25">
            <a:extLst>
              <a:ext uri="{FF2B5EF4-FFF2-40B4-BE49-F238E27FC236}">
                <a16:creationId xmlns:a16="http://schemas.microsoft.com/office/drawing/2014/main" id="{39D2F74E-8E08-496D-9C67-AA3087CB4BC4}"/>
              </a:ext>
            </a:extLst>
          </p:cNvPr>
          <p:cNvSpPr txBox="1">
            <a:spLocks noChangeArrowheads="1"/>
          </p:cNvSpPr>
          <p:nvPr/>
        </p:nvSpPr>
        <p:spPr bwMode="auto">
          <a:xfrm>
            <a:off x="4906963" y="4459288"/>
            <a:ext cx="22828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
        <p:nvSpPr>
          <p:cNvPr id="37912" name="文本框 26">
            <a:extLst>
              <a:ext uri="{FF2B5EF4-FFF2-40B4-BE49-F238E27FC236}">
                <a16:creationId xmlns:a16="http://schemas.microsoft.com/office/drawing/2014/main" id="{9507F125-4C7E-4578-9240-94CBAD6163BD}"/>
              </a:ext>
            </a:extLst>
          </p:cNvPr>
          <p:cNvSpPr txBox="1">
            <a:spLocks noChangeArrowheads="1"/>
          </p:cNvSpPr>
          <p:nvPr/>
        </p:nvSpPr>
        <p:spPr bwMode="auto">
          <a:xfrm>
            <a:off x="7942263" y="4459288"/>
            <a:ext cx="2284412"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595959"/>
                </a:solidFill>
                <a:sym typeface="Arial" panose="020B0604020202020204" pitchFamily="34" charset="0"/>
              </a:rPr>
              <a:t>请在这里添加相应的文字内容请在这里添加相应的文字内容</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图片 1">
            <a:extLst>
              <a:ext uri="{FF2B5EF4-FFF2-40B4-BE49-F238E27FC236}">
                <a16:creationId xmlns:a16="http://schemas.microsoft.com/office/drawing/2014/main" id="{EFCE868E-0CD9-4DF3-8684-CC1833629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文本框 2">
            <a:extLst>
              <a:ext uri="{FF2B5EF4-FFF2-40B4-BE49-F238E27FC236}">
                <a16:creationId xmlns:a16="http://schemas.microsoft.com/office/drawing/2014/main" id="{49D480FD-A5CB-499D-8105-3F1AA0A8EE5B}"/>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添加论文内容第二部分标题</a:t>
            </a:r>
          </a:p>
        </p:txBody>
      </p:sp>
      <p:cxnSp>
        <p:nvCxnSpPr>
          <p:cNvPr id="4" name="直接连接符 3">
            <a:extLst>
              <a:ext uri="{FF2B5EF4-FFF2-40B4-BE49-F238E27FC236}">
                <a16:creationId xmlns:a16="http://schemas.microsoft.com/office/drawing/2014/main" id="{986EBB9B-DCC5-4682-AB85-BDCC8FA57DCB}"/>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C431B02E-5F79-43CD-958B-D9B2EF0B99DF}"/>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38918" name="组合 5">
            <a:extLst>
              <a:ext uri="{FF2B5EF4-FFF2-40B4-BE49-F238E27FC236}">
                <a16:creationId xmlns:a16="http://schemas.microsoft.com/office/drawing/2014/main" id="{47479076-5B2A-442A-9C08-7B638191B0AD}"/>
              </a:ext>
            </a:extLst>
          </p:cNvPr>
          <p:cNvGrpSpPr>
            <a:grpSpLocks/>
          </p:cNvGrpSpPr>
          <p:nvPr/>
        </p:nvGrpSpPr>
        <p:grpSpPr bwMode="auto">
          <a:xfrm>
            <a:off x="209550" y="125413"/>
            <a:ext cx="638175" cy="638175"/>
            <a:chOff x="3209823" y="2234042"/>
            <a:chExt cx="1607262" cy="1607262"/>
          </a:xfrm>
        </p:grpSpPr>
        <p:sp>
          <p:nvSpPr>
            <p:cNvPr id="7" name="椭圆 6">
              <a:extLst>
                <a:ext uri="{FF2B5EF4-FFF2-40B4-BE49-F238E27FC236}">
                  <a16:creationId xmlns:a16="http://schemas.microsoft.com/office/drawing/2014/main" id="{9BA57846-0EF4-4FC8-904B-5C0EDED3C75A}"/>
                </a:ext>
              </a:extLst>
            </p:cNvPr>
            <p:cNvSpPr/>
            <p:nvPr/>
          </p:nvSpPr>
          <p:spPr>
            <a:xfrm>
              <a:off x="3209823"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EEFED2FD-25EF-4D58-BB73-DA5179164602}"/>
                </a:ext>
              </a:extLst>
            </p:cNvPr>
            <p:cNvSpPr/>
            <p:nvPr/>
          </p:nvSpPr>
          <p:spPr>
            <a:xfrm>
              <a:off x="3317775" y="2341991"/>
              <a:ext cx="1391361"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9" name="KSO_Shape">
              <a:extLst>
                <a:ext uri="{FF2B5EF4-FFF2-40B4-BE49-F238E27FC236}">
                  <a16:creationId xmlns:a16="http://schemas.microsoft.com/office/drawing/2014/main" id="{1C18438B-8B93-42B2-B72C-AE46156BDC97}"/>
                </a:ext>
              </a:extLst>
            </p:cNvPr>
            <p:cNvSpPr/>
            <p:nvPr/>
          </p:nvSpPr>
          <p:spPr bwMode="auto">
            <a:xfrm>
              <a:off x="3549668" y="2597874"/>
              <a:ext cx="927574" cy="879596"/>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10" name="矩形 9">
            <a:extLst>
              <a:ext uri="{FF2B5EF4-FFF2-40B4-BE49-F238E27FC236}">
                <a16:creationId xmlns:a16="http://schemas.microsoft.com/office/drawing/2014/main" id="{EE0578EF-3A33-4B37-A6C0-61C3DF465AEA}"/>
              </a:ext>
            </a:extLst>
          </p:cNvPr>
          <p:cNvSpPr/>
          <p:nvPr/>
        </p:nvSpPr>
        <p:spPr>
          <a:xfrm>
            <a:off x="0" y="1970088"/>
            <a:ext cx="12192000" cy="325120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cs typeface="+mn-ea"/>
              <a:sym typeface="+mn-lt"/>
            </a:endParaRPr>
          </a:p>
        </p:txBody>
      </p:sp>
      <p:sp>
        <p:nvSpPr>
          <p:cNvPr id="11" name="KSO_Shape">
            <a:extLst>
              <a:ext uri="{FF2B5EF4-FFF2-40B4-BE49-F238E27FC236}">
                <a16:creationId xmlns:a16="http://schemas.microsoft.com/office/drawing/2014/main" id="{7FAEB45A-A1EA-460D-842F-4EA06141D76F}"/>
              </a:ext>
            </a:extLst>
          </p:cNvPr>
          <p:cNvSpPr/>
          <p:nvPr/>
        </p:nvSpPr>
        <p:spPr bwMode="auto">
          <a:xfrm>
            <a:off x="1144588" y="2436813"/>
            <a:ext cx="1260475" cy="942975"/>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bg1"/>
          </a:solidFill>
          <a:ln>
            <a:noFill/>
          </a:ln>
        </p:spPr>
        <p:txBody>
          <a:bodyPr bIns="36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latin typeface="+mn-lt"/>
              <a:ea typeface="+mn-ea"/>
              <a:cs typeface="+mn-ea"/>
              <a:sym typeface="+mn-lt"/>
            </a:endParaRPr>
          </a:p>
        </p:txBody>
      </p:sp>
      <p:sp>
        <p:nvSpPr>
          <p:cNvPr id="12" name="KSO_Shape">
            <a:extLst>
              <a:ext uri="{FF2B5EF4-FFF2-40B4-BE49-F238E27FC236}">
                <a16:creationId xmlns:a16="http://schemas.microsoft.com/office/drawing/2014/main" id="{BD194D2F-518E-46D4-AF63-07416BEAC446}"/>
              </a:ext>
            </a:extLst>
          </p:cNvPr>
          <p:cNvSpPr/>
          <p:nvPr/>
        </p:nvSpPr>
        <p:spPr bwMode="auto">
          <a:xfrm>
            <a:off x="4502150" y="2436813"/>
            <a:ext cx="471488" cy="942975"/>
          </a:xfrm>
          <a:custGeom>
            <a:avLst/>
            <a:gdLst/>
            <a:ahLst/>
            <a:cxnLst/>
            <a:rect l="0" t="0" r="r" b="b"/>
            <a:pathLst>
              <a:path w="725488" h="1450976">
                <a:moveTo>
                  <a:pt x="180975" y="543686"/>
                </a:moveTo>
                <a:lnTo>
                  <a:pt x="544513" y="543686"/>
                </a:lnTo>
                <a:lnTo>
                  <a:pt x="544513" y="785648"/>
                </a:lnTo>
                <a:lnTo>
                  <a:pt x="544248" y="794903"/>
                </a:lnTo>
                <a:lnTo>
                  <a:pt x="543187" y="804158"/>
                </a:lnTo>
                <a:lnTo>
                  <a:pt x="542392" y="813149"/>
                </a:lnTo>
                <a:lnTo>
                  <a:pt x="540536" y="822140"/>
                </a:lnTo>
                <a:lnTo>
                  <a:pt x="538679" y="830867"/>
                </a:lnTo>
                <a:lnTo>
                  <a:pt x="536293" y="839329"/>
                </a:lnTo>
                <a:lnTo>
                  <a:pt x="533111" y="847791"/>
                </a:lnTo>
                <a:lnTo>
                  <a:pt x="530194" y="856253"/>
                </a:lnTo>
                <a:lnTo>
                  <a:pt x="526482" y="864186"/>
                </a:lnTo>
                <a:lnTo>
                  <a:pt x="522504" y="871855"/>
                </a:lnTo>
                <a:lnTo>
                  <a:pt x="517997" y="879523"/>
                </a:lnTo>
                <a:lnTo>
                  <a:pt x="513224" y="886928"/>
                </a:lnTo>
                <a:lnTo>
                  <a:pt x="508186" y="893803"/>
                </a:lnTo>
                <a:lnTo>
                  <a:pt x="502882" y="900943"/>
                </a:lnTo>
                <a:lnTo>
                  <a:pt x="497049" y="907290"/>
                </a:lnTo>
                <a:lnTo>
                  <a:pt x="490950" y="913636"/>
                </a:lnTo>
                <a:lnTo>
                  <a:pt x="484851" y="919718"/>
                </a:lnTo>
                <a:lnTo>
                  <a:pt x="478222" y="925271"/>
                </a:lnTo>
                <a:lnTo>
                  <a:pt x="471328" y="930825"/>
                </a:lnTo>
                <a:lnTo>
                  <a:pt x="464169" y="935849"/>
                </a:lnTo>
                <a:lnTo>
                  <a:pt x="456744" y="940609"/>
                </a:lnTo>
                <a:lnTo>
                  <a:pt x="449054" y="944840"/>
                </a:lnTo>
                <a:lnTo>
                  <a:pt x="441630" y="949071"/>
                </a:lnTo>
                <a:lnTo>
                  <a:pt x="433145" y="952773"/>
                </a:lnTo>
                <a:lnTo>
                  <a:pt x="424925" y="955682"/>
                </a:lnTo>
                <a:lnTo>
                  <a:pt x="416705" y="958855"/>
                </a:lnTo>
                <a:lnTo>
                  <a:pt x="407954" y="961235"/>
                </a:lnTo>
                <a:lnTo>
                  <a:pt x="399204" y="963086"/>
                </a:lnTo>
                <a:lnTo>
                  <a:pt x="390188" y="964673"/>
                </a:lnTo>
                <a:lnTo>
                  <a:pt x="380908" y="965730"/>
                </a:lnTo>
                <a:lnTo>
                  <a:pt x="371892" y="966788"/>
                </a:lnTo>
                <a:lnTo>
                  <a:pt x="362612" y="966788"/>
                </a:lnTo>
                <a:lnTo>
                  <a:pt x="353331" y="966788"/>
                </a:lnTo>
                <a:lnTo>
                  <a:pt x="344050" y="965730"/>
                </a:lnTo>
                <a:lnTo>
                  <a:pt x="334770" y="964673"/>
                </a:lnTo>
                <a:lnTo>
                  <a:pt x="326019" y="963086"/>
                </a:lnTo>
                <a:lnTo>
                  <a:pt x="317269" y="961235"/>
                </a:lnTo>
                <a:lnTo>
                  <a:pt x="308518" y="958855"/>
                </a:lnTo>
                <a:lnTo>
                  <a:pt x="300033" y="955682"/>
                </a:lnTo>
                <a:lnTo>
                  <a:pt x="291813" y="952773"/>
                </a:lnTo>
                <a:lnTo>
                  <a:pt x="283858" y="949071"/>
                </a:lnTo>
                <a:lnTo>
                  <a:pt x="275903" y="944840"/>
                </a:lnTo>
                <a:lnTo>
                  <a:pt x="268214" y="940609"/>
                </a:lnTo>
                <a:lnTo>
                  <a:pt x="261054" y="935849"/>
                </a:lnTo>
                <a:lnTo>
                  <a:pt x="253895" y="930825"/>
                </a:lnTo>
                <a:lnTo>
                  <a:pt x="247001" y="925271"/>
                </a:lnTo>
                <a:lnTo>
                  <a:pt x="240372" y="919718"/>
                </a:lnTo>
                <a:lnTo>
                  <a:pt x="234008" y="913636"/>
                </a:lnTo>
                <a:lnTo>
                  <a:pt x="228174" y="907290"/>
                </a:lnTo>
                <a:lnTo>
                  <a:pt x="222341" y="900943"/>
                </a:lnTo>
                <a:lnTo>
                  <a:pt x="217037" y="893803"/>
                </a:lnTo>
                <a:lnTo>
                  <a:pt x="211999" y="886928"/>
                </a:lnTo>
                <a:lnTo>
                  <a:pt x="207226" y="879523"/>
                </a:lnTo>
                <a:lnTo>
                  <a:pt x="202984" y="871855"/>
                </a:lnTo>
                <a:lnTo>
                  <a:pt x="199006" y="864186"/>
                </a:lnTo>
                <a:lnTo>
                  <a:pt x="195294" y="856253"/>
                </a:lnTo>
                <a:lnTo>
                  <a:pt x="191847" y="847791"/>
                </a:lnTo>
                <a:lnTo>
                  <a:pt x="189195" y="839329"/>
                </a:lnTo>
                <a:lnTo>
                  <a:pt x="186809" y="830867"/>
                </a:lnTo>
                <a:lnTo>
                  <a:pt x="184422" y="822140"/>
                </a:lnTo>
                <a:lnTo>
                  <a:pt x="183097" y="813149"/>
                </a:lnTo>
                <a:lnTo>
                  <a:pt x="181771" y="804158"/>
                </a:lnTo>
                <a:lnTo>
                  <a:pt x="181240" y="794903"/>
                </a:lnTo>
                <a:lnTo>
                  <a:pt x="180975" y="785648"/>
                </a:lnTo>
                <a:lnTo>
                  <a:pt x="180975" y="543686"/>
                </a:lnTo>
                <a:close/>
                <a:moveTo>
                  <a:pt x="60589" y="484188"/>
                </a:moveTo>
                <a:lnTo>
                  <a:pt x="66675" y="484453"/>
                </a:lnTo>
                <a:lnTo>
                  <a:pt x="72760" y="485510"/>
                </a:lnTo>
                <a:lnTo>
                  <a:pt x="78581" y="487096"/>
                </a:lnTo>
                <a:lnTo>
                  <a:pt x="84137" y="488947"/>
                </a:lnTo>
                <a:lnTo>
                  <a:pt x="89429" y="491591"/>
                </a:lnTo>
                <a:lnTo>
                  <a:pt x="94191" y="494499"/>
                </a:lnTo>
                <a:lnTo>
                  <a:pt x="99219" y="497935"/>
                </a:lnTo>
                <a:lnTo>
                  <a:pt x="103452" y="501901"/>
                </a:lnTo>
                <a:lnTo>
                  <a:pt x="107421" y="506131"/>
                </a:lnTo>
                <a:lnTo>
                  <a:pt x="110596" y="510889"/>
                </a:lnTo>
                <a:lnTo>
                  <a:pt x="113771" y="515912"/>
                </a:lnTo>
                <a:lnTo>
                  <a:pt x="116152" y="521200"/>
                </a:lnTo>
                <a:lnTo>
                  <a:pt x="118269" y="526487"/>
                </a:lnTo>
                <a:lnTo>
                  <a:pt x="119856" y="532303"/>
                </a:lnTo>
                <a:lnTo>
                  <a:pt x="120650" y="538383"/>
                </a:lnTo>
                <a:lnTo>
                  <a:pt x="121179" y="544464"/>
                </a:lnTo>
                <a:lnTo>
                  <a:pt x="121179" y="786095"/>
                </a:lnTo>
                <a:lnTo>
                  <a:pt x="121179" y="793233"/>
                </a:lnTo>
                <a:lnTo>
                  <a:pt x="121973" y="803807"/>
                </a:lnTo>
                <a:lnTo>
                  <a:pt x="123560" y="817554"/>
                </a:lnTo>
                <a:lnTo>
                  <a:pt x="124619" y="825750"/>
                </a:lnTo>
                <a:lnTo>
                  <a:pt x="126206" y="834209"/>
                </a:lnTo>
                <a:lnTo>
                  <a:pt x="128058" y="843462"/>
                </a:lnTo>
                <a:lnTo>
                  <a:pt x="130175" y="853244"/>
                </a:lnTo>
                <a:lnTo>
                  <a:pt x="132821" y="863290"/>
                </a:lnTo>
                <a:lnTo>
                  <a:pt x="136260" y="873600"/>
                </a:lnTo>
                <a:lnTo>
                  <a:pt x="139964" y="883910"/>
                </a:lnTo>
                <a:lnTo>
                  <a:pt x="144198" y="894485"/>
                </a:lnTo>
                <a:lnTo>
                  <a:pt x="149225" y="905588"/>
                </a:lnTo>
                <a:lnTo>
                  <a:pt x="154517" y="916163"/>
                </a:lnTo>
                <a:lnTo>
                  <a:pt x="160867" y="927002"/>
                </a:lnTo>
                <a:lnTo>
                  <a:pt x="164306" y="932289"/>
                </a:lnTo>
                <a:lnTo>
                  <a:pt x="167746" y="937577"/>
                </a:lnTo>
                <a:lnTo>
                  <a:pt x="171714" y="942864"/>
                </a:lnTo>
                <a:lnTo>
                  <a:pt x="175683" y="947887"/>
                </a:lnTo>
                <a:lnTo>
                  <a:pt x="179652" y="953174"/>
                </a:lnTo>
                <a:lnTo>
                  <a:pt x="184150" y="957933"/>
                </a:lnTo>
                <a:lnTo>
                  <a:pt x="188384" y="962956"/>
                </a:lnTo>
                <a:lnTo>
                  <a:pt x="193411" y="967714"/>
                </a:lnTo>
                <a:lnTo>
                  <a:pt x="198438" y="972209"/>
                </a:lnTo>
                <a:lnTo>
                  <a:pt x="203730" y="976967"/>
                </a:lnTo>
                <a:lnTo>
                  <a:pt x="209286" y="981197"/>
                </a:lnTo>
                <a:lnTo>
                  <a:pt x="214577" y="985427"/>
                </a:lnTo>
                <a:lnTo>
                  <a:pt x="220663" y="989657"/>
                </a:lnTo>
                <a:lnTo>
                  <a:pt x="226748" y="993622"/>
                </a:lnTo>
                <a:lnTo>
                  <a:pt x="233363" y="997323"/>
                </a:lnTo>
                <a:lnTo>
                  <a:pt x="239977" y="1001025"/>
                </a:lnTo>
                <a:lnTo>
                  <a:pt x="246857" y="1004461"/>
                </a:lnTo>
                <a:lnTo>
                  <a:pt x="254000" y="1007634"/>
                </a:lnTo>
                <a:lnTo>
                  <a:pt x="261673" y="1010542"/>
                </a:lnTo>
                <a:lnTo>
                  <a:pt x="269346" y="1013714"/>
                </a:lnTo>
                <a:lnTo>
                  <a:pt x="277019" y="1016093"/>
                </a:lnTo>
                <a:lnTo>
                  <a:pt x="285750" y="1018473"/>
                </a:lnTo>
                <a:lnTo>
                  <a:pt x="294217" y="1020852"/>
                </a:lnTo>
                <a:lnTo>
                  <a:pt x="302948" y="1022438"/>
                </a:lnTo>
                <a:lnTo>
                  <a:pt x="312209" y="1024024"/>
                </a:lnTo>
                <a:lnTo>
                  <a:pt x="321734" y="1025611"/>
                </a:lnTo>
                <a:lnTo>
                  <a:pt x="331523" y="1026404"/>
                </a:lnTo>
                <a:lnTo>
                  <a:pt x="341842" y="1027461"/>
                </a:lnTo>
                <a:lnTo>
                  <a:pt x="352161" y="1027726"/>
                </a:lnTo>
                <a:lnTo>
                  <a:pt x="362744" y="1027990"/>
                </a:lnTo>
                <a:lnTo>
                  <a:pt x="373857" y="1027726"/>
                </a:lnTo>
                <a:lnTo>
                  <a:pt x="384440" y="1027197"/>
                </a:lnTo>
                <a:lnTo>
                  <a:pt x="394759" y="1026404"/>
                </a:lnTo>
                <a:lnTo>
                  <a:pt x="404813" y="1025346"/>
                </a:lnTo>
                <a:lnTo>
                  <a:pt x="414602" y="1023760"/>
                </a:lnTo>
                <a:lnTo>
                  <a:pt x="424127" y="1022174"/>
                </a:lnTo>
                <a:lnTo>
                  <a:pt x="432859" y="1020059"/>
                </a:lnTo>
                <a:lnTo>
                  <a:pt x="441854" y="1017944"/>
                </a:lnTo>
                <a:lnTo>
                  <a:pt x="450321" y="1015565"/>
                </a:lnTo>
                <a:lnTo>
                  <a:pt x="458523" y="1012921"/>
                </a:lnTo>
                <a:lnTo>
                  <a:pt x="466196" y="1009749"/>
                </a:lnTo>
                <a:lnTo>
                  <a:pt x="473869" y="1006312"/>
                </a:lnTo>
                <a:lnTo>
                  <a:pt x="481013" y="1003140"/>
                </a:lnTo>
                <a:lnTo>
                  <a:pt x="488157" y="999438"/>
                </a:lnTo>
                <a:lnTo>
                  <a:pt x="494771" y="995473"/>
                </a:lnTo>
                <a:lnTo>
                  <a:pt x="501386" y="991507"/>
                </a:lnTo>
                <a:lnTo>
                  <a:pt x="507736" y="987278"/>
                </a:lnTo>
                <a:lnTo>
                  <a:pt x="513821" y="983048"/>
                </a:lnTo>
                <a:lnTo>
                  <a:pt x="519113" y="978289"/>
                </a:lnTo>
                <a:lnTo>
                  <a:pt x="524669" y="973795"/>
                </a:lnTo>
                <a:lnTo>
                  <a:pt x="530225" y="969036"/>
                </a:lnTo>
                <a:lnTo>
                  <a:pt x="534988" y="964013"/>
                </a:lnTo>
                <a:lnTo>
                  <a:pt x="540015" y="959255"/>
                </a:lnTo>
                <a:lnTo>
                  <a:pt x="544248" y="953967"/>
                </a:lnTo>
                <a:lnTo>
                  <a:pt x="548746" y="948944"/>
                </a:lnTo>
                <a:lnTo>
                  <a:pt x="552715" y="943657"/>
                </a:lnTo>
                <a:lnTo>
                  <a:pt x="556684" y="938105"/>
                </a:lnTo>
                <a:lnTo>
                  <a:pt x="560388" y="932554"/>
                </a:lnTo>
                <a:lnTo>
                  <a:pt x="564092" y="927266"/>
                </a:lnTo>
                <a:lnTo>
                  <a:pt x="567267" y="921715"/>
                </a:lnTo>
                <a:lnTo>
                  <a:pt x="573352" y="910876"/>
                </a:lnTo>
                <a:lnTo>
                  <a:pt x="578644" y="899772"/>
                </a:lnTo>
                <a:lnTo>
                  <a:pt x="583407" y="888404"/>
                </a:lnTo>
                <a:lnTo>
                  <a:pt x="587375" y="877830"/>
                </a:lnTo>
                <a:lnTo>
                  <a:pt x="591080" y="867255"/>
                </a:lnTo>
                <a:lnTo>
                  <a:pt x="594255" y="856416"/>
                </a:lnTo>
                <a:lnTo>
                  <a:pt x="596636" y="846899"/>
                </a:lnTo>
                <a:lnTo>
                  <a:pt x="598752" y="837117"/>
                </a:lnTo>
                <a:lnTo>
                  <a:pt x="600605" y="828129"/>
                </a:lnTo>
                <a:lnTo>
                  <a:pt x="601928" y="819934"/>
                </a:lnTo>
                <a:lnTo>
                  <a:pt x="602721" y="812267"/>
                </a:lnTo>
                <a:lnTo>
                  <a:pt x="604044" y="799577"/>
                </a:lnTo>
                <a:lnTo>
                  <a:pt x="604573" y="790853"/>
                </a:lnTo>
                <a:lnTo>
                  <a:pt x="604573" y="786095"/>
                </a:lnTo>
                <a:lnTo>
                  <a:pt x="604573" y="544464"/>
                </a:lnTo>
                <a:lnTo>
                  <a:pt x="604838" y="538383"/>
                </a:lnTo>
                <a:lnTo>
                  <a:pt x="605896" y="532303"/>
                </a:lnTo>
                <a:lnTo>
                  <a:pt x="607219" y="526487"/>
                </a:lnTo>
                <a:lnTo>
                  <a:pt x="609336" y="521200"/>
                </a:lnTo>
                <a:lnTo>
                  <a:pt x="611982" y="515912"/>
                </a:lnTo>
                <a:lnTo>
                  <a:pt x="614892" y="510889"/>
                </a:lnTo>
                <a:lnTo>
                  <a:pt x="618332" y="506131"/>
                </a:lnTo>
                <a:lnTo>
                  <a:pt x="622300" y="501901"/>
                </a:lnTo>
                <a:lnTo>
                  <a:pt x="626534" y="497935"/>
                </a:lnTo>
                <a:lnTo>
                  <a:pt x="631296" y="494499"/>
                </a:lnTo>
                <a:lnTo>
                  <a:pt x="636323" y="491591"/>
                </a:lnTo>
                <a:lnTo>
                  <a:pt x="641350" y="488947"/>
                </a:lnTo>
                <a:lnTo>
                  <a:pt x="646907" y="487096"/>
                </a:lnTo>
                <a:lnTo>
                  <a:pt x="652992" y="485510"/>
                </a:lnTo>
                <a:lnTo>
                  <a:pt x="658813" y="484453"/>
                </a:lnTo>
                <a:lnTo>
                  <a:pt x="664898" y="484188"/>
                </a:lnTo>
                <a:lnTo>
                  <a:pt x="671248" y="484453"/>
                </a:lnTo>
                <a:lnTo>
                  <a:pt x="677069" y="485510"/>
                </a:lnTo>
                <a:lnTo>
                  <a:pt x="682890" y="487096"/>
                </a:lnTo>
                <a:lnTo>
                  <a:pt x="688711" y="488947"/>
                </a:lnTo>
                <a:lnTo>
                  <a:pt x="694003" y="491591"/>
                </a:lnTo>
                <a:lnTo>
                  <a:pt x="698765" y="494499"/>
                </a:lnTo>
                <a:lnTo>
                  <a:pt x="703528" y="497935"/>
                </a:lnTo>
                <a:lnTo>
                  <a:pt x="708026" y="501901"/>
                </a:lnTo>
                <a:lnTo>
                  <a:pt x="711994" y="506131"/>
                </a:lnTo>
                <a:lnTo>
                  <a:pt x="715169" y="510889"/>
                </a:lnTo>
                <a:lnTo>
                  <a:pt x="718344" y="515912"/>
                </a:lnTo>
                <a:lnTo>
                  <a:pt x="720726" y="521200"/>
                </a:lnTo>
                <a:lnTo>
                  <a:pt x="722842" y="526487"/>
                </a:lnTo>
                <a:lnTo>
                  <a:pt x="724430" y="532303"/>
                </a:lnTo>
                <a:lnTo>
                  <a:pt x="725223" y="538383"/>
                </a:lnTo>
                <a:lnTo>
                  <a:pt x="725488" y="544464"/>
                </a:lnTo>
                <a:lnTo>
                  <a:pt x="725488" y="786095"/>
                </a:lnTo>
                <a:lnTo>
                  <a:pt x="725223" y="797462"/>
                </a:lnTo>
                <a:lnTo>
                  <a:pt x="724694" y="809095"/>
                </a:lnTo>
                <a:lnTo>
                  <a:pt x="723636" y="821255"/>
                </a:lnTo>
                <a:lnTo>
                  <a:pt x="722313" y="833681"/>
                </a:lnTo>
                <a:lnTo>
                  <a:pt x="720461" y="846370"/>
                </a:lnTo>
                <a:lnTo>
                  <a:pt x="718080" y="859853"/>
                </a:lnTo>
                <a:lnTo>
                  <a:pt x="714905" y="873336"/>
                </a:lnTo>
                <a:lnTo>
                  <a:pt x="711465" y="886554"/>
                </a:lnTo>
                <a:lnTo>
                  <a:pt x="707496" y="900830"/>
                </a:lnTo>
                <a:lnTo>
                  <a:pt x="702998" y="914312"/>
                </a:lnTo>
                <a:lnTo>
                  <a:pt x="698236" y="928324"/>
                </a:lnTo>
                <a:lnTo>
                  <a:pt x="692415" y="942335"/>
                </a:lnTo>
                <a:lnTo>
                  <a:pt x="686065" y="956347"/>
                </a:lnTo>
                <a:lnTo>
                  <a:pt x="679186" y="970094"/>
                </a:lnTo>
                <a:lnTo>
                  <a:pt x="671513" y="983841"/>
                </a:lnTo>
                <a:lnTo>
                  <a:pt x="663311" y="997323"/>
                </a:lnTo>
                <a:lnTo>
                  <a:pt x="658813" y="1003933"/>
                </a:lnTo>
                <a:lnTo>
                  <a:pt x="654315" y="1010542"/>
                </a:lnTo>
                <a:lnTo>
                  <a:pt x="649552" y="1017151"/>
                </a:lnTo>
                <a:lnTo>
                  <a:pt x="644525" y="1023496"/>
                </a:lnTo>
                <a:lnTo>
                  <a:pt x="639498" y="1029841"/>
                </a:lnTo>
                <a:lnTo>
                  <a:pt x="634207" y="1035921"/>
                </a:lnTo>
                <a:lnTo>
                  <a:pt x="628650" y="1042001"/>
                </a:lnTo>
                <a:lnTo>
                  <a:pt x="623094" y="1048082"/>
                </a:lnTo>
                <a:lnTo>
                  <a:pt x="617009" y="1054162"/>
                </a:lnTo>
                <a:lnTo>
                  <a:pt x="610923" y="1059978"/>
                </a:lnTo>
                <a:lnTo>
                  <a:pt x="604838" y="1065530"/>
                </a:lnTo>
                <a:lnTo>
                  <a:pt x="598488" y="1071082"/>
                </a:lnTo>
                <a:lnTo>
                  <a:pt x="591873" y="1076369"/>
                </a:lnTo>
                <a:lnTo>
                  <a:pt x="584730" y="1081656"/>
                </a:lnTo>
                <a:lnTo>
                  <a:pt x="577850" y="1086944"/>
                </a:lnTo>
                <a:lnTo>
                  <a:pt x="570442" y="1091702"/>
                </a:lnTo>
                <a:lnTo>
                  <a:pt x="563034" y="1096461"/>
                </a:lnTo>
                <a:lnTo>
                  <a:pt x="555096" y="1101219"/>
                </a:lnTo>
                <a:lnTo>
                  <a:pt x="547159" y="1105714"/>
                </a:lnTo>
                <a:lnTo>
                  <a:pt x="538957" y="1109944"/>
                </a:lnTo>
                <a:lnTo>
                  <a:pt x="530755" y="1113909"/>
                </a:lnTo>
                <a:lnTo>
                  <a:pt x="522288" y="1117875"/>
                </a:lnTo>
                <a:lnTo>
                  <a:pt x="513292" y="1121576"/>
                </a:lnTo>
                <a:lnTo>
                  <a:pt x="504296" y="1125277"/>
                </a:lnTo>
                <a:lnTo>
                  <a:pt x="495036" y="1128185"/>
                </a:lnTo>
                <a:lnTo>
                  <a:pt x="485246" y="1131357"/>
                </a:lnTo>
                <a:lnTo>
                  <a:pt x="475721" y="1134001"/>
                </a:lnTo>
                <a:lnTo>
                  <a:pt x="465932" y="1136909"/>
                </a:lnTo>
                <a:lnTo>
                  <a:pt x="455613" y="1139288"/>
                </a:lnTo>
                <a:lnTo>
                  <a:pt x="445029" y="1141139"/>
                </a:lnTo>
                <a:lnTo>
                  <a:pt x="434182" y="1142989"/>
                </a:lnTo>
                <a:lnTo>
                  <a:pt x="423069" y="1144840"/>
                </a:lnTo>
                <a:lnTo>
                  <a:pt x="423069" y="1329896"/>
                </a:lnTo>
                <a:lnTo>
                  <a:pt x="664898" y="1329896"/>
                </a:lnTo>
                <a:lnTo>
                  <a:pt x="671248" y="1330161"/>
                </a:lnTo>
                <a:lnTo>
                  <a:pt x="677069" y="1331218"/>
                </a:lnTo>
                <a:lnTo>
                  <a:pt x="682890" y="1332540"/>
                </a:lnTo>
                <a:lnTo>
                  <a:pt x="688711" y="1334919"/>
                </a:lnTo>
                <a:lnTo>
                  <a:pt x="694003" y="1337299"/>
                </a:lnTo>
                <a:lnTo>
                  <a:pt x="698765" y="1340207"/>
                </a:lnTo>
                <a:lnTo>
                  <a:pt x="703528" y="1343643"/>
                </a:lnTo>
                <a:lnTo>
                  <a:pt x="708026" y="1347609"/>
                </a:lnTo>
                <a:lnTo>
                  <a:pt x="711994" y="1351839"/>
                </a:lnTo>
                <a:lnTo>
                  <a:pt x="715169" y="1356862"/>
                </a:lnTo>
                <a:lnTo>
                  <a:pt x="718344" y="1361620"/>
                </a:lnTo>
                <a:lnTo>
                  <a:pt x="720726" y="1366908"/>
                </a:lnTo>
                <a:lnTo>
                  <a:pt x="722842" y="1372195"/>
                </a:lnTo>
                <a:lnTo>
                  <a:pt x="724430" y="1378011"/>
                </a:lnTo>
                <a:lnTo>
                  <a:pt x="725223" y="1384092"/>
                </a:lnTo>
                <a:lnTo>
                  <a:pt x="725488" y="1390172"/>
                </a:lnTo>
                <a:lnTo>
                  <a:pt x="725223" y="1396517"/>
                </a:lnTo>
                <a:lnTo>
                  <a:pt x="724430" y="1402333"/>
                </a:lnTo>
                <a:lnTo>
                  <a:pt x="722842" y="1408149"/>
                </a:lnTo>
                <a:lnTo>
                  <a:pt x="720726" y="1413965"/>
                </a:lnTo>
                <a:lnTo>
                  <a:pt x="718344" y="1419252"/>
                </a:lnTo>
                <a:lnTo>
                  <a:pt x="715169" y="1424011"/>
                </a:lnTo>
                <a:lnTo>
                  <a:pt x="711994" y="1429034"/>
                </a:lnTo>
                <a:lnTo>
                  <a:pt x="708026" y="1433264"/>
                </a:lnTo>
                <a:lnTo>
                  <a:pt x="703528" y="1436965"/>
                </a:lnTo>
                <a:lnTo>
                  <a:pt x="698765" y="1440402"/>
                </a:lnTo>
                <a:lnTo>
                  <a:pt x="694003" y="1443574"/>
                </a:lnTo>
                <a:lnTo>
                  <a:pt x="688711" y="1445953"/>
                </a:lnTo>
                <a:lnTo>
                  <a:pt x="682890" y="1448068"/>
                </a:lnTo>
                <a:lnTo>
                  <a:pt x="677069" y="1449654"/>
                </a:lnTo>
                <a:lnTo>
                  <a:pt x="671248" y="1450447"/>
                </a:lnTo>
                <a:lnTo>
                  <a:pt x="664898" y="1450976"/>
                </a:lnTo>
                <a:lnTo>
                  <a:pt x="60589" y="1450976"/>
                </a:lnTo>
                <a:lnTo>
                  <a:pt x="54239" y="1450447"/>
                </a:lnTo>
                <a:lnTo>
                  <a:pt x="48419" y="1449654"/>
                </a:lnTo>
                <a:lnTo>
                  <a:pt x="42598" y="1448068"/>
                </a:lnTo>
                <a:lnTo>
                  <a:pt x="37041" y="1445953"/>
                </a:lnTo>
                <a:lnTo>
                  <a:pt x="31750" y="1443574"/>
                </a:lnTo>
                <a:lnTo>
                  <a:pt x="26723" y="1440402"/>
                </a:lnTo>
                <a:lnTo>
                  <a:pt x="21960" y="1436965"/>
                </a:lnTo>
                <a:lnTo>
                  <a:pt x="17727" y="1433264"/>
                </a:lnTo>
                <a:lnTo>
                  <a:pt x="13758" y="1429034"/>
                </a:lnTo>
                <a:lnTo>
                  <a:pt x="10319" y="1424011"/>
                </a:lnTo>
                <a:lnTo>
                  <a:pt x="7408" y="1419252"/>
                </a:lnTo>
                <a:lnTo>
                  <a:pt x="5027" y="1413965"/>
                </a:lnTo>
                <a:lnTo>
                  <a:pt x="2646" y="1408149"/>
                </a:lnTo>
                <a:lnTo>
                  <a:pt x="1323" y="1402333"/>
                </a:lnTo>
                <a:lnTo>
                  <a:pt x="264" y="1396517"/>
                </a:lnTo>
                <a:lnTo>
                  <a:pt x="0" y="1390172"/>
                </a:lnTo>
                <a:lnTo>
                  <a:pt x="264" y="1384092"/>
                </a:lnTo>
                <a:lnTo>
                  <a:pt x="1323" y="1378011"/>
                </a:lnTo>
                <a:lnTo>
                  <a:pt x="2646" y="1372195"/>
                </a:lnTo>
                <a:lnTo>
                  <a:pt x="5027" y="1366908"/>
                </a:lnTo>
                <a:lnTo>
                  <a:pt x="7408" y="1361620"/>
                </a:lnTo>
                <a:lnTo>
                  <a:pt x="10319" y="1356862"/>
                </a:lnTo>
                <a:lnTo>
                  <a:pt x="13758" y="1351839"/>
                </a:lnTo>
                <a:lnTo>
                  <a:pt x="17727" y="1347609"/>
                </a:lnTo>
                <a:lnTo>
                  <a:pt x="21960" y="1343643"/>
                </a:lnTo>
                <a:lnTo>
                  <a:pt x="26723" y="1340207"/>
                </a:lnTo>
                <a:lnTo>
                  <a:pt x="31750" y="1337299"/>
                </a:lnTo>
                <a:lnTo>
                  <a:pt x="37041" y="1334919"/>
                </a:lnTo>
                <a:lnTo>
                  <a:pt x="42598" y="1332540"/>
                </a:lnTo>
                <a:lnTo>
                  <a:pt x="48419" y="1331218"/>
                </a:lnTo>
                <a:lnTo>
                  <a:pt x="54239" y="1330161"/>
                </a:lnTo>
                <a:lnTo>
                  <a:pt x="60589" y="1329896"/>
                </a:lnTo>
                <a:lnTo>
                  <a:pt x="302419" y="1329896"/>
                </a:lnTo>
                <a:lnTo>
                  <a:pt x="302419" y="1144840"/>
                </a:lnTo>
                <a:lnTo>
                  <a:pt x="291571" y="1142989"/>
                </a:lnTo>
                <a:lnTo>
                  <a:pt x="280459" y="1141139"/>
                </a:lnTo>
                <a:lnTo>
                  <a:pt x="270140" y="1139288"/>
                </a:lnTo>
                <a:lnTo>
                  <a:pt x="259821" y="1136909"/>
                </a:lnTo>
                <a:lnTo>
                  <a:pt x="250032" y="1134001"/>
                </a:lnTo>
                <a:lnTo>
                  <a:pt x="240242" y="1131357"/>
                </a:lnTo>
                <a:lnTo>
                  <a:pt x="230452" y="1128185"/>
                </a:lnTo>
                <a:lnTo>
                  <a:pt x="221457" y="1125277"/>
                </a:lnTo>
                <a:lnTo>
                  <a:pt x="212196" y="1121576"/>
                </a:lnTo>
                <a:lnTo>
                  <a:pt x="203465" y="1117875"/>
                </a:lnTo>
                <a:lnTo>
                  <a:pt x="194734" y="1113909"/>
                </a:lnTo>
                <a:lnTo>
                  <a:pt x="186532" y="1109944"/>
                </a:lnTo>
                <a:lnTo>
                  <a:pt x="178329" y="1105714"/>
                </a:lnTo>
                <a:lnTo>
                  <a:pt x="170392" y="1101219"/>
                </a:lnTo>
                <a:lnTo>
                  <a:pt x="162454" y="1096461"/>
                </a:lnTo>
                <a:lnTo>
                  <a:pt x="155310" y="1091702"/>
                </a:lnTo>
                <a:lnTo>
                  <a:pt x="147902" y="1086944"/>
                </a:lnTo>
                <a:lnTo>
                  <a:pt x="140758" y="1081656"/>
                </a:lnTo>
                <a:lnTo>
                  <a:pt x="133879" y="1076369"/>
                </a:lnTo>
                <a:lnTo>
                  <a:pt x="127264" y="1071082"/>
                </a:lnTo>
                <a:lnTo>
                  <a:pt x="120650" y="1065530"/>
                </a:lnTo>
                <a:lnTo>
                  <a:pt x="114564" y="1059978"/>
                </a:lnTo>
                <a:lnTo>
                  <a:pt x="108479" y="1054162"/>
                </a:lnTo>
                <a:lnTo>
                  <a:pt x="102394" y="1048082"/>
                </a:lnTo>
                <a:lnTo>
                  <a:pt x="97102" y="1042001"/>
                </a:lnTo>
                <a:lnTo>
                  <a:pt x="91546" y="1035921"/>
                </a:lnTo>
                <a:lnTo>
                  <a:pt x="85989" y="1029841"/>
                </a:lnTo>
                <a:lnTo>
                  <a:pt x="81227" y="1023496"/>
                </a:lnTo>
                <a:lnTo>
                  <a:pt x="75935" y="1017151"/>
                </a:lnTo>
                <a:lnTo>
                  <a:pt x="71437" y="1010542"/>
                </a:lnTo>
                <a:lnTo>
                  <a:pt x="66675" y="1003933"/>
                </a:lnTo>
                <a:lnTo>
                  <a:pt x="62177" y="997323"/>
                </a:lnTo>
                <a:lnTo>
                  <a:pt x="53975" y="983841"/>
                </a:lnTo>
                <a:lnTo>
                  <a:pt x="46302" y="970094"/>
                </a:lnTo>
                <a:lnTo>
                  <a:pt x="39687" y="956347"/>
                </a:lnTo>
                <a:lnTo>
                  <a:pt x="33337" y="942335"/>
                </a:lnTo>
                <a:lnTo>
                  <a:pt x="27516" y="928324"/>
                </a:lnTo>
                <a:lnTo>
                  <a:pt x="22489" y="914312"/>
                </a:lnTo>
                <a:lnTo>
                  <a:pt x="17991" y="900830"/>
                </a:lnTo>
                <a:lnTo>
                  <a:pt x="14023" y="886554"/>
                </a:lnTo>
                <a:lnTo>
                  <a:pt x="10583" y="873336"/>
                </a:lnTo>
                <a:lnTo>
                  <a:pt x="7673" y="859853"/>
                </a:lnTo>
                <a:lnTo>
                  <a:pt x="5291" y="846370"/>
                </a:lnTo>
                <a:lnTo>
                  <a:pt x="3439" y="833681"/>
                </a:lnTo>
                <a:lnTo>
                  <a:pt x="1852" y="821255"/>
                </a:lnTo>
                <a:lnTo>
                  <a:pt x="1058" y="809095"/>
                </a:lnTo>
                <a:lnTo>
                  <a:pt x="264" y="797462"/>
                </a:lnTo>
                <a:lnTo>
                  <a:pt x="0" y="786095"/>
                </a:lnTo>
                <a:lnTo>
                  <a:pt x="0" y="544464"/>
                </a:lnTo>
                <a:lnTo>
                  <a:pt x="264" y="538383"/>
                </a:lnTo>
                <a:lnTo>
                  <a:pt x="1323" y="532303"/>
                </a:lnTo>
                <a:lnTo>
                  <a:pt x="2646" y="526487"/>
                </a:lnTo>
                <a:lnTo>
                  <a:pt x="5027" y="521200"/>
                </a:lnTo>
                <a:lnTo>
                  <a:pt x="7408" y="515912"/>
                </a:lnTo>
                <a:lnTo>
                  <a:pt x="10319" y="510889"/>
                </a:lnTo>
                <a:lnTo>
                  <a:pt x="13758" y="506131"/>
                </a:lnTo>
                <a:lnTo>
                  <a:pt x="17727" y="501901"/>
                </a:lnTo>
                <a:lnTo>
                  <a:pt x="21960" y="497935"/>
                </a:lnTo>
                <a:lnTo>
                  <a:pt x="26723" y="494499"/>
                </a:lnTo>
                <a:lnTo>
                  <a:pt x="31750" y="491591"/>
                </a:lnTo>
                <a:lnTo>
                  <a:pt x="37041" y="488947"/>
                </a:lnTo>
                <a:lnTo>
                  <a:pt x="42598" y="487096"/>
                </a:lnTo>
                <a:lnTo>
                  <a:pt x="48419" y="485510"/>
                </a:lnTo>
                <a:lnTo>
                  <a:pt x="54239" y="484453"/>
                </a:lnTo>
                <a:lnTo>
                  <a:pt x="60589" y="484188"/>
                </a:lnTo>
                <a:close/>
                <a:moveTo>
                  <a:pt x="362612" y="0"/>
                </a:moveTo>
                <a:lnTo>
                  <a:pt x="372158" y="265"/>
                </a:lnTo>
                <a:lnTo>
                  <a:pt x="381438" y="1058"/>
                </a:lnTo>
                <a:lnTo>
                  <a:pt x="390454" y="2116"/>
                </a:lnTo>
                <a:lnTo>
                  <a:pt x="399204" y="3967"/>
                </a:lnTo>
                <a:lnTo>
                  <a:pt x="408219" y="5553"/>
                </a:lnTo>
                <a:lnTo>
                  <a:pt x="416705" y="8198"/>
                </a:lnTo>
                <a:lnTo>
                  <a:pt x="424925" y="11107"/>
                </a:lnTo>
                <a:lnTo>
                  <a:pt x="433145" y="14280"/>
                </a:lnTo>
                <a:lnTo>
                  <a:pt x="441630" y="17982"/>
                </a:lnTo>
                <a:lnTo>
                  <a:pt x="449054" y="21949"/>
                </a:lnTo>
                <a:lnTo>
                  <a:pt x="456744" y="26444"/>
                </a:lnTo>
                <a:lnTo>
                  <a:pt x="464169" y="30939"/>
                </a:lnTo>
                <a:lnTo>
                  <a:pt x="471328" y="36228"/>
                </a:lnTo>
                <a:lnTo>
                  <a:pt x="478222" y="41253"/>
                </a:lnTo>
                <a:lnTo>
                  <a:pt x="484851" y="47070"/>
                </a:lnTo>
                <a:lnTo>
                  <a:pt x="490950" y="53152"/>
                </a:lnTo>
                <a:lnTo>
                  <a:pt x="497049" y="59234"/>
                </a:lnTo>
                <a:lnTo>
                  <a:pt x="502882" y="66110"/>
                </a:lnTo>
                <a:lnTo>
                  <a:pt x="508186" y="72721"/>
                </a:lnTo>
                <a:lnTo>
                  <a:pt x="513224" y="80125"/>
                </a:lnTo>
                <a:lnTo>
                  <a:pt x="517997" y="87265"/>
                </a:lnTo>
                <a:lnTo>
                  <a:pt x="522504" y="94934"/>
                </a:lnTo>
                <a:lnTo>
                  <a:pt x="526482" y="102602"/>
                </a:lnTo>
                <a:lnTo>
                  <a:pt x="530194" y="110800"/>
                </a:lnTo>
                <a:lnTo>
                  <a:pt x="533111" y="118998"/>
                </a:lnTo>
                <a:lnTo>
                  <a:pt x="536293" y="127195"/>
                </a:lnTo>
                <a:lnTo>
                  <a:pt x="538679" y="136186"/>
                </a:lnTo>
                <a:lnTo>
                  <a:pt x="540536" y="144648"/>
                </a:lnTo>
                <a:lnTo>
                  <a:pt x="542392" y="153903"/>
                </a:lnTo>
                <a:lnTo>
                  <a:pt x="543187" y="162630"/>
                </a:lnTo>
                <a:lnTo>
                  <a:pt x="544248" y="172150"/>
                </a:lnTo>
                <a:lnTo>
                  <a:pt x="544513" y="181141"/>
                </a:lnTo>
                <a:lnTo>
                  <a:pt x="544513" y="483394"/>
                </a:lnTo>
                <a:lnTo>
                  <a:pt x="180975" y="483394"/>
                </a:lnTo>
                <a:lnTo>
                  <a:pt x="180975" y="181141"/>
                </a:lnTo>
                <a:lnTo>
                  <a:pt x="181240" y="172150"/>
                </a:lnTo>
                <a:lnTo>
                  <a:pt x="181771" y="162630"/>
                </a:lnTo>
                <a:lnTo>
                  <a:pt x="183097" y="153903"/>
                </a:lnTo>
                <a:lnTo>
                  <a:pt x="184422" y="144648"/>
                </a:lnTo>
                <a:lnTo>
                  <a:pt x="186809" y="136186"/>
                </a:lnTo>
                <a:lnTo>
                  <a:pt x="189195" y="127195"/>
                </a:lnTo>
                <a:lnTo>
                  <a:pt x="191847" y="118998"/>
                </a:lnTo>
                <a:lnTo>
                  <a:pt x="195294" y="110800"/>
                </a:lnTo>
                <a:lnTo>
                  <a:pt x="199006" y="102602"/>
                </a:lnTo>
                <a:lnTo>
                  <a:pt x="202984" y="94934"/>
                </a:lnTo>
                <a:lnTo>
                  <a:pt x="207226" y="87265"/>
                </a:lnTo>
                <a:lnTo>
                  <a:pt x="211999" y="80125"/>
                </a:lnTo>
                <a:lnTo>
                  <a:pt x="217037" y="72721"/>
                </a:lnTo>
                <a:lnTo>
                  <a:pt x="222341" y="66110"/>
                </a:lnTo>
                <a:lnTo>
                  <a:pt x="228174" y="59234"/>
                </a:lnTo>
                <a:lnTo>
                  <a:pt x="234008" y="53152"/>
                </a:lnTo>
                <a:lnTo>
                  <a:pt x="240372" y="47070"/>
                </a:lnTo>
                <a:lnTo>
                  <a:pt x="247266" y="41253"/>
                </a:lnTo>
                <a:lnTo>
                  <a:pt x="253895" y="36228"/>
                </a:lnTo>
                <a:lnTo>
                  <a:pt x="261054" y="30939"/>
                </a:lnTo>
                <a:lnTo>
                  <a:pt x="268479" y="26444"/>
                </a:lnTo>
                <a:lnTo>
                  <a:pt x="275903" y="21949"/>
                </a:lnTo>
                <a:lnTo>
                  <a:pt x="283858" y="17982"/>
                </a:lnTo>
                <a:lnTo>
                  <a:pt x="291813" y="14280"/>
                </a:lnTo>
                <a:lnTo>
                  <a:pt x="300033" y="11107"/>
                </a:lnTo>
                <a:lnTo>
                  <a:pt x="308518" y="8198"/>
                </a:lnTo>
                <a:lnTo>
                  <a:pt x="317269" y="5553"/>
                </a:lnTo>
                <a:lnTo>
                  <a:pt x="326019" y="3967"/>
                </a:lnTo>
                <a:lnTo>
                  <a:pt x="334770" y="2116"/>
                </a:lnTo>
                <a:lnTo>
                  <a:pt x="344050" y="1058"/>
                </a:lnTo>
                <a:lnTo>
                  <a:pt x="353331" y="265"/>
                </a:lnTo>
                <a:lnTo>
                  <a:pt x="362612"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latin typeface="+mn-lt"/>
              <a:ea typeface="+mn-ea"/>
              <a:cs typeface="+mn-ea"/>
              <a:sym typeface="+mn-lt"/>
            </a:endParaRPr>
          </a:p>
        </p:txBody>
      </p:sp>
      <p:sp>
        <p:nvSpPr>
          <p:cNvPr id="38922" name="KSO_Shape">
            <a:extLst>
              <a:ext uri="{FF2B5EF4-FFF2-40B4-BE49-F238E27FC236}">
                <a16:creationId xmlns:a16="http://schemas.microsoft.com/office/drawing/2014/main" id="{54342657-BC55-4120-BAEE-AD7E2DE5B33C}"/>
              </a:ext>
            </a:extLst>
          </p:cNvPr>
          <p:cNvSpPr>
            <a:spLocks noChangeArrowheads="1"/>
          </p:cNvSpPr>
          <p:nvPr/>
        </p:nvSpPr>
        <p:spPr bwMode="auto">
          <a:xfrm>
            <a:off x="7070725" y="2436813"/>
            <a:ext cx="895350" cy="942975"/>
          </a:xfrm>
          <a:custGeom>
            <a:avLst/>
            <a:gdLst>
              <a:gd name="T0" fmla="*/ 2147483646 w 5831"/>
              <a:gd name="T1" fmla="*/ 2147483646 h 6140"/>
              <a:gd name="T2" fmla="*/ 2147483646 w 5831"/>
              <a:gd name="T3" fmla="*/ 2147483646 h 6140"/>
              <a:gd name="T4" fmla="*/ 2147483646 w 5831"/>
              <a:gd name="T5" fmla="*/ 0 h 6140"/>
              <a:gd name="T6" fmla="*/ 2147483646 w 5831"/>
              <a:gd name="T7" fmla="*/ 0 h 6140"/>
              <a:gd name="T8" fmla="*/ 2147483646 w 5831"/>
              <a:gd name="T9" fmla="*/ 57952110 h 6140"/>
              <a:gd name="T10" fmla="*/ 2147483646 w 5831"/>
              <a:gd name="T11" fmla="*/ 2075636179 h 6140"/>
              <a:gd name="T12" fmla="*/ 2147483646 w 5831"/>
              <a:gd name="T13" fmla="*/ 2147483646 h 6140"/>
              <a:gd name="T14" fmla="*/ 2147483646 w 5831"/>
              <a:gd name="T15" fmla="*/ 2147483646 h 6140"/>
              <a:gd name="T16" fmla="*/ 2147483646 w 5831"/>
              <a:gd name="T17" fmla="*/ 2147483646 h 6140"/>
              <a:gd name="T18" fmla="*/ 2147483646 w 5831"/>
              <a:gd name="T19" fmla="*/ 2147483646 h 6140"/>
              <a:gd name="T20" fmla="*/ 2147483646 w 5831"/>
              <a:gd name="T21" fmla="*/ 2147483646 h 6140"/>
              <a:gd name="T22" fmla="*/ 2147483646 w 5831"/>
              <a:gd name="T23" fmla="*/ 2147483646 h 6140"/>
              <a:gd name="T24" fmla="*/ 2147483646 w 5831"/>
              <a:gd name="T25" fmla="*/ 2147483646 h 6140"/>
              <a:gd name="T26" fmla="*/ 2147483646 w 5831"/>
              <a:gd name="T27" fmla="*/ 2147483646 h 6140"/>
              <a:gd name="T28" fmla="*/ 2147483646 w 5831"/>
              <a:gd name="T29" fmla="*/ 2147483646 h 6140"/>
              <a:gd name="T30" fmla="*/ 2147483646 w 5831"/>
              <a:gd name="T31" fmla="*/ 2147483646 h 6140"/>
              <a:gd name="T32" fmla="*/ 2147483646 w 5831"/>
              <a:gd name="T33" fmla="*/ 2147483646 h 6140"/>
              <a:gd name="T34" fmla="*/ 2147483646 w 5831"/>
              <a:gd name="T35" fmla="*/ 2147483646 h 6140"/>
              <a:gd name="T36" fmla="*/ 2147483646 w 5831"/>
              <a:gd name="T37" fmla="*/ 2147483646 h 6140"/>
              <a:gd name="T38" fmla="*/ 2147483646 w 5831"/>
              <a:gd name="T39" fmla="*/ 2147483646 h 6140"/>
              <a:gd name="T40" fmla="*/ 2147483646 w 5831"/>
              <a:gd name="T41" fmla="*/ 2147483646 h 6140"/>
              <a:gd name="T42" fmla="*/ 2147483646 w 5831"/>
              <a:gd name="T43" fmla="*/ 2147483646 h 6140"/>
              <a:gd name="T44" fmla="*/ 2147483646 w 5831"/>
              <a:gd name="T45" fmla="*/ 2147483646 h 6140"/>
              <a:gd name="T46" fmla="*/ 2147483646 w 5831"/>
              <a:gd name="T47" fmla="*/ 2147483646 h 6140"/>
              <a:gd name="T48" fmla="*/ 2147483646 w 5831"/>
              <a:gd name="T49" fmla="*/ 2147483646 h 6140"/>
              <a:gd name="T50" fmla="*/ 2147483646 w 5831"/>
              <a:gd name="T51" fmla="*/ 2147483646 h 6140"/>
              <a:gd name="T52" fmla="*/ 619077021 w 5831"/>
              <a:gd name="T53" fmla="*/ 2147483646 h 6140"/>
              <a:gd name="T54" fmla="*/ 474263409 w 5831"/>
              <a:gd name="T55" fmla="*/ 2147483646 h 6140"/>
              <a:gd name="T56" fmla="*/ 351164838 w 5831"/>
              <a:gd name="T57" fmla="*/ 2147483646 h 6140"/>
              <a:gd name="T58" fmla="*/ 246173650 w 5831"/>
              <a:gd name="T59" fmla="*/ 2147483646 h 6140"/>
              <a:gd name="T60" fmla="*/ 155682954 w 5831"/>
              <a:gd name="T61" fmla="*/ 2147483646 h 6140"/>
              <a:gd name="T62" fmla="*/ 86883499 w 5831"/>
              <a:gd name="T63" fmla="*/ 2147483646 h 6140"/>
              <a:gd name="T64" fmla="*/ 39822576 w 5831"/>
              <a:gd name="T65" fmla="*/ 2147483646 h 6140"/>
              <a:gd name="T66" fmla="*/ 10869343 w 5831"/>
              <a:gd name="T67" fmla="*/ 2147483646 h 6140"/>
              <a:gd name="T68" fmla="*/ 0 w 5831"/>
              <a:gd name="T69" fmla="*/ 2147483646 h 6140"/>
              <a:gd name="T70" fmla="*/ 10869343 w 5831"/>
              <a:gd name="T71" fmla="*/ 2147483646 h 6140"/>
              <a:gd name="T72" fmla="*/ 39822576 w 5831"/>
              <a:gd name="T73" fmla="*/ 2147483646 h 6140"/>
              <a:gd name="T74" fmla="*/ 86883499 w 5831"/>
              <a:gd name="T75" fmla="*/ 2147483646 h 6140"/>
              <a:gd name="T76" fmla="*/ 152051958 w 5831"/>
              <a:gd name="T77" fmla="*/ 2147483646 h 6140"/>
              <a:gd name="T78" fmla="*/ 238935456 w 5831"/>
              <a:gd name="T79" fmla="*/ 2147483646 h 6140"/>
              <a:gd name="T80" fmla="*/ 343926491 w 5831"/>
              <a:gd name="T81" fmla="*/ 2147483646 h 6140"/>
              <a:gd name="T82" fmla="*/ 474263409 w 5831"/>
              <a:gd name="T83" fmla="*/ 2147483646 h 6140"/>
              <a:gd name="T84" fmla="*/ 619077021 w 5831"/>
              <a:gd name="T85" fmla="*/ 2147483646 h 6140"/>
              <a:gd name="T86" fmla="*/ 2147483646 w 5831"/>
              <a:gd name="T87" fmla="*/ 2147483646 h 6140"/>
              <a:gd name="T88" fmla="*/ 2147483646 w 5831"/>
              <a:gd name="T89" fmla="*/ 2147483646 h 6140"/>
              <a:gd name="T90" fmla="*/ 2147483646 w 5831"/>
              <a:gd name="T91" fmla="*/ 2147483646 h 6140"/>
              <a:gd name="T92" fmla="*/ 2147483646 w 5831"/>
              <a:gd name="T93" fmla="*/ 2147483646 h 6140"/>
              <a:gd name="T94" fmla="*/ 2147483646 w 5831"/>
              <a:gd name="T95" fmla="*/ 1448966324 h 6140"/>
              <a:gd name="T96" fmla="*/ 2147483646 w 5831"/>
              <a:gd name="T97" fmla="*/ 2147483646 h 6140"/>
              <a:gd name="T98" fmla="*/ 2147483646 w 5831"/>
              <a:gd name="T99" fmla="*/ 2147483646 h 6140"/>
              <a:gd name="T100" fmla="*/ 2147483646 w 5831"/>
              <a:gd name="T101" fmla="*/ 2147483646 h 6140"/>
              <a:gd name="T102" fmla="*/ 2147483646 w 5831"/>
              <a:gd name="T103" fmla="*/ 2147483646 h 6140"/>
              <a:gd name="T104" fmla="*/ 2147483646 w 5831"/>
              <a:gd name="T105" fmla="*/ 2147483646 h 61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831" h="6140">
                <a:moveTo>
                  <a:pt x="171" y="2025"/>
                </a:moveTo>
                <a:lnTo>
                  <a:pt x="709" y="2025"/>
                </a:lnTo>
                <a:lnTo>
                  <a:pt x="709" y="2845"/>
                </a:lnTo>
                <a:lnTo>
                  <a:pt x="881" y="2845"/>
                </a:lnTo>
                <a:lnTo>
                  <a:pt x="881" y="138"/>
                </a:lnTo>
                <a:lnTo>
                  <a:pt x="881" y="0"/>
                </a:lnTo>
                <a:lnTo>
                  <a:pt x="1021" y="0"/>
                </a:lnTo>
                <a:lnTo>
                  <a:pt x="3822" y="0"/>
                </a:lnTo>
                <a:lnTo>
                  <a:pt x="3855" y="0"/>
                </a:lnTo>
                <a:lnTo>
                  <a:pt x="3886" y="16"/>
                </a:lnTo>
                <a:lnTo>
                  <a:pt x="4896" y="535"/>
                </a:lnTo>
                <a:lnTo>
                  <a:pt x="4971" y="573"/>
                </a:lnTo>
                <a:lnTo>
                  <a:pt x="4971" y="658"/>
                </a:lnTo>
                <a:lnTo>
                  <a:pt x="4971" y="2845"/>
                </a:lnTo>
                <a:lnTo>
                  <a:pt x="5140" y="2845"/>
                </a:lnTo>
                <a:lnTo>
                  <a:pt x="5140" y="2025"/>
                </a:lnTo>
                <a:lnTo>
                  <a:pt x="5697" y="2025"/>
                </a:lnTo>
                <a:lnTo>
                  <a:pt x="5712" y="2117"/>
                </a:lnTo>
                <a:lnTo>
                  <a:pt x="5726" y="2209"/>
                </a:lnTo>
                <a:lnTo>
                  <a:pt x="5739" y="2301"/>
                </a:lnTo>
                <a:lnTo>
                  <a:pt x="5752" y="2392"/>
                </a:lnTo>
                <a:lnTo>
                  <a:pt x="5764" y="2483"/>
                </a:lnTo>
                <a:lnTo>
                  <a:pt x="5774" y="2576"/>
                </a:lnTo>
                <a:lnTo>
                  <a:pt x="5784" y="2667"/>
                </a:lnTo>
                <a:lnTo>
                  <a:pt x="5793" y="2759"/>
                </a:lnTo>
                <a:lnTo>
                  <a:pt x="5802" y="2850"/>
                </a:lnTo>
                <a:lnTo>
                  <a:pt x="5809" y="2942"/>
                </a:lnTo>
                <a:lnTo>
                  <a:pt x="5815" y="3034"/>
                </a:lnTo>
                <a:lnTo>
                  <a:pt x="5820" y="3125"/>
                </a:lnTo>
                <a:lnTo>
                  <a:pt x="5824" y="3217"/>
                </a:lnTo>
                <a:lnTo>
                  <a:pt x="5827" y="3308"/>
                </a:lnTo>
                <a:lnTo>
                  <a:pt x="5830" y="3400"/>
                </a:lnTo>
                <a:lnTo>
                  <a:pt x="5831" y="3492"/>
                </a:lnTo>
                <a:lnTo>
                  <a:pt x="5831" y="3584"/>
                </a:lnTo>
                <a:lnTo>
                  <a:pt x="5831" y="3675"/>
                </a:lnTo>
                <a:lnTo>
                  <a:pt x="5829" y="3766"/>
                </a:lnTo>
                <a:lnTo>
                  <a:pt x="5825" y="3858"/>
                </a:lnTo>
                <a:lnTo>
                  <a:pt x="5821" y="3950"/>
                </a:lnTo>
                <a:lnTo>
                  <a:pt x="5816" y="4042"/>
                </a:lnTo>
                <a:lnTo>
                  <a:pt x="5810" y="4133"/>
                </a:lnTo>
                <a:lnTo>
                  <a:pt x="5802" y="4224"/>
                </a:lnTo>
                <a:lnTo>
                  <a:pt x="5793" y="4316"/>
                </a:lnTo>
                <a:lnTo>
                  <a:pt x="5783" y="4408"/>
                </a:lnTo>
                <a:lnTo>
                  <a:pt x="5772" y="4500"/>
                </a:lnTo>
                <a:lnTo>
                  <a:pt x="5759" y="4591"/>
                </a:lnTo>
                <a:lnTo>
                  <a:pt x="5745" y="4682"/>
                </a:lnTo>
                <a:lnTo>
                  <a:pt x="5730" y="4774"/>
                </a:lnTo>
                <a:lnTo>
                  <a:pt x="5714" y="4866"/>
                </a:lnTo>
                <a:lnTo>
                  <a:pt x="5697" y="4958"/>
                </a:lnTo>
                <a:lnTo>
                  <a:pt x="4971" y="4958"/>
                </a:lnTo>
                <a:lnTo>
                  <a:pt x="4971" y="6140"/>
                </a:lnTo>
                <a:lnTo>
                  <a:pt x="881" y="6140"/>
                </a:lnTo>
                <a:lnTo>
                  <a:pt x="881" y="4958"/>
                </a:lnTo>
                <a:lnTo>
                  <a:pt x="171" y="4958"/>
                </a:lnTo>
                <a:lnTo>
                  <a:pt x="150" y="4867"/>
                </a:lnTo>
                <a:lnTo>
                  <a:pt x="131" y="4777"/>
                </a:lnTo>
                <a:lnTo>
                  <a:pt x="113" y="4687"/>
                </a:lnTo>
                <a:lnTo>
                  <a:pt x="97" y="4597"/>
                </a:lnTo>
                <a:lnTo>
                  <a:pt x="81" y="4506"/>
                </a:lnTo>
                <a:lnTo>
                  <a:pt x="68" y="4415"/>
                </a:lnTo>
                <a:lnTo>
                  <a:pt x="54" y="4325"/>
                </a:lnTo>
                <a:lnTo>
                  <a:pt x="43" y="4233"/>
                </a:lnTo>
                <a:lnTo>
                  <a:pt x="33" y="4143"/>
                </a:lnTo>
                <a:lnTo>
                  <a:pt x="24" y="4052"/>
                </a:lnTo>
                <a:lnTo>
                  <a:pt x="17" y="3960"/>
                </a:lnTo>
                <a:lnTo>
                  <a:pt x="11" y="3870"/>
                </a:lnTo>
                <a:lnTo>
                  <a:pt x="6" y="3779"/>
                </a:lnTo>
                <a:lnTo>
                  <a:pt x="3" y="3687"/>
                </a:lnTo>
                <a:lnTo>
                  <a:pt x="1" y="3596"/>
                </a:lnTo>
                <a:lnTo>
                  <a:pt x="0" y="3504"/>
                </a:lnTo>
                <a:lnTo>
                  <a:pt x="1" y="3412"/>
                </a:lnTo>
                <a:lnTo>
                  <a:pt x="3" y="3320"/>
                </a:lnTo>
                <a:lnTo>
                  <a:pt x="6" y="3229"/>
                </a:lnTo>
                <a:lnTo>
                  <a:pt x="11" y="3137"/>
                </a:lnTo>
                <a:lnTo>
                  <a:pt x="16" y="3044"/>
                </a:lnTo>
                <a:lnTo>
                  <a:pt x="24" y="2953"/>
                </a:lnTo>
                <a:lnTo>
                  <a:pt x="32" y="2860"/>
                </a:lnTo>
                <a:lnTo>
                  <a:pt x="42" y="2768"/>
                </a:lnTo>
                <a:lnTo>
                  <a:pt x="54" y="2675"/>
                </a:lnTo>
                <a:lnTo>
                  <a:pt x="66" y="2583"/>
                </a:lnTo>
                <a:lnTo>
                  <a:pt x="81" y="2490"/>
                </a:lnTo>
                <a:lnTo>
                  <a:pt x="95" y="2398"/>
                </a:lnTo>
                <a:lnTo>
                  <a:pt x="112" y="2305"/>
                </a:lnTo>
                <a:lnTo>
                  <a:pt x="131" y="2212"/>
                </a:lnTo>
                <a:lnTo>
                  <a:pt x="150" y="2119"/>
                </a:lnTo>
                <a:lnTo>
                  <a:pt x="171" y="2025"/>
                </a:lnTo>
                <a:close/>
                <a:moveTo>
                  <a:pt x="4570" y="4372"/>
                </a:moveTo>
                <a:lnTo>
                  <a:pt x="1283" y="4372"/>
                </a:lnTo>
                <a:lnTo>
                  <a:pt x="1283" y="5740"/>
                </a:lnTo>
                <a:lnTo>
                  <a:pt x="4570" y="5740"/>
                </a:lnTo>
                <a:lnTo>
                  <a:pt x="4570" y="4372"/>
                </a:lnTo>
                <a:close/>
                <a:moveTo>
                  <a:pt x="1283" y="2845"/>
                </a:moveTo>
                <a:lnTo>
                  <a:pt x="4590" y="2845"/>
                </a:lnTo>
                <a:lnTo>
                  <a:pt x="4590" y="845"/>
                </a:lnTo>
                <a:lnTo>
                  <a:pt x="3790" y="400"/>
                </a:lnTo>
                <a:lnTo>
                  <a:pt x="1283" y="400"/>
                </a:lnTo>
                <a:lnTo>
                  <a:pt x="1283" y="2845"/>
                </a:lnTo>
                <a:close/>
                <a:moveTo>
                  <a:pt x="4496" y="3320"/>
                </a:moveTo>
                <a:lnTo>
                  <a:pt x="4496" y="3589"/>
                </a:lnTo>
                <a:lnTo>
                  <a:pt x="4694" y="3589"/>
                </a:lnTo>
                <a:lnTo>
                  <a:pt x="4971" y="3589"/>
                </a:lnTo>
                <a:lnTo>
                  <a:pt x="5140" y="3589"/>
                </a:lnTo>
                <a:lnTo>
                  <a:pt x="5140" y="3320"/>
                </a:lnTo>
                <a:lnTo>
                  <a:pt x="4971" y="3320"/>
                </a:lnTo>
                <a:lnTo>
                  <a:pt x="4694" y="3320"/>
                </a:lnTo>
                <a:lnTo>
                  <a:pt x="4496" y="332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14" name="KSO_Shape">
            <a:extLst>
              <a:ext uri="{FF2B5EF4-FFF2-40B4-BE49-F238E27FC236}">
                <a16:creationId xmlns:a16="http://schemas.microsoft.com/office/drawing/2014/main" id="{EDB48086-7694-4471-98E4-BCC6B24265DA}"/>
              </a:ext>
            </a:extLst>
          </p:cNvPr>
          <p:cNvSpPr/>
          <p:nvPr/>
        </p:nvSpPr>
        <p:spPr>
          <a:xfrm flipH="1">
            <a:off x="10063163" y="2398713"/>
            <a:ext cx="1100137" cy="1004887"/>
          </a:xfrm>
          <a:custGeom>
            <a:avLst/>
            <a:gdLst/>
            <a:ahLst/>
            <a:cxnLst/>
            <a:rect l="l" t="t"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rgbClr val="FFFFFF"/>
              </a:solidFill>
              <a:cs typeface="+mn-ea"/>
              <a:sym typeface="+mn-lt"/>
            </a:endParaRPr>
          </a:p>
        </p:txBody>
      </p:sp>
      <p:sp>
        <p:nvSpPr>
          <p:cNvPr id="38924" name="文本框 14">
            <a:extLst>
              <a:ext uri="{FF2B5EF4-FFF2-40B4-BE49-F238E27FC236}">
                <a16:creationId xmlns:a16="http://schemas.microsoft.com/office/drawing/2014/main" id="{3B2B6607-AF7A-43EC-9465-07CFDF1DAC50}"/>
              </a:ext>
            </a:extLst>
          </p:cNvPr>
          <p:cNvSpPr txBox="1">
            <a:spLocks noChangeArrowheads="1"/>
          </p:cNvSpPr>
          <p:nvPr/>
        </p:nvSpPr>
        <p:spPr bwMode="auto">
          <a:xfrm>
            <a:off x="601663" y="3903663"/>
            <a:ext cx="21844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400">
                <a:solidFill>
                  <a:schemeClr val="bg1"/>
                </a:solidFill>
                <a:sym typeface="Arial" panose="020B0604020202020204" pitchFamily="34" charset="0"/>
              </a:rPr>
              <a:t>请在这里添加相应的文字内容请在这里添加相应的文字内容</a:t>
            </a:r>
          </a:p>
        </p:txBody>
      </p:sp>
      <p:sp>
        <p:nvSpPr>
          <p:cNvPr id="38925" name="文本框 15">
            <a:extLst>
              <a:ext uri="{FF2B5EF4-FFF2-40B4-BE49-F238E27FC236}">
                <a16:creationId xmlns:a16="http://schemas.microsoft.com/office/drawing/2014/main" id="{227AC3A2-5E30-4AD3-8C63-7F9D96A32A18}"/>
              </a:ext>
            </a:extLst>
          </p:cNvPr>
          <p:cNvSpPr txBox="1">
            <a:spLocks noChangeArrowheads="1"/>
          </p:cNvSpPr>
          <p:nvPr/>
        </p:nvSpPr>
        <p:spPr bwMode="auto">
          <a:xfrm>
            <a:off x="574675" y="3543300"/>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000" b="1">
                <a:solidFill>
                  <a:schemeClr val="bg1"/>
                </a:solidFill>
                <a:sym typeface="Arial" panose="020B0604020202020204" pitchFamily="34" charset="0"/>
              </a:rPr>
              <a:t>请在这里添加标题</a:t>
            </a:r>
          </a:p>
        </p:txBody>
      </p:sp>
      <p:sp>
        <p:nvSpPr>
          <p:cNvPr id="38926" name="文本框 16">
            <a:extLst>
              <a:ext uri="{FF2B5EF4-FFF2-40B4-BE49-F238E27FC236}">
                <a16:creationId xmlns:a16="http://schemas.microsoft.com/office/drawing/2014/main" id="{FEF71618-4E27-405C-B9A7-86FE17753109}"/>
              </a:ext>
            </a:extLst>
          </p:cNvPr>
          <p:cNvSpPr txBox="1">
            <a:spLocks noChangeArrowheads="1"/>
          </p:cNvSpPr>
          <p:nvPr/>
        </p:nvSpPr>
        <p:spPr bwMode="auto">
          <a:xfrm>
            <a:off x="3611563" y="3903663"/>
            <a:ext cx="21844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400">
                <a:solidFill>
                  <a:schemeClr val="bg1"/>
                </a:solidFill>
                <a:sym typeface="Arial" panose="020B0604020202020204" pitchFamily="34" charset="0"/>
              </a:rPr>
              <a:t>请在这里添加相应的文字内容请在这里添加相应的文字内容</a:t>
            </a:r>
          </a:p>
        </p:txBody>
      </p:sp>
      <p:sp>
        <p:nvSpPr>
          <p:cNvPr id="38927" name="文本框 17">
            <a:extLst>
              <a:ext uri="{FF2B5EF4-FFF2-40B4-BE49-F238E27FC236}">
                <a16:creationId xmlns:a16="http://schemas.microsoft.com/office/drawing/2014/main" id="{D05DCC6F-FE0D-4B6F-A6D7-567F108CE4D0}"/>
              </a:ext>
            </a:extLst>
          </p:cNvPr>
          <p:cNvSpPr txBox="1">
            <a:spLocks noChangeArrowheads="1"/>
          </p:cNvSpPr>
          <p:nvPr/>
        </p:nvSpPr>
        <p:spPr bwMode="auto">
          <a:xfrm>
            <a:off x="3584575" y="3543300"/>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000" b="1">
                <a:solidFill>
                  <a:schemeClr val="bg1"/>
                </a:solidFill>
                <a:sym typeface="Arial" panose="020B0604020202020204" pitchFamily="34" charset="0"/>
              </a:rPr>
              <a:t>请在这里添加标题</a:t>
            </a:r>
          </a:p>
        </p:txBody>
      </p:sp>
      <p:sp>
        <p:nvSpPr>
          <p:cNvPr id="38928" name="文本框 18">
            <a:extLst>
              <a:ext uri="{FF2B5EF4-FFF2-40B4-BE49-F238E27FC236}">
                <a16:creationId xmlns:a16="http://schemas.microsoft.com/office/drawing/2014/main" id="{7A32EA33-ECB3-4282-8A83-709C464CCCDE}"/>
              </a:ext>
            </a:extLst>
          </p:cNvPr>
          <p:cNvSpPr txBox="1">
            <a:spLocks noChangeArrowheads="1"/>
          </p:cNvSpPr>
          <p:nvPr/>
        </p:nvSpPr>
        <p:spPr bwMode="auto">
          <a:xfrm>
            <a:off x="6392863" y="3903663"/>
            <a:ext cx="21844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400">
                <a:solidFill>
                  <a:schemeClr val="bg1"/>
                </a:solidFill>
                <a:sym typeface="Arial" panose="020B0604020202020204" pitchFamily="34" charset="0"/>
              </a:rPr>
              <a:t>请在这里添加相应的文字内容请在这里添加相应的文字内容</a:t>
            </a:r>
          </a:p>
        </p:txBody>
      </p:sp>
      <p:sp>
        <p:nvSpPr>
          <p:cNvPr id="38929" name="文本框 19">
            <a:extLst>
              <a:ext uri="{FF2B5EF4-FFF2-40B4-BE49-F238E27FC236}">
                <a16:creationId xmlns:a16="http://schemas.microsoft.com/office/drawing/2014/main" id="{F9CDD3A2-6760-41AA-84FF-F99F6DBE6505}"/>
              </a:ext>
            </a:extLst>
          </p:cNvPr>
          <p:cNvSpPr txBox="1">
            <a:spLocks noChangeArrowheads="1"/>
          </p:cNvSpPr>
          <p:nvPr/>
        </p:nvSpPr>
        <p:spPr bwMode="auto">
          <a:xfrm>
            <a:off x="6365875" y="3543300"/>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000" b="1">
                <a:solidFill>
                  <a:schemeClr val="bg1"/>
                </a:solidFill>
                <a:sym typeface="Arial" panose="020B0604020202020204" pitchFamily="34" charset="0"/>
              </a:rPr>
              <a:t>请在这里添加标题</a:t>
            </a:r>
          </a:p>
        </p:txBody>
      </p:sp>
      <p:sp>
        <p:nvSpPr>
          <p:cNvPr id="38930" name="文本框 20">
            <a:extLst>
              <a:ext uri="{FF2B5EF4-FFF2-40B4-BE49-F238E27FC236}">
                <a16:creationId xmlns:a16="http://schemas.microsoft.com/office/drawing/2014/main" id="{D1A64A79-09FA-4672-8068-5C5C9AA9C7DA}"/>
              </a:ext>
            </a:extLst>
          </p:cNvPr>
          <p:cNvSpPr txBox="1">
            <a:spLocks noChangeArrowheads="1"/>
          </p:cNvSpPr>
          <p:nvPr/>
        </p:nvSpPr>
        <p:spPr bwMode="auto">
          <a:xfrm>
            <a:off x="9574213" y="3903663"/>
            <a:ext cx="21844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400">
                <a:solidFill>
                  <a:schemeClr val="bg1"/>
                </a:solidFill>
                <a:sym typeface="Arial" panose="020B0604020202020204" pitchFamily="34" charset="0"/>
              </a:rPr>
              <a:t>请在这里添加相应的文字内容请在这里添加相应的文字内容</a:t>
            </a:r>
          </a:p>
        </p:txBody>
      </p:sp>
      <p:sp>
        <p:nvSpPr>
          <p:cNvPr id="38931" name="文本框 21">
            <a:extLst>
              <a:ext uri="{FF2B5EF4-FFF2-40B4-BE49-F238E27FC236}">
                <a16:creationId xmlns:a16="http://schemas.microsoft.com/office/drawing/2014/main" id="{92C7372B-CB59-4EF8-9AE4-6853783638A7}"/>
              </a:ext>
            </a:extLst>
          </p:cNvPr>
          <p:cNvSpPr txBox="1">
            <a:spLocks noChangeArrowheads="1"/>
          </p:cNvSpPr>
          <p:nvPr/>
        </p:nvSpPr>
        <p:spPr bwMode="auto">
          <a:xfrm>
            <a:off x="9547225" y="3543300"/>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000" b="1">
                <a:solidFill>
                  <a:schemeClr val="bg1"/>
                </a:solidFill>
                <a:sym typeface="Arial" panose="020B0604020202020204" pitchFamily="34" charset="0"/>
              </a:rPr>
              <a:t>请在这里添加标题</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图片 1">
            <a:extLst>
              <a:ext uri="{FF2B5EF4-FFF2-40B4-BE49-F238E27FC236}">
                <a16:creationId xmlns:a16="http://schemas.microsoft.com/office/drawing/2014/main" id="{21F63F90-E076-4207-8926-EC99FF7B1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文本框 2">
            <a:extLst>
              <a:ext uri="{FF2B5EF4-FFF2-40B4-BE49-F238E27FC236}">
                <a16:creationId xmlns:a16="http://schemas.microsoft.com/office/drawing/2014/main" id="{555BF856-24DB-49EB-9D60-4122963A61F3}"/>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添加论文内容第二部分标题</a:t>
            </a:r>
          </a:p>
        </p:txBody>
      </p:sp>
      <p:cxnSp>
        <p:nvCxnSpPr>
          <p:cNvPr id="4" name="直接连接符 3">
            <a:extLst>
              <a:ext uri="{FF2B5EF4-FFF2-40B4-BE49-F238E27FC236}">
                <a16:creationId xmlns:a16="http://schemas.microsoft.com/office/drawing/2014/main" id="{9BFF1A90-B3A4-495C-A694-08A05B567CE2}"/>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9CEBD6B6-1CD1-4A0E-BF49-B195B6F7AED7}"/>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39942" name="组合 5">
            <a:extLst>
              <a:ext uri="{FF2B5EF4-FFF2-40B4-BE49-F238E27FC236}">
                <a16:creationId xmlns:a16="http://schemas.microsoft.com/office/drawing/2014/main" id="{B884C271-F450-4595-BD4E-5EB915C35DC4}"/>
              </a:ext>
            </a:extLst>
          </p:cNvPr>
          <p:cNvGrpSpPr>
            <a:grpSpLocks/>
          </p:cNvGrpSpPr>
          <p:nvPr/>
        </p:nvGrpSpPr>
        <p:grpSpPr bwMode="auto">
          <a:xfrm>
            <a:off x="209550" y="125413"/>
            <a:ext cx="638175" cy="638175"/>
            <a:chOff x="3209823" y="2234042"/>
            <a:chExt cx="1607262" cy="1607262"/>
          </a:xfrm>
        </p:grpSpPr>
        <p:sp>
          <p:nvSpPr>
            <p:cNvPr id="7" name="椭圆 6">
              <a:extLst>
                <a:ext uri="{FF2B5EF4-FFF2-40B4-BE49-F238E27FC236}">
                  <a16:creationId xmlns:a16="http://schemas.microsoft.com/office/drawing/2014/main" id="{BD95C435-9795-4AD8-93CA-F01FD9DFEE7F}"/>
                </a:ext>
              </a:extLst>
            </p:cNvPr>
            <p:cNvSpPr/>
            <p:nvPr/>
          </p:nvSpPr>
          <p:spPr>
            <a:xfrm>
              <a:off x="3209823"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BFCB2CE4-A9D5-44F7-93C3-34CDA7D09ADF}"/>
                </a:ext>
              </a:extLst>
            </p:cNvPr>
            <p:cNvSpPr/>
            <p:nvPr/>
          </p:nvSpPr>
          <p:spPr>
            <a:xfrm>
              <a:off x="3317775" y="2341991"/>
              <a:ext cx="1391361"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9" name="KSO_Shape">
              <a:extLst>
                <a:ext uri="{FF2B5EF4-FFF2-40B4-BE49-F238E27FC236}">
                  <a16:creationId xmlns:a16="http://schemas.microsoft.com/office/drawing/2014/main" id="{73AAF2A6-85AF-4A10-9414-F743AEAF3FF3}"/>
                </a:ext>
              </a:extLst>
            </p:cNvPr>
            <p:cNvSpPr/>
            <p:nvPr/>
          </p:nvSpPr>
          <p:spPr bwMode="auto">
            <a:xfrm>
              <a:off x="3549668" y="2597874"/>
              <a:ext cx="927574" cy="879596"/>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10" name="椭圆 9">
            <a:extLst>
              <a:ext uri="{FF2B5EF4-FFF2-40B4-BE49-F238E27FC236}">
                <a16:creationId xmlns:a16="http://schemas.microsoft.com/office/drawing/2014/main" id="{174F8213-9764-4688-AE29-D3C9EE6F51CC}"/>
              </a:ext>
            </a:extLst>
          </p:cNvPr>
          <p:cNvSpPr/>
          <p:nvPr/>
        </p:nvSpPr>
        <p:spPr>
          <a:xfrm>
            <a:off x="1828800" y="2598738"/>
            <a:ext cx="1422400" cy="1422400"/>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cs typeface="+mn-ea"/>
              <a:sym typeface="+mn-lt"/>
            </a:endParaRPr>
          </a:p>
        </p:txBody>
      </p:sp>
      <p:sp>
        <p:nvSpPr>
          <p:cNvPr id="11" name="椭圆 10">
            <a:extLst>
              <a:ext uri="{FF2B5EF4-FFF2-40B4-BE49-F238E27FC236}">
                <a16:creationId xmlns:a16="http://schemas.microsoft.com/office/drawing/2014/main" id="{2302D242-8166-438D-95D2-C7D7E9C914DF}"/>
              </a:ext>
            </a:extLst>
          </p:cNvPr>
          <p:cNvSpPr/>
          <p:nvPr/>
        </p:nvSpPr>
        <p:spPr>
          <a:xfrm>
            <a:off x="4176713" y="2598738"/>
            <a:ext cx="1422400" cy="1422400"/>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cs typeface="+mn-ea"/>
              <a:sym typeface="+mn-lt"/>
            </a:endParaRPr>
          </a:p>
        </p:txBody>
      </p:sp>
      <p:sp>
        <p:nvSpPr>
          <p:cNvPr id="12" name="椭圆 11">
            <a:extLst>
              <a:ext uri="{FF2B5EF4-FFF2-40B4-BE49-F238E27FC236}">
                <a16:creationId xmlns:a16="http://schemas.microsoft.com/office/drawing/2014/main" id="{5E8E87D3-8E2F-44D8-8DED-4C26747F660C}"/>
              </a:ext>
            </a:extLst>
          </p:cNvPr>
          <p:cNvSpPr/>
          <p:nvPr/>
        </p:nvSpPr>
        <p:spPr>
          <a:xfrm>
            <a:off x="6524625" y="2598738"/>
            <a:ext cx="1422400" cy="1422400"/>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cs typeface="+mn-ea"/>
              <a:sym typeface="+mn-lt"/>
            </a:endParaRPr>
          </a:p>
        </p:txBody>
      </p:sp>
      <p:sp>
        <p:nvSpPr>
          <p:cNvPr id="13" name="椭圆 12">
            <a:extLst>
              <a:ext uri="{FF2B5EF4-FFF2-40B4-BE49-F238E27FC236}">
                <a16:creationId xmlns:a16="http://schemas.microsoft.com/office/drawing/2014/main" id="{B24F552F-21C5-425D-AED6-3DBE7820E5D4}"/>
              </a:ext>
            </a:extLst>
          </p:cNvPr>
          <p:cNvSpPr/>
          <p:nvPr/>
        </p:nvSpPr>
        <p:spPr>
          <a:xfrm>
            <a:off x="8926513" y="2598738"/>
            <a:ext cx="1422400" cy="1422400"/>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cs typeface="+mn-ea"/>
              <a:sym typeface="+mn-lt"/>
            </a:endParaRPr>
          </a:p>
        </p:txBody>
      </p:sp>
      <p:sp>
        <p:nvSpPr>
          <p:cNvPr id="14" name="KSO_Shape">
            <a:extLst>
              <a:ext uri="{FF2B5EF4-FFF2-40B4-BE49-F238E27FC236}">
                <a16:creationId xmlns:a16="http://schemas.microsoft.com/office/drawing/2014/main" id="{6E4E168B-F664-4C62-BFEC-D5B6CBF77D60}"/>
              </a:ext>
            </a:extLst>
          </p:cNvPr>
          <p:cNvSpPr/>
          <p:nvPr/>
        </p:nvSpPr>
        <p:spPr>
          <a:xfrm>
            <a:off x="2251075" y="2962275"/>
            <a:ext cx="577850" cy="695325"/>
          </a:xfrm>
          <a:custGeom>
            <a:avLst/>
            <a:gdLst>
              <a:gd name="connsiteX0" fmla="*/ 331068 w 1208088"/>
              <a:gd name="connsiteY0" fmla="*/ 665573 h 1452563"/>
              <a:gd name="connsiteX1" fmla="*/ 508820 w 1208088"/>
              <a:gd name="connsiteY1" fmla="*/ 932822 h 1452563"/>
              <a:gd name="connsiteX2" fmla="*/ 369158 w 1208088"/>
              <a:gd name="connsiteY2" fmla="*/ 932822 h 1452563"/>
              <a:gd name="connsiteX3" fmla="*/ 369158 w 1208088"/>
              <a:gd name="connsiteY3" fmla="*/ 983727 h 1452563"/>
              <a:gd name="connsiteX4" fmla="*/ 534213 w 1208088"/>
              <a:gd name="connsiteY4" fmla="*/ 983727 h 1452563"/>
              <a:gd name="connsiteX5" fmla="*/ 534213 w 1208088"/>
              <a:gd name="connsiteY5" fmla="*/ 1034632 h 1452563"/>
              <a:gd name="connsiteX6" fmla="*/ 369158 w 1208088"/>
              <a:gd name="connsiteY6" fmla="*/ 1034632 h 1452563"/>
              <a:gd name="connsiteX7" fmla="*/ 369158 w 1208088"/>
              <a:gd name="connsiteY7" fmla="*/ 1085536 h 1452563"/>
              <a:gd name="connsiteX8" fmla="*/ 534213 w 1208088"/>
              <a:gd name="connsiteY8" fmla="*/ 1085536 h 1452563"/>
              <a:gd name="connsiteX9" fmla="*/ 534213 w 1208088"/>
              <a:gd name="connsiteY9" fmla="*/ 1238250 h 1452563"/>
              <a:gd name="connsiteX10" fmla="*/ 673875 w 1208088"/>
              <a:gd name="connsiteY10" fmla="*/ 1238250 h 1452563"/>
              <a:gd name="connsiteX11" fmla="*/ 673875 w 1208088"/>
              <a:gd name="connsiteY11" fmla="*/ 1085536 h 1452563"/>
              <a:gd name="connsiteX12" fmla="*/ 864324 w 1208088"/>
              <a:gd name="connsiteY12" fmla="*/ 1085536 h 1452563"/>
              <a:gd name="connsiteX13" fmla="*/ 864324 w 1208088"/>
              <a:gd name="connsiteY13" fmla="*/ 1034632 h 1452563"/>
              <a:gd name="connsiteX14" fmla="*/ 673875 w 1208088"/>
              <a:gd name="connsiteY14" fmla="*/ 1034632 h 1452563"/>
              <a:gd name="connsiteX15" fmla="*/ 673875 w 1208088"/>
              <a:gd name="connsiteY15" fmla="*/ 983727 h 1452563"/>
              <a:gd name="connsiteX16" fmla="*/ 864324 w 1208088"/>
              <a:gd name="connsiteY16" fmla="*/ 983727 h 1452563"/>
              <a:gd name="connsiteX17" fmla="*/ 864324 w 1208088"/>
              <a:gd name="connsiteY17" fmla="*/ 932822 h 1452563"/>
              <a:gd name="connsiteX18" fmla="*/ 699268 w 1208088"/>
              <a:gd name="connsiteY18" fmla="*/ 932822 h 1452563"/>
              <a:gd name="connsiteX19" fmla="*/ 877020 w 1208088"/>
              <a:gd name="connsiteY19" fmla="*/ 665573 h 1452563"/>
              <a:gd name="connsiteX20" fmla="*/ 737358 w 1208088"/>
              <a:gd name="connsiteY20" fmla="*/ 665573 h 1452563"/>
              <a:gd name="connsiteX21" fmla="*/ 597696 w 1208088"/>
              <a:gd name="connsiteY21" fmla="*/ 881918 h 1452563"/>
              <a:gd name="connsiteX22" fmla="*/ 458034 w 1208088"/>
              <a:gd name="connsiteY22" fmla="*/ 665573 h 1452563"/>
              <a:gd name="connsiteX23" fmla="*/ 331068 w 1208088"/>
              <a:gd name="connsiteY23" fmla="*/ 665573 h 1452563"/>
              <a:gd name="connsiteX24" fmla="*/ 719206 w 1208088"/>
              <a:gd name="connsiteY24" fmla="*/ 0 h 1452563"/>
              <a:gd name="connsiteX25" fmla="*/ 727454 w 1208088"/>
              <a:gd name="connsiteY25" fmla="*/ 317 h 1452563"/>
              <a:gd name="connsiteX26" fmla="*/ 736654 w 1208088"/>
              <a:gd name="connsiteY26" fmla="*/ 952 h 1452563"/>
              <a:gd name="connsiteX27" fmla="*/ 746172 w 1208088"/>
              <a:gd name="connsiteY27" fmla="*/ 2538 h 1452563"/>
              <a:gd name="connsiteX28" fmla="*/ 756641 w 1208088"/>
              <a:gd name="connsiteY28" fmla="*/ 4125 h 1452563"/>
              <a:gd name="connsiteX29" fmla="*/ 767428 w 1208088"/>
              <a:gd name="connsiteY29" fmla="*/ 6028 h 1452563"/>
              <a:gd name="connsiteX30" fmla="*/ 778849 w 1208088"/>
              <a:gd name="connsiteY30" fmla="*/ 8567 h 1452563"/>
              <a:gd name="connsiteX31" fmla="*/ 791222 w 1208088"/>
              <a:gd name="connsiteY31" fmla="*/ 11422 h 1452563"/>
              <a:gd name="connsiteX32" fmla="*/ 804546 w 1208088"/>
              <a:gd name="connsiteY32" fmla="*/ 14913 h 1452563"/>
              <a:gd name="connsiteX33" fmla="*/ 818822 w 1208088"/>
              <a:gd name="connsiteY33" fmla="*/ 18720 h 1452563"/>
              <a:gd name="connsiteX34" fmla="*/ 833416 w 1208088"/>
              <a:gd name="connsiteY34" fmla="*/ 23480 h 1452563"/>
              <a:gd name="connsiteX35" fmla="*/ 829609 w 1208088"/>
              <a:gd name="connsiteY35" fmla="*/ 36171 h 1452563"/>
              <a:gd name="connsiteX36" fmla="*/ 825802 w 1208088"/>
              <a:gd name="connsiteY36" fmla="*/ 48228 h 1452563"/>
              <a:gd name="connsiteX37" fmla="*/ 818188 w 1208088"/>
              <a:gd name="connsiteY37" fmla="*/ 70439 h 1452563"/>
              <a:gd name="connsiteX38" fmla="*/ 810256 w 1208088"/>
              <a:gd name="connsiteY38" fmla="*/ 91063 h 1452563"/>
              <a:gd name="connsiteX39" fmla="*/ 802960 w 1208088"/>
              <a:gd name="connsiteY39" fmla="*/ 108831 h 1452563"/>
              <a:gd name="connsiteX40" fmla="*/ 795663 w 1208088"/>
              <a:gd name="connsiteY40" fmla="*/ 125013 h 1452563"/>
              <a:gd name="connsiteX41" fmla="*/ 788684 w 1208088"/>
              <a:gd name="connsiteY41" fmla="*/ 138974 h 1452563"/>
              <a:gd name="connsiteX42" fmla="*/ 782021 w 1208088"/>
              <a:gd name="connsiteY42" fmla="*/ 151983 h 1452563"/>
              <a:gd name="connsiteX43" fmla="*/ 775994 w 1208088"/>
              <a:gd name="connsiteY43" fmla="*/ 163405 h 1452563"/>
              <a:gd name="connsiteX44" fmla="*/ 764572 w 1208088"/>
              <a:gd name="connsiteY44" fmla="*/ 183077 h 1452563"/>
              <a:gd name="connsiteX45" fmla="*/ 760131 w 1208088"/>
              <a:gd name="connsiteY45" fmla="*/ 191644 h 1452563"/>
              <a:gd name="connsiteX46" fmla="*/ 756007 w 1208088"/>
              <a:gd name="connsiteY46" fmla="*/ 200211 h 1452563"/>
              <a:gd name="connsiteX47" fmla="*/ 752517 w 1208088"/>
              <a:gd name="connsiteY47" fmla="*/ 207826 h 1452563"/>
              <a:gd name="connsiteX48" fmla="*/ 749662 w 1208088"/>
              <a:gd name="connsiteY48" fmla="*/ 215759 h 1452563"/>
              <a:gd name="connsiteX49" fmla="*/ 748393 w 1208088"/>
              <a:gd name="connsiteY49" fmla="*/ 219566 h 1452563"/>
              <a:gd name="connsiteX50" fmla="*/ 747441 w 1208088"/>
              <a:gd name="connsiteY50" fmla="*/ 223374 h 1452563"/>
              <a:gd name="connsiteX51" fmla="*/ 746806 w 1208088"/>
              <a:gd name="connsiteY51" fmla="*/ 227181 h 1452563"/>
              <a:gd name="connsiteX52" fmla="*/ 746489 w 1208088"/>
              <a:gd name="connsiteY52" fmla="*/ 231623 h 1452563"/>
              <a:gd name="connsiteX53" fmla="*/ 748076 w 1208088"/>
              <a:gd name="connsiteY53" fmla="*/ 231623 h 1452563"/>
              <a:gd name="connsiteX54" fmla="*/ 750931 w 1208088"/>
              <a:gd name="connsiteY54" fmla="*/ 231623 h 1452563"/>
              <a:gd name="connsiteX55" fmla="*/ 753786 w 1208088"/>
              <a:gd name="connsiteY55" fmla="*/ 231940 h 1452563"/>
              <a:gd name="connsiteX56" fmla="*/ 756324 w 1208088"/>
              <a:gd name="connsiteY56" fmla="*/ 232258 h 1452563"/>
              <a:gd name="connsiteX57" fmla="*/ 758862 w 1208088"/>
              <a:gd name="connsiteY57" fmla="*/ 233210 h 1452563"/>
              <a:gd name="connsiteX58" fmla="*/ 761400 w 1208088"/>
              <a:gd name="connsiteY58" fmla="*/ 233844 h 1452563"/>
              <a:gd name="connsiteX59" fmla="*/ 763621 w 1208088"/>
              <a:gd name="connsiteY59" fmla="*/ 234796 h 1452563"/>
              <a:gd name="connsiteX60" fmla="*/ 765842 w 1208088"/>
              <a:gd name="connsiteY60" fmla="*/ 236065 h 1452563"/>
              <a:gd name="connsiteX61" fmla="*/ 768062 w 1208088"/>
              <a:gd name="connsiteY61" fmla="*/ 237334 h 1452563"/>
              <a:gd name="connsiteX62" fmla="*/ 769966 w 1208088"/>
              <a:gd name="connsiteY62" fmla="*/ 238921 h 1452563"/>
              <a:gd name="connsiteX63" fmla="*/ 771552 w 1208088"/>
              <a:gd name="connsiteY63" fmla="*/ 240190 h 1452563"/>
              <a:gd name="connsiteX64" fmla="*/ 772821 w 1208088"/>
              <a:gd name="connsiteY64" fmla="*/ 242094 h 1452563"/>
              <a:gd name="connsiteX65" fmla="*/ 774090 w 1208088"/>
              <a:gd name="connsiteY65" fmla="*/ 243680 h 1452563"/>
              <a:gd name="connsiteX66" fmla="*/ 775042 w 1208088"/>
              <a:gd name="connsiteY66" fmla="*/ 245901 h 1452563"/>
              <a:gd name="connsiteX67" fmla="*/ 775676 w 1208088"/>
              <a:gd name="connsiteY67" fmla="*/ 247805 h 1452563"/>
              <a:gd name="connsiteX68" fmla="*/ 775994 w 1208088"/>
              <a:gd name="connsiteY68" fmla="*/ 249709 h 1452563"/>
              <a:gd name="connsiteX69" fmla="*/ 776311 w 1208088"/>
              <a:gd name="connsiteY69" fmla="*/ 251930 h 1452563"/>
              <a:gd name="connsiteX70" fmla="*/ 776311 w 1208088"/>
              <a:gd name="connsiteY70" fmla="*/ 253834 h 1452563"/>
              <a:gd name="connsiteX71" fmla="*/ 775676 w 1208088"/>
              <a:gd name="connsiteY71" fmla="*/ 255420 h 1452563"/>
              <a:gd name="connsiteX72" fmla="*/ 775359 w 1208088"/>
              <a:gd name="connsiteY72" fmla="*/ 257324 h 1452563"/>
              <a:gd name="connsiteX73" fmla="*/ 774407 w 1208088"/>
              <a:gd name="connsiteY73" fmla="*/ 258910 h 1452563"/>
              <a:gd name="connsiteX74" fmla="*/ 773456 w 1208088"/>
              <a:gd name="connsiteY74" fmla="*/ 260497 h 1452563"/>
              <a:gd name="connsiteX75" fmla="*/ 772186 w 1208088"/>
              <a:gd name="connsiteY75" fmla="*/ 262083 h 1452563"/>
              <a:gd name="connsiteX76" fmla="*/ 769331 w 1208088"/>
              <a:gd name="connsiteY76" fmla="*/ 265256 h 1452563"/>
              <a:gd name="connsiteX77" fmla="*/ 765524 w 1208088"/>
              <a:gd name="connsiteY77" fmla="*/ 267794 h 1452563"/>
              <a:gd name="connsiteX78" fmla="*/ 761717 w 1208088"/>
              <a:gd name="connsiteY78" fmla="*/ 269698 h 1452563"/>
              <a:gd name="connsiteX79" fmla="*/ 756958 w 1208088"/>
              <a:gd name="connsiteY79" fmla="*/ 270967 h 1452563"/>
              <a:gd name="connsiteX80" fmla="*/ 752200 w 1208088"/>
              <a:gd name="connsiteY80" fmla="*/ 271919 h 1452563"/>
              <a:gd name="connsiteX81" fmla="*/ 756324 w 1208088"/>
              <a:gd name="connsiteY81" fmla="*/ 284611 h 1452563"/>
              <a:gd name="connsiteX82" fmla="*/ 757910 w 1208088"/>
              <a:gd name="connsiteY82" fmla="*/ 289053 h 1452563"/>
              <a:gd name="connsiteX83" fmla="*/ 760448 w 1208088"/>
              <a:gd name="connsiteY83" fmla="*/ 293812 h 1452563"/>
              <a:gd name="connsiteX84" fmla="*/ 763621 w 1208088"/>
              <a:gd name="connsiteY84" fmla="*/ 299206 h 1452563"/>
              <a:gd name="connsiteX85" fmla="*/ 768062 w 1208088"/>
              <a:gd name="connsiteY85" fmla="*/ 304283 h 1452563"/>
              <a:gd name="connsiteX86" fmla="*/ 772504 w 1208088"/>
              <a:gd name="connsiteY86" fmla="*/ 309677 h 1452563"/>
              <a:gd name="connsiteX87" fmla="*/ 777580 w 1208088"/>
              <a:gd name="connsiteY87" fmla="*/ 315706 h 1452563"/>
              <a:gd name="connsiteX88" fmla="*/ 783608 w 1208088"/>
              <a:gd name="connsiteY88" fmla="*/ 321417 h 1452563"/>
              <a:gd name="connsiteX89" fmla="*/ 789952 w 1208088"/>
              <a:gd name="connsiteY89" fmla="*/ 327445 h 1452563"/>
              <a:gd name="connsiteX90" fmla="*/ 796615 w 1208088"/>
              <a:gd name="connsiteY90" fmla="*/ 333791 h 1452563"/>
              <a:gd name="connsiteX91" fmla="*/ 803912 w 1208088"/>
              <a:gd name="connsiteY91" fmla="*/ 339820 h 1452563"/>
              <a:gd name="connsiteX92" fmla="*/ 819774 w 1208088"/>
              <a:gd name="connsiteY92" fmla="*/ 353146 h 1452563"/>
              <a:gd name="connsiteX93" fmla="*/ 836588 w 1208088"/>
              <a:gd name="connsiteY93" fmla="*/ 366155 h 1452563"/>
              <a:gd name="connsiteX94" fmla="*/ 854672 w 1208088"/>
              <a:gd name="connsiteY94" fmla="*/ 379798 h 1452563"/>
              <a:gd name="connsiteX95" fmla="*/ 891472 w 1208088"/>
              <a:gd name="connsiteY95" fmla="*/ 407720 h 1452563"/>
              <a:gd name="connsiteX96" fmla="*/ 928274 w 1208088"/>
              <a:gd name="connsiteY96" fmla="*/ 435008 h 1452563"/>
              <a:gd name="connsiteX97" fmla="*/ 945405 w 1208088"/>
              <a:gd name="connsiteY97" fmla="*/ 448334 h 1452563"/>
              <a:gd name="connsiteX98" fmla="*/ 961902 w 1208088"/>
              <a:gd name="connsiteY98" fmla="*/ 461343 h 1452563"/>
              <a:gd name="connsiteX99" fmla="*/ 976496 w 1208088"/>
              <a:gd name="connsiteY99" fmla="*/ 474034 h 1452563"/>
              <a:gd name="connsiteX100" fmla="*/ 983158 w 1208088"/>
              <a:gd name="connsiteY100" fmla="*/ 479746 h 1452563"/>
              <a:gd name="connsiteX101" fmla="*/ 989186 w 1208088"/>
              <a:gd name="connsiteY101" fmla="*/ 485457 h 1452563"/>
              <a:gd name="connsiteX102" fmla="*/ 996482 w 1208088"/>
              <a:gd name="connsiteY102" fmla="*/ 493072 h 1452563"/>
              <a:gd name="connsiteX103" fmla="*/ 1003779 w 1208088"/>
              <a:gd name="connsiteY103" fmla="*/ 501004 h 1452563"/>
              <a:gd name="connsiteX104" fmla="*/ 1011393 w 1208088"/>
              <a:gd name="connsiteY104" fmla="*/ 510206 h 1452563"/>
              <a:gd name="connsiteX105" fmla="*/ 1019007 w 1208088"/>
              <a:gd name="connsiteY105" fmla="*/ 519725 h 1452563"/>
              <a:gd name="connsiteX106" fmla="*/ 1026938 w 1208088"/>
              <a:gd name="connsiteY106" fmla="*/ 530830 h 1452563"/>
              <a:gd name="connsiteX107" fmla="*/ 1034552 w 1208088"/>
              <a:gd name="connsiteY107" fmla="*/ 542252 h 1452563"/>
              <a:gd name="connsiteX108" fmla="*/ 1042801 w 1208088"/>
              <a:gd name="connsiteY108" fmla="*/ 554309 h 1452563"/>
              <a:gd name="connsiteX109" fmla="*/ 1050732 w 1208088"/>
              <a:gd name="connsiteY109" fmla="*/ 567318 h 1452563"/>
              <a:gd name="connsiteX110" fmla="*/ 1058663 w 1208088"/>
              <a:gd name="connsiteY110" fmla="*/ 581279 h 1452563"/>
              <a:gd name="connsiteX111" fmla="*/ 1066912 w 1208088"/>
              <a:gd name="connsiteY111" fmla="*/ 595557 h 1452563"/>
              <a:gd name="connsiteX112" fmla="*/ 1074843 w 1208088"/>
              <a:gd name="connsiteY112" fmla="*/ 610153 h 1452563"/>
              <a:gd name="connsiteX113" fmla="*/ 1083092 w 1208088"/>
              <a:gd name="connsiteY113" fmla="*/ 626017 h 1452563"/>
              <a:gd name="connsiteX114" fmla="*/ 1091023 w 1208088"/>
              <a:gd name="connsiteY114" fmla="*/ 641882 h 1452563"/>
              <a:gd name="connsiteX115" fmla="*/ 1098954 w 1208088"/>
              <a:gd name="connsiteY115" fmla="*/ 658698 h 1452563"/>
              <a:gd name="connsiteX116" fmla="*/ 1106568 w 1208088"/>
              <a:gd name="connsiteY116" fmla="*/ 675832 h 1452563"/>
              <a:gd name="connsiteX117" fmla="*/ 1114499 w 1208088"/>
              <a:gd name="connsiteY117" fmla="*/ 693283 h 1452563"/>
              <a:gd name="connsiteX118" fmla="*/ 1122113 w 1208088"/>
              <a:gd name="connsiteY118" fmla="*/ 711369 h 1452563"/>
              <a:gd name="connsiteX119" fmla="*/ 1129727 w 1208088"/>
              <a:gd name="connsiteY119" fmla="*/ 729772 h 1452563"/>
              <a:gd name="connsiteX120" fmla="*/ 1136707 w 1208088"/>
              <a:gd name="connsiteY120" fmla="*/ 748492 h 1452563"/>
              <a:gd name="connsiteX121" fmla="*/ 1143686 w 1208088"/>
              <a:gd name="connsiteY121" fmla="*/ 768164 h 1452563"/>
              <a:gd name="connsiteX122" fmla="*/ 1150348 w 1208088"/>
              <a:gd name="connsiteY122" fmla="*/ 787519 h 1452563"/>
              <a:gd name="connsiteX123" fmla="*/ 1157011 w 1208088"/>
              <a:gd name="connsiteY123" fmla="*/ 807191 h 1452563"/>
              <a:gd name="connsiteX124" fmla="*/ 1163038 w 1208088"/>
              <a:gd name="connsiteY124" fmla="*/ 826863 h 1452563"/>
              <a:gd name="connsiteX125" fmla="*/ 1169066 w 1208088"/>
              <a:gd name="connsiteY125" fmla="*/ 847170 h 1452563"/>
              <a:gd name="connsiteX126" fmla="*/ 1174460 w 1208088"/>
              <a:gd name="connsiteY126" fmla="*/ 867477 h 1452563"/>
              <a:gd name="connsiteX127" fmla="*/ 1179853 w 1208088"/>
              <a:gd name="connsiteY127" fmla="*/ 887783 h 1452563"/>
              <a:gd name="connsiteX128" fmla="*/ 1184929 w 1208088"/>
              <a:gd name="connsiteY128" fmla="*/ 908407 h 1452563"/>
              <a:gd name="connsiteX129" fmla="*/ 1189370 w 1208088"/>
              <a:gd name="connsiteY129" fmla="*/ 929031 h 1452563"/>
              <a:gd name="connsiteX130" fmla="*/ 1193177 w 1208088"/>
              <a:gd name="connsiteY130" fmla="*/ 949655 h 1452563"/>
              <a:gd name="connsiteX131" fmla="*/ 1196667 w 1208088"/>
              <a:gd name="connsiteY131" fmla="*/ 970279 h 1452563"/>
              <a:gd name="connsiteX132" fmla="*/ 1200157 w 1208088"/>
              <a:gd name="connsiteY132" fmla="*/ 990903 h 1452563"/>
              <a:gd name="connsiteX133" fmla="*/ 1202695 w 1208088"/>
              <a:gd name="connsiteY133" fmla="*/ 1011845 h 1452563"/>
              <a:gd name="connsiteX134" fmla="*/ 1204916 w 1208088"/>
              <a:gd name="connsiteY134" fmla="*/ 1032151 h 1452563"/>
              <a:gd name="connsiteX135" fmla="*/ 1206502 w 1208088"/>
              <a:gd name="connsiteY135" fmla="*/ 1052458 h 1452563"/>
              <a:gd name="connsiteX136" fmla="*/ 1207454 w 1208088"/>
              <a:gd name="connsiteY136" fmla="*/ 1072447 h 1452563"/>
              <a:gd name="connsiteX137" fmla="*/ 1208088 w 1208088"/>
              <a:gd name="connsiteY137" fmla="*/ 1092437 h 1452563"/>
              <a:gd name="connsiteX138" fmla="*/ 1207771 w 1208088"/>
              <a:gd name="connsiteY138" fmla="*/ 1112426 h 1452563"/>
              <a:gd name="connsiteX139" fmla="*/ 1207136 w 1208088"/>
              <a:gd name="connsiteY139" fmla="*/ 1131781 h 1452563"/>
              <a:gd name="connsiteX140" fmla="*/ 1205867 w 1208088"/>
              <a:gd name="connsiteY140" fmla="*/ 1151453 h 1452563"/>
              <a:gd name="connsiteX141" fmla="*/ 1203646 w 1208088"/>
              <a:gd name="connsiteY141" fmla="*/ 1170173 h 1452563"/>
              <a:gd name="connsiteX142" fmla="*/ 1201108 w 1208088"/>
              <a:gd name="connsiteY142" fmla="*/ 1188893 h 1452563"/>
              <a:gd name="connsiteX143" fmla="*/ 1199522 w 1208088"/>
              <a:gd name="connsiteY143" fmla="*/ 1197778 h 1452563"/>
              <a:gd name="connsiteX144" fmla="*/ 1197302 w 1208088"/>
              <a:gd name="connsiteY144" fmla="*/ 1206979 h 1452563"/>
              <a:gd name="connsiteX145" fmla="*/ 1195398 w 1208088"/>
              <a:gd name="connsiteY145" fmla="*/ 1215863 h 1452563"/>
              <a:gd name="connsiteX146" fmla="*/ 1193177 w 1208088"/>
              <a:gd name="connsiteY146" fmla="*/ 1224747 h 1452563"/>
              <a:gd name="connsiteX147" fmla="*/ 1190956 w 1208088"/>
              <a:gd name="connsiteY147" fmla="*/ 1233314 h 1452563"/>
              <a:gd name="connsiteX148" fmla="*/ 1188418 w 1208088"/>
              <a:gd name="connsiteY148" fmla="*/ 1242199 h 1452563"/>
              <a:gd name="connsiteX149" fmla="*/ 1185563 w 1208088"/>
              <a:gd name="connsiteY149" fmla="*/ 1250448 h 1452563"/>
              <a:gd name="connsiteX150" fmla="*/ 1182708 w 1208088"/>
              <a:gd name="connsiteY150" fmla="*/ 1259015 h 1452563"/>
              <a:gd name="connsiteX151" fmla="*/ 1179218 w 1208088"/>
              <a:gd name="connsiteY151" fmla="*/ 1266947 h 1452563"/>
              <a:gd name="connsiteX152" fmla="*/ 1175728 w 1208088"/>
              <a:gd name="connsiteY152" fmla="*/ 1275197 h 1452563"/>
              <a:gd name="connsiteX153" fmla="*/ 1172239 w 1208088"/>
              <a:gd name="connsiteY153" fmla="*/ 1283129 h 1452563"/>
              <a:gd name="connsiteX154" fmla="*/ 1168749 w 1208088"/>
              <a:gd name="connsiteY154" fmla="*/ 1291062 h 1452563"/>
              <a:gd name="connsiteX155" fmla="*/ 1164625 w 1208088"/>
              <a:gd name="connsiteY155" fmla="*/ 1298677 h 1452563"/>
              <a:gd name="connsiteX156" fmla="*/ 1160183 w 1208088"/>
              <a:gd name="connsiteY156" fmla="*/ 1305974 h 1452563"/>
              <a:gd name="connsiteX157" fmla="*/ 1155742 w 1208088"/>
              <a:gd name="connsiteY157" fmla="*/ 1313589 h 1452563"/>
              <a:gd name="connsiteX158" fmla="*/ 1151300 w 1208088"/>
              <a:gd name="connsiteY158" fmla="*/ 1320570 h 1452563"/>
              <a:gd name="connsiteX159" fmla="*/ 1146542 w 1208088"/>
              <a:gd name="connsiteY159" fmla="*/ 1327867 h 1452563"/>
              <a:gd name="connsiteX160" fmla="*/ 1141148 w 1208088"/>
              <a:gd name="connsiteY160" fmla="*/ 1334531 h 1452563"/>
              <a:gd name="connsiteX161" fmla="*/ 1135755 w 1208088"/>
              <a:gd name="connsiteY161" fmla="*/ 1341194 h 1452563"/>
              <a:gd name="connsiteX162" fmla="*/ 1130362 w 1208088"/>
              <a:gd name="connsiteY162" fmla="*/ 1347857 h 1452563"/>
              <a:gd name="connsiteX163" fmla="*/ 1124334 w 1208088"/>
              <a:gd name="connsiteY163" fmla="*/ 1354203 h 1452563"/>
              <a:gd name="connsiteX164" fmla="*/ 1118306 w 1208088"/>
              <a:gd name="connsiteY164" fmla="*/ 1360548 h 1452563"/>
              <a:gd name="connsiteX165" fmla="*/ 1112278 w 1208088"/>
              <a:gd name="connsiteY165" fmla="*/ 1366577 h 1452563"/>
              <a:gd name="connsiteX166" fmla="*/ 1105299 w 1208088"/>
              <a:gd name="connsiteY166" fmla="*/ 1372288 h 1452563"/>
              <a:gd name="connsiteX167" fmla="*/ 1098637 w 1208088"/>
              <a:gd name="connsiteY167" fmla="*/ 1378000 h 1452563"/>
              <a:gd name="connsiteX168" fmla="*/ 1091657 w 1208088"/>
              <a:gd name="connsiteY168" fmla="*/ 1383394 h 1452563"/>
              <a:gd name="connsiteX169" fmla="*/ 1084360 w 1208088"/>
              <a:gd name="connsiteY169" fmla="*/ 1388470 h 1452563"/>
              <a:gd name="connsiteX170" fmla="*/ 1076746 w 1208088"/>
              <a:gd name="connsiteY170" fmla="*/ 1393230 h 1452563"/>
              <a:gd name="connsiteX171" fmla="*/ 1068815 w 1208088"/>
              <a:gd name="connsiteY171" fmla="*/ 1398306 h 1452563"/>
              <a:gd name="connsiteX172" fmla="*/ 1061201 w 1208088"/>
              <a:gd name="connsiteY172" fmla="*/ 1402748 h 1452563"/>
              <a:gd name="connsiteX173" fmla="*/ 1052636 w 1208088"/>
              <a:gd name="connsiteY173" fmla="*/ 1407190 h 1452563"/>
              <a:gd name="connsiteX174" fmla="*/ 1044070 w 1208088"/>
              <a:gd name="connsiteY174" fmla="*/ 1411633 h 1452563"/>
              <a:gd name="connsiteX175" fmla="*/ 1035187 w 1208088"/>
              <a:gd name="connsiteY175" fmla="*/ 1415440 h 1452563"/>
              <a:gd name="connsiteX176" fmla="*/ 1025986 w 1208088"/>
              <a:gd name="connsiteY176" fmla="*/ 1418930 h 1452563"/>
              <a:gd name="connsiteX177" fmla="*/ 1016469 w 1208088"/>
              <a:gd name="connsiteY177" fmla="*/ 1422420 h 1452563"/>
              <a:gd name="connsiteX178" fmla="*/ 1006634 w 1208088"/>
              <a:gd name="connsiteY178" fmla="*/ 1425593 h 1452563"/>
              <a:gd name="connsiteX179" fmla="*/ 996800 w 1208088"/>
              <a:gd name="connsiteY179" fmla="*/ 1428766 h 1452563"/>
              <a:gd name="connsiteX180" fmla="*/ 986330 w 1208088"/>
              <a:gd name="connsiteY180" fmla="*/ 1431305 h 1452563"/>
              <a:gd name="connsiteX181" fmla="*/ 976178 w 1208088"/>
              <a:gd name="connsiteY181" fmla="*/ 1433843 h 1452563"/>
              <a:gd name="connsiteX182" fmla="*/ 965074 w 1208088"/>
              <a:gd name="connsiteY182" fmla="*/ 1436064 h 1452563"/>
              <a:gd name="connsiteX183" fmla="*/ 953971 w 1208088"/>
              <a:gd name="connsiteY183" fmla="*/ 1437968 h 1452563"/>
              <a:gd name="connsiteX184" fmla="*/ 942550 w 1208088"/>
              <a:gd name="connsiteY184" fmla="*/ 1439554 h 1452563"/>
              <a:gd name="connsiteX185" fmla="*/ 930812 w 1208088"/>
              <a:gd name="connsiteY185" fmla="*/ 1440823 h 1452563"/>
              <a:gd name="connsiteX186" fmla="*/ 918756 w 1208088"/>
              <a:gd name="connsiteY186" fmla="*/ 1442093 h 1452563"/>
              <a:gd name="connsiteX187" fmla="*/ 906383 w 1208088"/>
              <a:gd name="connsiteY187" fmla="*/ 1443044 h 1452563"/>
              <a:gd name="connsiteX188" fmla="*/ 893693 w 1208088"/>
              <a:gd name="connsiteY188" fmla="*/ 1443362 h 1452563"/>
              <a:gd name="connsiteX189" fmla="*/ 740144 w 1208088"/>
              <a:gd name="connsiteY189" fmla="*/ 1448756 h 1452563"/>
              <a:gd name="connsiteX190" fmla="*/ 652583 w 1208088"/>
              <a:gd name="connsiteY190" fmla="*/ 1451611 h 1452563"/>
              <a:gd name="connsiteX191" fmla="*/ 613244 w 1208088"/>
              <a:gd name="connsiteY191" fmla="*/ 1452563 h 1452563"/>
              <a:gd name="connsiteX192" fmla="*/ 604044 w 1208088"/>
              <a:gd name="connsiteY192" fmla="*/ 1452563 h 1452563"/>
              <a:gd name="connsiteX193" fmla="*/ 595161 w 1208088"/>
              <a:gd name="connsiteY193" fmla="*/ 1452563 h 1452563"/>
              <a:gd name="connsiteX194" fmla="*/ 555505 w 1208088"/>
              <a:gd name="connsiteY194" fmla="*/ 1451611 h 1452563"/>
              <a:gd name="connsiteX195" fmla="*/ 467944 w 1208088"/>
              <a:gd name="connsiteY195" fmla="*/ 1448756 h 1452563"/>
              <a:gd name="connsiteX196" fmla="*/ 314395 w 1208088"/>
              <a:gd name="connsiteY196" fmla="*/ 1443362 h 1452563"/>
              <a:gd name="connsiteX197" fmla="*/ 302022 w 1208088"/>
              <a:gd name="connsiteY197" fmla="*/ 1443044 h 1452563"/>
              <a:gd name="connsiteX198" fmla="*/ 289332 w 1208088"/>
              <a:gd name="connsiteY198" fmla="*/ 1442093 h 1452563"/>
              <a:gd name="connsiteX199" fmla="*/ 277276 w 1208088"/>
              <a:gd name="connsiteY199" fmla="*/ 1440823 h 1452563"/>
              <a:gd name="connsiteX200" fmla="*/ 265856 w 1208088"/>
              <a:gd name="connsiteY200" fmla="*/ 1439554 h 1452563"/>
              <a:gd name="connsiteX201" fmla="*/ 254117 w 1208088"/>
              <a:gd name="connsiteY201" fmla="*/ 1437968 h 1452563"/>
              <a:gd name="connsiteX202" fmla="*/ 243014 w 1208088"/>
              <a:gd name="connsiteY202" fmla="*/ 1436064 h 1452563"/>
              <a:gd name="connsiteX203" fmla="*/ 232227 w 1208088"/>
              <a:gd name="connsiteY203" fmla="*/ 1433843 h 1452563"/>
              <a:gd name="connsiteX204" fmla="*/ 221758 w 1208088"/>
              <a:gd name="connsiteY204" fmla="*/ 1431305 h 1452563"/>
              <a:gd name="connsiteX205" fmla="*/ 211288 w 1208088"/>
              <a:gd name="connsiteY205" fmla="*/ 1428766 h 1452563"/>
              <a:gd name="connsiteX206" fmla="*/ 201454 w 1208088"/>
              <a:gd name="connsiteY206" fmla="*/ 1425593 h 1452563"/>
              <a:gd name="connsiteX207" fmla="*/ 191619 w 1208088"/>
              <a:gd name="connsiteY207" fmla="*/ 1422420 h 1452563"/>
              <a:gd name="connsiteX208" fmla="*/ 182419 w 1208088"/>
              <a:gd name="connsiteY208" fmla="*/ 1418930 h 1452563"/>
              <a:gd name="connsiteX209" fmla="*/ 172901 w 1208088"/>
              <a:gd name="connsiteY209" fmla="*/ 1415440 h 1452563"/>
              <a:gd name="connsiteX210" fmla="*/ 164336 w 1208088"/>
              <a:gd name="connsiteY210" fmla="*/ 1411633 h 1452563"/>
              <a:gd name="connsiteX211" fmla="*/ 155452 w 1208088"/>
              <a:gd name="connsiteY211" fmla="*/ 1407190 h 1452563"/>
              <a:gd name="connsiteX212" fmla="*/ 147521 w 1208088"/>
              <a:gd name="connsiteY212" fmla="*/ 1402748 h 1452563"/>
              <a:gd name="connsiteX213" fmla="*/ 139273 w 1208088"/>
              <a:gd name="connsiteY213" fmla="*/ 1398306 h 1452563"/>
              <a:gd name="connsiteX214" fmla="*/ 131342 w 1208088"/>
              <a:gd name="connsiteY214" fmla="*/ 1393230 h 1452563"/>
              <a:gd name="connsiteX215" fmla="*/ 123728 w 1208088"/>
              <a:gd name="connsiteY215" fmla="*/ 1388470 h 1452563"/>
              <a:gd name="connsiteX216" fmla="*/ 116431 w 1208088"/>
              <a:gd name="connsiteY216" fmla="*/ 1383394 h 1452563"/>
              <a:gd name="connsiteX217" fmla="*/ 109768 w 1208088"/>
              <a:gd name="connsiteY217" fmla="*/ 1378000 h 1452563"/>
              <a:gd name="connsiteX218" fmla="*/ 102789 w 1208088"/>
              <a:gd name="connsiteY218" fmla="*/ 1372288 h 1452563"/>
              <a:gd name="connsiteX219" fmla="*/ 96127 w 1208088"/>
              <a:gd name="connsiteY219" fmla="*/ 1366577 h 1452563"/>
              <a:gd name="connsiteX220" fmla="*/ 89782 w 1208088"/>
              <a:gd name="connsiteY220" fmla="*/ 1360548 h 1452563"/>
              <a:gd name="connsiteX221" fmla="*/ 83754 w 1208088"/>
              <a:gd name="connsiteY221" fmla="*/ 1354203 h 1452563"/>
              <a:gd name="connsiteX222" fmla="*/ 78044 w 1208088"/>
              <a:gd name="connsiteY222" fmla="*/ 1347857 h 1452563"/>
              <a:gd name="connsiteX223" fmla="*/ 72333 w 1208088"/>
              <a:gd name="connsiteY223" fmla="*/ 1341194 h 1452563"/>
              <a:gd name="connsiteX224" fmla="*/ 66940 w 1208088"/>
              <a:gd name="connsiteY224" fmla="*/ 1334531 h 1452563"/>
              <a:gd name="connsiteX225" fmla="*/ 61864 w 1208088"/>
              <a:gd name="connsiteY225" fmla="*/ 1327867 h 1452563"/>
              <a:gd name="connsiteX226" fmla="*/ 56788 w 1208088"/>
              <a:gd name="connsiteY226" fmla="*/ 1320570 h 1452563"/>
              <a:gd name="connsiteX227" fmla="*/ 52346 w 1208088"/>
              <a:gd name="connsiteY227" fmla="*/ 1313589 h 1452563"/>
              <a:gd name="connsiteX228" fmla="*/ 47905 w 1208088"/>
              <a:gd name="connsiteY228" fmla="*/ 1305974 h 1452563"/>
              <a:gd name="connsiteX229" fmla="*/ 43780 w 1208088"/>
              <a:gd name="connsiteY229" fmla="*/ 1298677 h 1452563"/>
              <a:gd name="connsiteX230" fmla="*/ 39339 w 1208088"/>
              <a:gd name="connsiteY230" fmla="*/ 1291062 h 1452563"/>
              <a:gd name="connsiteX231" fmla="*/ 35849 w 1208088"/>
              <a:gd name="connsiteY231" fmla="*/ 1283129 h 1452563"/>
              <a:gd name="connsiteX232" fmla="*/ 32360 w 1208088"/>
              <a:gd name="connsiteY232" fmla="*/ 1275197 h 1452563"/>
              <a:gd name="connsiteX233" fmla="*/ 28870 w 1208088"/>
              <a:gd name="connsiteY233" fmla="*/ 1266947 h 1452563"/>
              <a:gd name="connsiteX234" fmla="*/ 25697 w 1208088"/>
              <a:gd name="connsiteY234" fmla="*/ 1259015 h 1452563"/>
              <a:gd name="connsiteX235" fmla="*/ 22525 w 1208088"/>
              <a:gd name="connsiteY235" fmla="*/ 1250448 h 1452563"/>
              <a:gd name="connsiteX236" fmla="*/ 19670 w 1208088"/>
              <a:gd name="connsiteY236" fmla="*/ 1242199 h 1452563"/>
              <a:gd name="connsiteX237" fmla="*/ 17132 w 1208088"/>
              <a:gd name="connsiteY237" fmla="*/ 1233314 h 1452563"/>
              <a:gd name="connsiteX238" fmla="*/ 14911 w 1208088"/>
              <a:gd name="connsiteY238" fmla="*/ 1224747 h 1452563"/>
              <a:gd name="connsiteX239" fmla="*/ 12690 w 1208088"/>
              <a:gd name="connsiteY239" fmla="*/ 1215863 h 1452563"/>
              <a:gd name="connsiteX240" fmla="*/ 10786 w 1208088"/>
              <a:gd name="connsiteY240" fmla="*/ 1206979 h 1452563"/>
              <a:gd name="connsiteX241" fmla="*/ 8883 w 1208088"/>
              <a:gd name="connsiteY241" fmla="*/ 1197778 h 1452563"/>
              <a:gd name="connsiteX242" fmla="*/ 7297 w 1208088"/>
              <a:gd name="connsiteY242" fmla="*/ 1188893 h 1452563"/>
              <a:gd name="connsiteX243" fmla="*/ 4442 w 1208088"/>
              <a:gd name="connsiteY243" fmla="*/ 1170173 h 1452563"/>
              <a:gd name="connsiteX244" fmla="*/ 2221 w 1208088"/>
              <a:gd name="connsiteY244" fmla="*/ 1151453 h 1452563"/>
              <a:gd name="connsiteX245" fmla="*/ 952 w 1208088"/>
              <a:gd name="connsiteY245" fmla="*/ 1131781 h 1452563"/>
              <a:gd name="connsiteX246" fmla="*/ 317 w 1208088"/>
              <a:gd name="connsiteY246" fmla="*/ 1112426 h 1452563"/>
              <a:gd name="connsiteX247" fmla="*/ 0 w 1208088"/>
              <a:gd name="connsiteY247" fmla="*/ 1092437 h 1452563"/>
              <a:gd name="connsiteX248" fmla="*/ 634 w 1208088"/>
              <a:gd name="connsiteY248" fmla="*/ 1072447 h 1452563"/>
              <a:gd name="connsiteX249" fmla="*/ 1586 w 1208088"/>
              <a:gd name="connsiteY249" fmla="*/ 1052458 h 1452563"/>
              <a:gd name="connsiteX250" fmla="*/ 3172 w 1208088"/>
              <a:gd name="connsiteY250" fmla="*/ 1032151 h 1452563"/>
              <a:gd name="connsiteX251" fmla="*/ 5393 w 1208088"/>
              <a:gd name="connsiteY251" fmla="*/ 1011845 h 1452563"/>
              <a:gd name="connsiteX252" fmla="*/ 8248 w 1208088"/>
              <a:gd name="connsiteY252" fmla="*/ 990903 h 1452563"/>
              <a:gd name="connsiteX253" fmla="*/ 11421 w 1208088"/>
              <a:gd name="connsiteY253" fmla="*/ 970279 h 1452563"/>
              <a:gd name="connsiteX254" fmla="*/ 14911 w 1208088"/>
              <a:gd name="connsiteY254" fmla="*/ 949655 h 1452563"/>
              <a:gd name="connsiteX255" fmla="*/ 19035 w 1208088"/>
              <a:gd name="connsiteY255" fmla="*/ 929031 h 1452563"/>
              <a:gd name="connsiteX256" fmla="*/ 23476 w 1208088"/>
              <a:gd name="connsiteY256" fmla="*/ 908407 h 1452563"/>
              <a:gd name="connsiteX257" fmla="*/ 28235 w 1208088"/>
              <a:gd name="connsiteY257" fmla="*/ 887783 h 1452563"/>
              <a:gd name="connsiteX258" fmla="*/ 33628 w 1208088"/>
              <a:gd name="connsiteY258" fmla="*/ 867477 h 1452563"/>
              <a:gd name="connsiteX259" fmla="*/ 39022 w 1208088"/>
              <a:gd name="connsiteY259" fmla="*/ 847170 h 1452563"/>
              <a:gd name="connsiteX260" fmla="*/ 45050 w 1208088"/>
              <a:gd name="connsiteY260" fmla="*/ 826863 h 1452563"/>
              <a:gd name="connsiteX261" fmla="*/ 51077 w 1208088"/>
              <a:gd name="connsiteY261" fmla="*/ 807191 h 1452563"/>
              <a:gd name="connsiteX262" fmla="*/ 58057 w 1208088"/>
              <a:gd name="connsiteY262" fmla="*/ 787519 h 1452563"/>
              <a:gd name="connsiteX263" fmla="*/ 64402 w 1208088"/>
              <a:gd name="connsiteY263" fmla="*/ 768164 h 1452563"/>
              <a:gd name="connsiteX264" fmla="*/ 71381 w 1208088"/>
              <a:gd name="connsiteY264" fmla="*/ 748492 h 1452563"/>
              <a:gd name="connsiteX265" fmla="*/ 78678 w 1208088"/>
              <a:gd name="connsiteY265" fmla="*/ 729772 h 1452563"/>
              <a:gd name="connsiteX266" fmla="*/ 85975 w 1208088"/>
              <a:gd name="connsiteY266" fmla="*/ 711369 h 1452563"/>
              <a:gd name="connsiteX267" fmla="*/ 93906 w 1208088"/>
              <a:gd name="connsiteY267" fmla="*/ 693283 h 1452563"/>
              <a:gd name="connsiteX268" fmla="*/ 101520 w 1208088"/>
              <a:gd name="connsiteY268" fmla="*/ 675832 h 1452563"/>
              <a:gd name="connsiteX269" fmla="*/ 109134 w 1208088"/>
              <a:gd name="connsiteY269" fmla="*/ 658698 h 1452563"/>
              <a:gd name="connsiteX270" fmla="*/ 117065 w 1208088"/>
              <a:gd name="connsiteY270" fmla="*/ 641882 h 1452563"/>
              <a:gd name="connsiteX271" fmla="*/ 124996 w 1208088"/>
              <a:gd name="connsiteY271" fmla="*/ 626017 h 1452563"/>
              <a:gd name="connsiteX272" fmla="*/ 133245 w 1208088"/>
              <a:gd name="connsiteY272" fmla="*/ 610153 h 1452563"/>
              <a:gd name="connsiteX273" fmla="*/ 141176 w 1208088"/>
              <a:gd name="connsiteY273" fmla="*/ 595557 h 1452563"/>
              <a:gd name="connsiteX274" fmla="*/ 149425 w 1208088"/>
              <a:gd name="connsiteY274" fmla="*/ 581279 h 1452563"/>
              <a:gd name="connsiteX275" fmla="*/ 157356 w 1208088"/>
              <a:gd name="connsiteY275" fmla="*/ 567318 h 1452563"/>
              <a:gd name="connsiteX276" fmla="*/ 165604 w 1208088"/>
              <a:gd name="connsiteY276" fmla="*/ 554309 h 1452563"/>
              <a:gd name="connsiteX277" fmla="*/ 173536 w 1208088"/>
              <a:gd name="connsiteY277" fmla="*/ 542252 h 1452563"/>
              <a:gd name="connsiteX278" fmla="*/ 181467 w 1208088"/>
              <a:gd name="connsiteY278" fmla="*/ 530830 h 1452563"/>
              <a:gd name="connsiteX279" fmla="*/ 189081 w 1208088"/>
              <a:gd name="connsiteY279" fmla="*/ 519725 h 1452563"/>
              <a:gd name="connsiteX280" fmla="*/ 197012 w 1208088"/>
              <a:gd name="connsiteY280" fmla="*/ 510206 h 1452563"/>
              <a:gd name="connsiteX281" fmla="*/ 204309 w 1208088"/>
              <a:gd name="connsiteY281" fmla="*/ 501004 h 1452563"/>
              <a:gd name="connsiteX282" fmla="*/ 211606 w 1208088"/>
              <a:gd name="connsiteY282" fmla="*/ 493072 h 1452563"/>
              <a:gd name="connsiteX283" fmla="*/ 218902 w 1208088"/>
              <a:gd name="connsiteY283" fmla="*/ 485457 h 1452563"/>
              <a:gd name="connsiteX284" fmla="*/ 225248 w 1208088"/>
              <a:gd name="connsiteY284" fmla="*/ 479428 h 1452563"/>
              <a:gd name="connsiteX285" fmla="*/ 232862 w 1208088"/>
              <a:gd name="connsiteY285" fmla="*/ 473083 h 1452563"/>
              <a:gd name="connsiteX286" fmla="*/ 248407 w 1208088"/>
              <a:gd name="connsiteY286" fmla="*/ 460074 h 1452563"/>
              <a:gd name="connsiteX287" fmla="*/ 265538 w 1208088"/>
              <a:gd name="connsiteY287" fmla="*/ 446430 h 1452563"/>
              <a:gd name="connsiteX288" fmla="*/ 283622 w 1208088"/>
              <a:gd name="connsiteY288" fmla="*/ 432469 h 1452563"/>
              <a:gd name="connsiteX289" fmla="*/ 322009 w 1208088"/>
              <a:gd name="connsiteY289" fmla="*/ 404548 h 1452563"/>
              <a:gd name="connsiteX290" fmla="*/ 360396 w 1208088"/>
              <a:gd name="connsiteY290" fmla="*/ 375991 h 1452563"/>
              <a:gd name="connsiteX291" fmla="*/ 379114 w 1208088"/>
              <a:gd name="connsiteY291" fmla="*/ 362030 h 1452563"/>
              <a:gd name="connsiteX292" fmla="*/ 396562 w 1208088"/>
              <a:gd name="connsiteY292" fmla="*/ 348387 h 1452563"/>
              <a:gd name="connsiteX293" fmla="*/ 412742 w 1208088"/>
              <a:gd name="connsiteY293" fmla="*/ 335060 h 1452563"/>
              <a:gd name="connsiteX294" fmla="*/ 420039 w 1208088"/>
              <a:gd name="connsiteY294" fmla="*/ 328397 h 1452563"/>
              <a:gd name="connsiteX295" fmla="*/ 427018 w 1208088"/>
              <a:gd name="connsiteY295" fmla="*/ 322369 h 1452563"/>
              <a:gd name="connsiteX296" fmla="*/ 433364 w 1208088"/>
              <a:gd name="connsiteY296" fmla="*/ 316340 h 1452563"/>
              <a:gd name="connsiteX297" fmla="*/ 439391 w 1208088"/>
              <a:gd name="connsiteY297" fmla="*/ 309994 h 1452563"/>
              <a:gd name="connsiteX298" fmla="*/ 444784 w 1208088"/>
              <a:gd name="connsiteY298" fmla="*/ 304283 h 1452563"/>
              <a:gd name="connsiteX299" fmla="*/ 449226 w 1208088"/>
              <a:gd name="connsiteY299" fmla="*/ 298572 h 1452563"/>
              <a:gd name="connsiteX300" fmla="*/ 453033 w 1208088"/>
              <a:gd name="connsiteY300" fmla="*/ 293178 h 1452563"/>
              <a:gd name="connsiteX301" fmla="*/ 456523 w 1208088"/>
              <a:gd name="connsiteY301" fmla="*/ 287784 h 1452563"/>
              <a:gd name="connsiteX302" fmla="*/ 459061 w 1208088"/>
              <a:gd name="connsiteY302" fmla="*/ 283024 h 1452563"/>
              <a:gd name="connsiteX303" fmla="*/ 460647 w 1208088"/>
              <a:gd name="connsiteY303" fmla="*/ 277948 h 1452563"/>
              <a:gd name="connsiteX304" fmla="*/ 461282 w 1208088"/>
              <a:gd name="connsiteY304" fmla="*/ 274775 h 1452563"/>
              <a:gd name="connsiteX305" fmla="*/ 461916 w 1208088"/>
              <a:gd name="connsiteY305" fmla="*/ 271919 h 1452563"/>
              <a:gd name="connsiteX306" fmla="*/ 456840 w 1208088"/>
              <a:gd name="connsiteY306" fmla="*/ 270967 h 1452563"/>
              <a:gd name="connsiteX307" fmla="*/ 452081 w 1208088"/>
              <a:gd name="connsiteY307" fmla="*/ 269698 h 1452563"/>
              <a:gd name="connsiteX308" fmla="*/ 448274 w 1208088"/>
              <a:gd name="connsiteY308" fmla="*/ 267794 h 1452563"/>
              <a:gd name="connsiteX309" fmla="*/ 444784 w 1208088"/>
              <a:gd name="connsiteY309" fmla="*/ 265256 h 1452563"/>
              <a:gd name="connsiteX310" fmla="*/ 441929 w 1208088"/>
              <a:gd name="connsiteY310" fmla="*/ 262083 h 1452563"/>
              <a:gd name="connsiteX311" fmla="*/ 440660 w 1208088"/>
              <a:gd name="connsiteY311" fmla="*/ 260497 h 1452563"/>
              <a:gd name="connsiteX312" fmla="*/ 439708 w 1208088"/>
              <a:gd name="connsiteY312" fmla="*/ 258910 h 1452563"/>
              <a:gd name="connsiteX313" fmla="*/ 438757 w 1208088"/>
              <a:gd name="connsiteY313" fmla="*/ 257324 h 1452563"/>
              <a:gd name="connsiteX314" fmla="*/ 438440 w 1208088"/>
              <a:gd name="connsiteY314" fmla="*/ 255420 h 1452563"/>
              <a:gd name="connsiteX315" fmla="*/ 438122 w 1208088"/>
              <a:gd name="connsiteY315" fmla="*/ 253834 h 1452563"/>
              <a:gd name="connsiteX316" fmla="*/ 437488 w 1208088"/>
              <a:gd name="connsiteY316" fmla="*/ 251930 h 1452563"/>
              <a:gd name="connsiteX317" fmla="*/ 438122 w 1208088"/>
              <a:gd name="connsiteY317" fmla="*/ 250026 h 1452563"/>
              <a:gd name="connsiteX318" fmla="*/ 438440 w 1208088"/>
              <a:gd name="connsiteY318" fmla="*/ 248122 h 1452563"/>
              <a:gd name="connsiteX319" fmla="*/ 438757 w 1208088"/>
              <a:gd name="connsiteY319" fmla="*/ 246536 h 1452563"/>
              <a:gd name="connsiteX320" fmla="*/ 439708 w 1208088"/>
              <a:gd name="connsiteY320" fmla="*/ 244315 h 1452563"/>
              <a:gd name="connsiteX321" fmla="*/ 440660 w 1208088"/>
              <a:gd name="connsiteY321" fmla="*/ 242728 h 1452563"/>
              <a:gd name="connsiteX322" fmla="*/ 441929 w 1208088"/>
              <a:gd name="connsiteY322" fmla="*/ 241142 h 1452563"/>
              <a:gd name="connsiteX323" fmla="*/ 444784 w 1208088"/>
              <a:gd name="connsiteY323" fmla="*/ 238286 h 1452563"/>
              <a:gd name="connsiteX324" fmla="*/ 448274 w 1208088"/>
              <a:gd name="connsiteY324" fmla="*/ 236065 h 1452563"/>
              <a:gd name="connsiteX325" fmla="*/ 452081 w 1208088"/>
              <a:gd name="connsiteY325" fmla="*/ 234161 h 1452563"/>
              <a:gd name="connsiteX326" fmla="*/ 456840 w 1208088"/>
              <a:gd name="connsiteY326" fmla="*/ 232575 h 1452563"/>
              <a:gd name="connsiteX327" fmla="*/ 461916 w 1208088"/>
              <a:gd name="connsiteY327" fmla="*/ 231940 h 1452563"/>
              <a:gd name="connsiteX328" fmla="*/ 460647 w 1208088"/>
              <a:gd name="connsiteY328" fmla="*/ 227498 h 1452563"/>
              <a:gd name="connsiteX329" fmla="*/ 459378 w 1208088"/>
              <a:gd name="connsiteY329" fmla="*/ 223374 h 1452563"/>
              <a:gd name="connsiteX330" fmla="*/ 457792 w 1208088"/>
              <a:gd name="connsiteY330" fmla="*/ 219249 h 1452563"/>
              <a:gd name="connsiteX331" fmla="*/ 456206 w 1208088"/>
              <a:gd name="connsiteY331" fmla="*/ 215124 h 1452563"/>
              <a:gd name="connsiteX332" fmla="*/ 451764 w 1208088"/>
              <a:gd name="connsiteY332" fmla="*/ 206874 h 1452563"/>
              <a:gd name="connsiteX333" fmla="*/ 447005 w 1208088"/>
              <a:gd name="connsiteY333" fmla="*/ 198307 h 1452563"/>
              <a:gd name="connsiteX334" fmla="*/ 441295 w 1208088"/>
              <a:gd name="connsiteY334" fmla="*/ 189423 h 1452563"/>
              <a:gd name="connsiteX335" fmla="*/ 434632 w 1208088"/>
              <a:gd name="connsiteY335" fmla="*/ 180222 h 1452563"/>
              <a:gd name="connsiteX336" fmla="*/ 420039 w 1208088"/>
              <a:gd name="connsiteY336" fmla="*/ 159598 h 1452563"/>
              <a:gd name="connsiteX337" fmla="*/ 412108 w 1208088"/>
              <a:gd name="connsiteY337" fmla="*/ 147541 h 1452563"/>
              <a:gd name="connsiteX338" fmla="*/ 403542 w 1208088"/>
              <a:gd name="connsiteY338" fmla="*/ 134532 h 1452563"/>
              <a:gd name="connsiteX339" fmla="*/ 394024 w 1208088"/>
              <a:gd name="connsiteY339" fmla="*/ 120254 h 1452563"/>
              <a:gd name="connsiteX340" fmla="*/ 384190 w 1208088"/>
              <a:gd name="connsiteY340" fmla="*/ 104706 h 1452563"/>
              <a:gd name="connsiteX341" fmla="*/ 374355 w 1208088"/>
              <a:gd name="connsiteY341" fmla="*/ 87573 h 1452563"/>
              <a:gd name="connsiteX342" fmla="*/ 363886 w 1208088"/>
              <a:gd name="connsiteY342" fmla="*/ 68535 h 1452563"/>
              <a:gd name="connsiteX343" fmla="*/ 353099 w 1208088"/>
              <a:gd name="connsiteY343" fmla="*/ 47911 h 1452563"/>
              <a:gd name="connsiteX344" fmla="*/ 341996 w 1208088"/>
              <a:gd name="connsiteY344" fmla="*/ 25066 h 1452563"/>
              <a:gd name="connsiteX345" fmla="*/ 352782 w 1208088"/>
              <a:gd name="connsiteY345" fmla="*/ 20307 h 1452563"/>
              <a:gd name="connsiteX346" fmla="*/ 362617 w 1208088"/>
              <a:gd name="connsiteY346" fmla="*/ 15865 h 1452563"/>
              <a:gd name="connsiteX347" fmla="*/ 372134 w 1208088"/>
              <a:gd name="connsiteY347" fmla="*/ 13009 h 1452563"/>
              <a:gd name="connsiteX348" fmla="*/ 380700 w 1208088"/>
              <a:gd name="connsiteY348" fmla="*/ 11105 h 1452563"/>
              <a:gd name="connsiteX349" fmla="*/ 388948 w 1208088"/>
              <a:gd name="connsiteY349" fmla="*/ 9836 h 1452563"/>
              <a:gd name="connsiteX350" fmla="*/ 396562 w 1208088"/>
              <a:gd name="connsiteY350" fmla="*/ 9519 h 1452563"/>
              <a:gd name="connsiteX351" fmla="*/ 403859 w 1208088"/>
              <a:gd name="connsiteY351" fmla="*/ 9519 h 1452563"/>
              <a:gd name="connsiteX352" fmla="*/ 410522 w 1208088"/>
              <a:gd name="connsiteY352" fmla="*/ 10471 h 1452563"/>
              <a:gd name="connsiteX353" fmla="*/ 416549 w 1208088"/>
              <a:gd name="connsiteY353" fmla="*/ 12057 h 1452563"/>
              <a:gd name="connsiteX354" fmla="*/ 422894 w 1208088"/>
              <a:gd name="connsiteY354" fmla="*/ 14278 h 1452563"/>
              <a:gd name="connsiteX355" fmla="*/ 428288 w 1208088"/>
              <a:gd name="connsiteY355" fmla="*/ 16816 h 1452563"/>
              <a:gd name="connsiteX356" fmla="*/ 433681 w 1208088"/>
              <a:gd name="connsiteY356" fmla="*/ 19989 h 1452563"/>
              <a:gd name="connsiteX357" fmla="*/ 439074 w 1208088"/>
              <a:gd name="connsiteY357" fmla="*/ 23162 h 1452563"/>
              <a:gd name="connsiteX358" fmla="*/ 443833 w 1208088"/>
              <a:gd name="connsiteY358" fmla="*/ 26970 h 1452563"/>
              <a:gd name="connsiteX359" fmla="*/ 448592 w 1208088"/>
              <a:gd name="connsiteY359" fmla="*/ 30777 h 1452563"/>
              <a:gd name="connsiteX360" fmla="*/ 453033 w 1208088"/>
              <a:gd name="connsiteY360" fmla="*/ 34585 h 1452563"/>
              <a:gd name="connsiteX361" fmla="*/ 462550 w 1208088"/>
              <a:gd name="connsiteY361" fmla="*/ 43152 h 1452563"/>
              <a:gd name="connsiteX362" fmla="*/ 471434 w 1208088"/>
              <a:gd name="connsiteY362" fmla="*/ 51401 h 1452563"/>
              <a:gd name="connsiteX363" fmla="*/ 476510 w 1208088"/>
              <a:gd name="connsiteY363" fmla="*/ 55843 h 1452563"/>
              <a:gd name="connsiteX364" fmla="*/ 481268 w 1208088"/>
              <a:gd name="connsiteY364" fmla="*/ 59651 h 1452563"/>
              <a:gd name="connsiteX365" fmla="*/ 486027 w 1208088"/>
              <a:gd name="connsiteY365" fmla="*/ 63141 h 1452563"/>
              <a:gd name="connsiteX366" fmla="*/ 491738 w 1208088"/>
              <a:gd name="connsiteY366" fmla="*/ 66314 h 1452563"/>
              <a:gd name="connsiteX367" fmla="*/ 497131 w 1208088"/>
              <a:gd name="connsiteY367" fmla="*/ 69170 h 1452563"/>
              <a:gd name="connsiteX368" fmla="*/ 502841 w 1208088"/>
              <a:gd name="connsiteY368" fmla="*/ 72025 h 1452563"/>
              <a:gd name="connsiteX369" fmla="*/ 509186 w 1208088"/>
              <a:gd name="connsiteY369" fmla="*/ 73929 h 1452563"/>
              <a:gd name="connsiteX370" fmla="*/ 515531 w 1208088"/>
              <a:gd name="connsiteY370" fmla="*/ 75198 h 1452563"/>
              <a:gd name="connsiteX371" fmla="*/ 522194 w 1208088"/>
              <a:gd name="connsiteY371" fmla="*/ 76150 h 1452563"/>
              <a:gd name="connsiteX372" fmla="*/ 529808 w 1208088"/>
              <a:gd name="connsiteY372" fmla="*/ 76150 h 1452563"/>
              <a:gd name="connsiteX373" fmla="*/ 537739 w 1208088"/>
              <a:gd name="connsiteY373" fmla="*/ 75515 h 1452563"/>
              <a:gd name="connsiteX374" fmla="*/ 546304 w 1208088"/>
              <a:gd name="connsiteY374" fmla="*/ 74246 h 1452563"/>
              <a:gd name="connsiteX375" fmla="*/ 557408 w 1208088"/>
              <a:gd name="connsiteY375" fmla="*/ 68218 h 1452563"/>
              <a:gd name="connsiteX376" fmla="*/ 568195 w 1208088"/>
              <a:gd name="connsiteY376" fmla="*/ 62824 h 1452563"/>
              <a:gd name="connsiteX377" fmla="*/ 587864 w 1208088"/>
              <a:gd name="connsiteY377" fmla="*/ 51719 h 1452563"/>
              <a:gd name="connsiteX378" fmla="*/ 605313 w 1208088"/>
              <a:gd name="connsiteY378" fmla="*/ 41882 h 1452563"/>
              <a:gd name="connsiteX379" fmla="*/ 620858 w 1208088"/>
              <a:gd name="connsiteY379" fmla="*/ 32681 h 1452563"/>
              <a:gd name="connsiteX380" fmla="*/ 635452 w 1208088"/>
              <a:gd name="connsiteY380" fmla="*/ 24749 h 1452563"/>
              <a:gd name="connsiteX381" fmla="*/ 648776 w 1208088"/>
              <a:gd name="connsiteY381" fmla="*/ 17134 h 1452563"/>
              <a:gd name="connsiteX382" fmla="*/ 655438 w 1208088"/>
              <a:gd name="connsiteY382" fmla="*/ 13961 h 1452563"/>
              <a:gd name="connsiteX383" fmla="*/ 661784 w 1208088"/>
              <a:gd name="connsiteY383" fmla="*/ 11422 h 1452563"/>
              <a:gd name="connsiteX384" fmla="*/ 668446 w 1208088"/>
              <a:gd name="connsiteY384" fmla="*/ 8884 h 1452563"/>
              <a:gd name="connsiteX385" fmla="*/ 675108 w 1208088"/>
              <a:gd name="connsiteY385" fmla="*/ 6663 h 1452563"/>
              <a:gd name="connsiteX386" fmla="*/ 682088 w 1208088"/>
              <a:gd name="connsiteY386" fmla="*/ 4759 h 1452563"/>
              <a:gd name="connsiteX387" fmla="*/ 688750 w 1208088"/>
              <a:gd name="connsiteY387" fmla="*/ 3173 h 1452563"/>
              <a:gd name="connsiteX388" fmla="*/ 695729 w 1208088"/>
              <a:gd name="connsiteY388" fmla="*/ 1586 h 1452563"/>
              <a:gd name="connsiteX389" fmla="*/ 703343 w 1208088"/>
              <a:gd name="connsiteY389" fmla="*/ 635 h 1452563"/>
              <a:gd name="connsiteX390" fmla="*/ 710957 w 1208088"/>
              <a:gd name="connsiteY390" fmla="*/ 317 h 145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Lst>
            <a:rect l="l" t="t" r="r" b="b"/>
            <a:pathLst>
              <a:path w="1208088" h="1452563">
                <a:moveTo>
                  <a:pt x="331068" y="665573"/>
                </a:moveTo>
                <a:cubicBezTo>
                  <a:pt x="331068" y="665573"/>
                  <a:pt x="331068" y="665573"/>
                  <a:pt x="508820" y="932822"/>
                </a:cubicBezTo>
                <a:cubicBezTo>
                  <a:pt x="508820" y="932822"/>
                  <a:pt x="508820" y="932822"/>
                  <a:pt x="369158" y="932822"/>
                </a:cubicBezTo>
                <a:cubicBezTo>
                  <a:pt x="369158" y="932822"/>
                  <a:pt x="369158" y="932822"/>
                  <a:pt x="369158" y="983727"/>
                </a:cubicBezTo>
                <a:cubicBezTo>
                  <a:pt x="369158" y="983727"/>
                  <a:pt x="369158" y="983727"/>
                  <a:pt x="534213" y="983727"/>
                </a:cubicBezTo>
                <a:cubicBezTo>
                  <a:pt x="534213" y="983727"/>
                  <a:pt x="534213" y="983727"/>
                  <a:pt x="534213" y="1034632"/>
                </a:cubicBezTo>
                <a:cubicBezTo>
                  <a:pt x="534213" y="1034632"/>
                  <a:pt x="534213" y="1034632"/>
                  <a:pt x="369158" y="1034632"/>
                </a:cubicBezTo>
                <a:cubicBezTo>
                  <a:pt x="369158" y="1034632"/>
                  <a:pt x="369158" y="1034632"/>
                  <a:pt x="369158" y="1085536"/>
                </a:cubicBezTo>
                <a:cubicBezTo>
                  <a:pt x="369158" y="1085536"/>
                  <a:pt x="369158" y="1085536"/>
                  <a:pt x="534213" y="1085536"/>
                </a:cubicBezTo>
                <a:cubicBezTo>
                  <a:pt x="534213" y="1085536"/>
                  <a:pt x="534213" y="1085536"/>
                  <a:pt x="534213" y="1238250"/>
                </a:cubicBezTo>
                <a:cubicBezTo>
                  <a:pt x="534213" y="1238250"/>
                  <a:pt x="534213" y="1238250"/>
                  <a:pt x="673875" y="1238250"/>
                </a:cubicBezTo>
                <a:cubicBezTo>
                  <a:pt x="673875" y="1238250"/>
                  <a:pt x="673875" y="1238250"/>
                  <a:pt x="673875" y="1085536"/>
                </a:cubicBezTo>
                <a:cubicBezTo>
                  <a:pt x="673875" y="1085536"/>
                  <a:pt x="673875" y="1085536"/>
                  <a:pt x="864324" y="1085536"/>
                </a:cubicBezTo>
                <a:cubicBezTo>
                  <a:pt x="864324" y="1085536"/>
                  <a:pt x="864324" y="1085536"/>
                  <a:pt x="864324" y="1034632"/>
                </a:cubicBezTo>
                <a:cubicBezTo>
                  <a:pt x="864324" y="1034632"/>
                  <a:pt x="864324" y="1034632"/>
                  <a:pt x="673875" y="1034632"/>
                </a:cubicBezTo>
                <a:cubicBezTo>
                  <a:pt x="673875" y="1034632"/>
                  <a:pt x="673875" y="1034632"/>
                  <a:pt x="673875" y="983727"/>
                </a:cubicBezTo>
                <a:cubicBezTo>
                  <a:pt x="673875" y="983727"/>
                  <a:pt x="673875" y="983727"/>
                  <a:pt x="864324" y="983727"/>
                </a:cubicBezTo>
                <a:cubicBezTo>
                  <a:pt x="864324" y="983727"/>
                  <a:pt x="864324" y="983727"/>
                  <a:pt x="864324" y="932822"/>
                </a:cubicBezTo>
                <a:cubicBezTo>
                  <a:pt x="864324" y="932822"/>
                  <a:pt x="864324" y="932822"/>
                  <a:pt x="699268" y="932822"/>
                </a:cubicBezTo>
                <a:cubicBezTo>
                  <a:pt x="699268" y="932822"/>
                  <a:pt x="699268" y="932822"/>
                  <a:pt x="877020" y="665573"/>
                </a:cubicBezTo>
                <a:cubicBezTo>
                  <a:pt x="877020" y="665573"/>
                  <a:pt x="877020" y="665573"/>
                  <a:pt x="737358" y="665573"/>
                </a:cubicBezTo>
                <a:cubicBezTo>
                  <a:pt x="737358" y="665573"/>
                  <a:pt x="737358" y="665573"/>
                  <a:pt x="597696" y="881918"/>
                </a:cubicBezTo>
                <a:cubicBezTo>
                  <a:pt x="597696" y="881918"/>
                  <a:pt x="597696" y="881918"/>
                  <a:pt x="458034" y="665573"/>
                </a:cubicBezTo>
                <a:cubicBezTo>
                  <a:pt x="458034" y="665573"/>
                  <a:pt x="458034" y="665573"/>
                  <a:pt x="331068" y="665573"/>
                </a:cubicBezTo>
                <a:close/>
                <a:moveTo>
                  <a:pt x="719206" y="0"/>
                </a:moveTo>
                <a:lnTo>
                  <a:pt x="727454" y="317"/>
                </a:lnTo>
                <a:lnTo>
                  <a:pt x="736654" y="952"/>
                </a:lnTo>
                <a:lnTo>
                  <a:pt x="746172" y="2538"/>
                </a:lnTo>
                <a:lnTo>
                  <a:pt x="756641" y="4125"/>
                </a:lnTo>
                <a:lnTo>
                  <a:pt x="767428" y="6028"/>
                </a:lnTo>
                <a:lnTo>
                  <a:pt x="778849" y="8567"/>
                </a:lnTo>
                <a:lnTo>
                  <a:pt x="791222" y="11422"/>
                </a:lnTo>
                <a:lnTo>
                  <a:pt x="804546" y="14913"/>
                </a:lnTo>
                <a:lnTo>
                  <a:pt x="818822" y="18720"/>
                </a:lnTo>
                <a:lnTo>
                  <a:pt x="833416" y="23480"/>
                </a:lnTo>
                <a:lnTo>
                  <a:pt x="829609" y="36171"/>
                </a:lnTo>
                <a:lnTo>
                  <a:pt x="825802" y="48228"/>
                </a:lnTo>
                <a:lnTo>
                  <a:pt x="818188" y="70439"/>
                </a:lnTo>
                <a:lnTo>
                  <a:pt x="810256" y="91063"/>
                </a:lnTo>
                <a:lnTo>
                  <a:pt x="802960" y="108831"/>
                </a:lnTo>
                <a:lnTo>
                  <a:pt x="795663" y="125013"/>
                </a:lnTo>
                <a:lnTo>
                  <a:pt x="788684" y="138974"/>
                </a:lnTo>
                <a:lnTo>
                  <a:pt x="782021" y="151983"/>
                </a:lnTo>
                <a:lnTo>
                  <a:pt x="775994" y="163405"/>
                </a:lnTo>
                <a:lnTo>
                  <a:pt x="764572" y="183077"/>
                </a:lnTo>
                <a:lnTo>
                  <a:pt x="760131" y="191644"/>
                </a:lnTo>
                <a:lnTo>
                  <a:pt x="756007" y="200211"/>
                </a:lnTo>
                <a:lnTo>
                  <a:pt x="752517" y="207826"/>
                </a:lnTo>
                <a:lnTo>
                  <a:pt x="749662" y="215759"/>
                </a:lnTo>
                <a:lnTo>
                  <a:pt x="748393" y="219566"/>
                </a:lnTo>
                <a:lnTo>
                  <a:pt x="747441" y="223374"/>
                </a:lnTo>
                <a:lnTo>
                  <a:pt x="746806" y="227181"/>
                </a:lnTo>
                <a:lnTo>
                  <a:pt x="746489" y="231623"/>
                </a:lnTo>
                <a:lnTo>
                  <a:pt x="748076" y="231623"/>
                </a:lnTo>
                <a:lnTo>
                  <a:pt x="750931" y="231623"/>
                </a:lnTo>
                <a:lnTo>
                  <a:pt x="753786" y="231940"/>
                </a:lnTo>
                <a:lnTo>
                  <a:pt x="756324" y="232258"/>
                </a:lnTo>
                <a:lnTo>
                  <a:pt x="758862" y="233210"/>
                </a:lnTo>
                <a:lnTo>
                  <a:pt x="761400" y="233844"/>
                </a:lnTo>
                <a:lnTo>
                  <a:pt x="763621" y="234796"/>
                </a:lnTo>
                <a:lnTo>
                  <a:pt x="765842" y="236065"/>
                </a:lnTo>
                <a:lnTo>
                  <a:pt x="768062" y="237334"/>
                </a:lnTo>
                <a:lnTo>
                  <a:pt x="769966" y="238921"/>
                </a:lnTo>
                <a:lnTo>
                  <a:pt x="771552" y="240190"/>
                </a:lnTo>
                <a:lnTo>
                  <a:pt x="772821" y="242094"/>
                </a:lnTo>
                <a:lnTo>
                  <a:pt x="774090" y="243680"/>
                </a:lnTo>
                <a:lnTo>
                  <a:pt x="775042" y="245901"/>
                </a:lnTo>
                <a:lnTo>
                  <a:pt x="775676" y="247805"/>
                </a:lnTo>
                <a:lnTo>
                  <a:pt x="775994" y="249709"/>
                </a:lnTo>
                <a:lnTo>
                  <a:pt x="776311" y="251930"/>
                </a:lnTo>
                <a:lnTo>
                  <a:pt x="776311" y="253834"/>
                </a:lnTo>
                <a:lnTo>
                  <a:pt x="775676" y="255420"/>
                </a:lnTo>
                <a:lnTo>
                  <a:pt x="775359" y="257324"/>
                </a:lnTo>
                <a:lnTo>
                  <a:pt x="774407" y="258910"/>
                </a:lnTo>
                <a:lnTo>
                  <a:pt x="773456" y="260497"/>
                </a:lnTo>
                <a:lnTo>
                  <a:pt x="772186" y="262083"/>
                </a:lnTo>
                <a:lnTo>
                  <a:pt x="769331" y="265256"/>
                </a:lnTo>
                <a:lnTo>
                  <a:pt x="765524" y="267794"/>
                </a:lnTo>
                <a:lnTo>
                  <a:pt x="761717" y="269698"/>
                </a:lnTo>
                <a:lnTo>
                  <a:pt x="756958" y="270967"/>
                </a:lnTo>
                <a:lnTo>
                  <a:pt x="752200" y="271919"/>
                </a:lnTo>
                <a:lnTo>
                  <a:pt x="756324" y="284611"/>
                </a:lnTo>
                <a:lnTo>
                  <a:pt x="757910" y="289053"/>
                </a:lnTo>
                <a:lnTo>
                  <a:pt x="760448" y="293812"/>
                </a:lnTo>
                <a:lnTo>
                  <a:pt x="763621" y="299206"/>
                </a:lnTo>
                <a:lnTo>
                  <a:pt x="768062" y="304283"/>
                </a:lnTo>
                <a:lnTo>
                  <a:pt x="772504" y="309677"/>
                </a:lnTo>
                <a:lnTo>
                  <a:pt x="777580" y="315706"/>
                </a:lnTo>
                <a:lnTo>
                  <a:pt x="783608" y="321417"/>
                </a:lnTo>
                <a:lnTo>
                  <a:pt x="789952" y="327445"/>
                </a:lnTo>
                <a:lnTo>
                  <a:pt x="796615" y="333791"/>
                </a:lnTo>
                <a:lnTo>
                  <a:pt x="803912" y="339820"/>
                </a:lnTo>
                <a:lnTo>
                  <a:pt x="819774" y="353146"/>
                </a:lnTo>
                <a:lnTo>
                  <a:pt x="836588" y="366155"/>
                </a:lnTo>
                <a:lnTo>
                  <a:pt x="854672" y="379798"/>
                </a:lnTo>
                <a:lnTo>
                  <a:pt x="891472" y="407720"/>
                </a:lnTo>
                <a:lnTo>
                  <a:pt x="928274" y="435008"/>
                </a:lnTo>
                <a:lnTo>
                  <a:pt x="945405" y="448334"/>
                </a:lnTo>
                <a:lnTo>
                  <a:pt x="961902" y="461343"/>
                </a:lnTo>
                <a:lnTo>
                  <a:pt x="976496" y="474034"/>
                </a:lnTo>
                <a:lnTo>
                  <a:pt x="983158" y="479746"/>
                </a:lnTo>
                <a:lnTo>
                  <a:pt x="989186" y="485457"/>
                </a:lnTo>
                <a:lnTo>
                  <a:pt x="996482" y="493072"/>
                </a:lnTo>
                <a:lnTo>
                  <a:pt x="1003779" y="501004"/>
                </a:lnTo>
                <a:lnTo>
                  <a:pt x="1011393" y="510206"/>
                </a:lnTo>
                <a:lnTo>
                  <a:pt x="1019007" y="519725"/>
                </a:lnTo>
                <a:lnTo>
                  <a:pt x="1026938" y="530830"/>
                </a:lnTo>
                <a:lnTo>
                  <a:pt x="1034552" y="542252"/>
                </a:lnTo>
                <a:lnTo>
                  <a:pt x="1042801" y="554309"/>
                </a:lnTo>
                <a:lnTo>
                  <a:pt x="1050732" y="567318"/>
                </a:lnTo>
                <a:lnTo>
                  <a:pt x="1058663" y="581279"/>
                </a:lnTo>
                <a:lnTo>
                  <a:pt x="1066912" y="595557"/>
                </a:lnTo>
                <a:lnTo>
                  <a:pt x="1074843" y="610153"/>
                </a:lnTo>
                <a:lnTo>
                  <a:pt x="1083092" y="626017"/>
                </a:lnTo>
                <a:lnTo>
                  <a:pt x="1091023" y="641882"/>
                </a:lnTo>
                <a:lnTo>
                  <a:pt x="1098954" y="658698"/>
                </a:lnTo>
                <a:lnTo>
                  <a:pt x="1106568" y="675832"/>
                </a:lnTo>
                <a:lnTo>
                  <a:pt x="1114499" y="693283"/>
                </a:lnTo>
                <a:lnTo>
                  <a:pt x="1122113" y="711369"/>
                </a:lnTo>
                <a:lnTo>
                  <a:pt x="1129727" y="729772"/>
                </a:lnTo>
                <a:lnTo>
                  <a:pt x="1136707" y="748492"/>
                </a:lnTo>
                <a:lnTo>
                  <a:pt x="1143686" y="768164"/>
                </a:lnTo>
                <a:lnTo>
                  <a:pt x="1150348" y="787519"/>
                </a:lnTo>
                <a:lnTo>
                  <a:pt x="1157011" y="807191"/>
                </a:lnTo>
                <a:lnTo>
                  <a:pt x="1163038" y="826863"/>
                </a:lnTo>
                <a:lnTo>
                  <a:pt x="1169066" y="847170"/>
                </a:lnTo>
                <a:lnTo>
                  <a:pt x="1174460" y="867477"/>
                </a:lnTo>
                <a:lnTo>
                  <a:pt x="1179853" y="887783"/>
                </a:lnTo>
                <a:lnTo>
                  <a:pt x="1184929" y="908407"/>
                </a:lnTo>
                <a:lnTo>
                  <a:pt x="1189370" y="929031"/>
                </a:lnTo>
                <a:lnTo>
                  <a:pt x="1193177" y="949655"/>
                </a:lnTo>
                <a:lnTo>
                  <a:pt x="1196667" y="970279"/>
                </a:lnTo>
                <a:lnTo>
                  <a:pt x="1200157" y="990903"/>
                </a:lnTo>
                <a:lnTo>
                  <a:pt x="1202695" y="1011845"/>
                </a:lnTo>
                <a:lnTo>
                  <a:pt x="1204916" y="1032151"/>
                </a:lnTo>
                <a:lnTo>
                  <a:pt x="1206502" y="1052458"/>
                </a:lnTo>
                <a:lnTo>
                  <a:pt x="1207454" y="1072447"/>
                </a:lnTo>
                <a:lnTo>
                  <a:pt x="1208088" y="1092437"/>
                </a:lnTo>
                <a:lnTo>
                  <a:pt x="1207771" y="1112426"/>
                </a:lnTo>
                <a:lnTo>
                  <a:pt x="1207136" y="1131781"/>
                </a:lnTo>
                <a:lnTo>
                  <a:pt x="1205867" y="1151453"/>
                </a:lnTo>
                <a:lnTo>
                  <a:pt x="1203646" y="1170173"/>
                </a:lnTo>
                <a:lnTo>
                  <a:pt x="1201108" y="1188893"/>
                </a:lnTo>
                <a:lnTo>
                  <a:pt x="1199522" y="1197778"/>
                </a:lnTo>
                <a:lnTo>
                  <a:pt x="1197302" y="1206979"/>
                </a:lnTo>
                <a:lnTo>
                  <a:pt x="1195398" y="1215863"/>
                </a:lnTo>
                <a:lnTo>
                  <a:pt x="1193177" y="1224747"/>
                </a:lnTo>
                <a:lnTo>
                  <a:pt x="1190956" y="1233314"/>
                </a:lnTo>
                <a:lnTo>
                  <a:pt x="1188418" y="1242199"/>
                </a:lnTo>
                <a:lnTo>
                  <a:pt x="1185563" y="1250448"/>
                </a:lnTo>
                <a:lnTo>
                  <a:pt x="1182708" y="1259015"/>
                </a:lnTo>
                <a:lnTo>
                  <a:pt x="1179218" y="1266947"/>
                </a:lnTo>
                <a:lnTo>
                  <a:pt x="1175728" y="1275197"/>
                </a:lnTo>
                <a:lnTo>
                  <a:pt x="1172239" y="1283129"/>
                </a:lnTo>
                <a:lnTo>
                  <a:pt x="1168749" y="1291062"/>
                </a:lnTo>
                <a:lnTo>
                  <a:pt x="1164625" y="1298677"/>
                </a:lnTo>
                <a:lnTo>
                  <a:pt x="1160183" y="1305974"/>
                </a:lnTo>
                <a:lnTo>
                  <a:pt x="1155742" y="1313589"/>
                </a:lnTo>
                <a:lnTo>
                  <a:pt x="1151300" y="1320570"/>
                </a:lnTo>
                <a:lnTo>
                  <a:pt x="1146542" y="1327867"/>
                </a:lnTo>
                <a:lnTo>
                  <a:pt x="1141148" y="1334531"/>
                </a:lnTo>
                <a:lnTo>
                  <a:pt x="1135755" y="1341194"/>
                </a:lnTo>
                <a:lnTo>
                  <a:pt x="1130362" y="1347857"/>
                </a:lnTo>
                <a:lnTo>
                  <a:pt x="1124334" y="1354203"/>
                </a:lnTo>
                <a:lnTo>
                  <a:pt x="1118306" y="1360548"/>
                </a:lnTo>
                <a:lnTo>
                  <a:pt x="1112278" y="1366577"/>
                </a:lnTo>
                <a:lnTo>
                  <a:pt x="1105299" y="1372288"/>
                </a:lnTo>
                <a:lnTo>
                  <a:pt x="1098637" y="1378000"/>
                </a:lnTo>
                <a:lnTo>
                  <a:pt x="1091657" y="1383394"/>
                </a:lnTo>
                <a:lnTo>
                  <a:pt x="1084360" y="1388470"/>
                </a:lnTo>
                <a:lnTo>
                  <a:pt x="1076746" y="1393230"/>
                </a:lnTo>
                <a:lnTo>
                  <a:pt x="1068815" y="1398306"/>
                </a:lnTo>
                <a:lnTo>
                  <a:pt x="1061201" y="1402748"/>
                </a:lnTo>
                <a:lnTo>
                  <a:pt x="1052636" y="1407190"/>
                </a:lnTo>
                <a:lnTo>
                  <a:pt x="1044070" y="1411633"/>
                </a:lnTo>
                <a:lnTo>
                  <a:pt x="1035187" y="1415440"/>
                </a:lnTo>
                <a:lnTo>
                  <a:pt x="1025986" y="1418930"/>
                </a:lnTo>
                <a:lnTo>
                  <a:pt x="1016469" y="1422420"/>
                </a:lnTo>
                <a:lnTo>
                  <a:pt x="1006634" y="1425593"/>
                </a:lnTo>
                <a:lnTo>
                  <a:pt x="996800" y="1428766"/>
                </a:lnTo>
                <a:lnTo>
                  <a:pt x="986330" y="1431305"/>
                </a:lnTo>
                <a:lnTo>
                  <a:pt x="976178" y="1433843"/>
                </a:lnTo>
                <a:lnTo>
                  <a:pt x="965074" y="1436064"/>
                </a:lnTo>
                <a:lnTo>
                  <a:pt x="953971" y="1437968"/>
                </a:lnTo>
                <a:lnTo>
                  <a:pt x="942550" y="1439554"/>
                </a:lnTo>
                <a:lnTo>
                  <a:pt x="930812" y="1440823"/>
                </a:lnTo>
                <a:lnTo>
                  <a:pt x="918756" y="1442093"/>
                </a:lnTo>
                <a:lnTo>
                  <a:pt x="906383" y="1443044"/>
                </a:lnTo>
                <a:lnTo>
                  <a:pt x="893693" y="1443362"/>
                </a:lnTo>
                <a:lnTo>
                  <a:pt x="740144" y="1448756"/>
                </a:lnTo>
                <a:lnTo>
                  <a:pt x="652583" y="1451611"/>
                </a:lnTo>
                <a:lnTo>
                  <a:pt x="613244" y="1452563"/>
                </a:lnTo>
                <a:lnTo>
                  <a:pt x="604044" y="1452563"/>
                </a:lnTo>
                <a:lnTo>
                  <a:pt x="595161" y="1452563"/>
                </a:lnTo>
                <a:lnTo>
                  <a:pt x="555505" y="1451611"/>
                </a:lnTo>
                <a:lnTo>
                  <a:pt x="467944" y="1448756"/>
                </a:lnTo>
                <a:lnTo>
                  <a:pt x="314395" y="1443362"/>
                </a:lnTo>
                <a:lnTo>
                  <a:pt x="302022" y="1443044"/>
                </a:lnTo>
                <a:lnTo>
                  <a:pt x="289332" y="1442093"/>
                </a:lnTo>
                <a:lnTo>
                  <a:pt x="277276" y="1440823"/>
                </a:lnTo>
                <a:lnTo>
                  <a:pt x="265856" y="1439554"/>
                </a:lnTo>
                <a:lnTo>
                  <a:pt x="254117" y="1437968"/>
                </a:lnTo>
                <a:lnTo>
                  <a:pt x="243014" y="1436064"/>
                </a:lnTo>
                <a:lnTo>
                  <a:pt x="232227" y="1433843"/>
                </a:lnTo>
                <a:lnTo>
                  <a:pt x="221758" y="1431305"/>
                </a:lnTo>
                <a:lnTo>
                  <a:pt x="211288" y="1428766"/>
                </a:lnTo>
                <a:lnTo>
                  <a:pt x="201454" y="1425593"/>
                </a:lnTo>
                <a:lnTo>
                  <a:pt x="191619" y="1422420"/>
                </a:lnTo>
                <a:lnTo>
                  <a:pt x="182419" y="1418930"/>
                </a:lnTo>
                <a:lnTo>
                  <a:pt x="172901" y="1415440"/>
                </a:lnTo>
                <a:lnTo>
                  <a:pt x="164336" y="1411633"/>
                </a:lnTo>
                <a:lnTo>
                  <a:pt x="155452" y="1407190"/>
                </a:lnTo>
                <a:lnTo>
                  <a:pt x="147521" y="1402748"/>
                </a:lnTo>
                <a:lnTo>
                  <a:pt x="139273" y="1398306"/>
                </a:lnTo>
                <a:lnTo>
                  <a:pt x="131342" y="1393230"/>
                </a:lnTo>
                <a:lnTo>
                  <a:pt x="123728" y="1388470"/>
                </a:lnTo>
                <a:lnTo>
                  <a:pt x="116431" y="1383394"/>
                </a:lnTo>
                <a:lnTo>
                  <a:pt x="109768" y="1378000"/>
                </a:lnTo>
                <a:lnTo>
                  <a:pt x="102789" y="1372288"/>
                </a:lnTo>
                <a:lnTo>
                  <a:pt x="96127" y="1366577"/>
                </a:lnTo>
                <a:lnTo>
                  <a:pt x="89782" y="1360548"/>
                </a:lnTo>
                <a:lnTo>
                  <a:pt x="83754" y="1354203"/>
                </a:lnTo>
                <a:lnTo>
                  <a:pt x="78044" y="1347857"/>
                </a:lnTo>
                <a:lnTo>
                  <a:pt x="72333" y="1341194"/>
                </a:lnTo>
                <a:lnTo>
                  <a:pt x="66940" y="1334531"/>
                </a:lnTo>
                <a:lnTo>
                  <a:pt x="61864" y="1327867"/>
                </a:lnTo>
                <a:lnTo>
                  <a:pt x="56788" y="1320570"/>
                </a:lnTo>
                <a:lnTo>
                  <a:pt x="52346" y="1313589"/>
                </a:lnTo>
                <a:lnTo>
                  <a:pt x="47905" y="1305974"/>
                </a:lnTo>
                <a:lnTo>
                  <a:pt x="43780" y="1298677"/>
                </a:lnTo>
                <a:lnTo>
                  <a:pt x="39339" y="1291062"/>
                </a:lnTo>
                <a:lnTo>
                  <a:pt x="35849" y="1283129"/>
                </a:lnTo>
                <a:lnTo>
                  <a:pt x="32360" y="1275197"/>
                </a:lnTo>
                <a:lnTo>
                  <a:pt x="28870" y="1266947"/>
                </a:lnTo>
                <a:lnTo>
                  <a:pt x="25697" y="1259015"/>
                </a:lnTo>
                <a:lnTo>
                  <a:pt x="22525" y="1250448"/>
                </a:lnTo>
                <a:lnTo>
                  <a:pt x="19670" y="1242199"/>
                </a:lnTo>
                <a:lnTo>
                  <a:pt x="17132" y="1233314"/>
                </a:lnTo>
                <a:lnTo>
                  <a:pt x="14911" y="1224747"/>
                </a:lnTo>
                <a:lnTo>
                  <a:pt x="12690" y="1215863"/>
                </a:lnTo>
                <a:lnTo>
                  <a:pt x="10786" y="1206979"/>
                </a:lnTo>
                <a:lnTo>
                  <a:pt x="8883" y="1197778"/>
                </a:lnTo>
                <a:lnTo>
                  <a:pt x="7297" y="1188893"/>
                </a:lnTo>
                <a:lnTo>
                  <a:pt x="4442" y="1170173"/>
                </a:lnTo>
                <a:lnTo>
                  <a:pt x="2221" y="1151453"/>
                </a:lnTo>
                <a:lnTo>
                  <a:pt x="952" y="1131781"/>
                </a:lnTo>
                <a:lnTo>
                  <a:pt x="317" y="1112426"/>
                </a:lnTo>
                <a:lnTo>
                  <a:pt x="0" y="1092437"/>
                </a:lnTo>
                <a:lnTo>
                  <a:pt x="634" y="1072447"/>
                </a:lnTo>
                <a:lnTo>
                  <a:pt x="1586" y="1052458"/>
                </a:lnTo>
                <a:lnTo>
                  <a:pt x="3172" y="1032151"/>
                </a:lnTo>
                <a:lnTo>
                  <a:pt x="5393" y="1011845"/>
                </a:lnTo>
                <a:lnTo>
                  <a:pt x="8248" y="990903"/>
                </a:lnTo>
                <a:lnTo>
                  <a:pt x="11421" y="970279"/>
                </a:lnTo>
                <a:lnTo>
                  <a:pt x="14911" y="949655"/>
                </a:lnTo>
                <a:lnTo>
                  <a:pt x="19035" y="929031"/>
                </a:lnTo>
                <a:lnTo>
                  <a:pt x="23476" y="908407"/>
                </a:lnTo>
                <a:lnTo>
                  <a:pt x="28235" y="887783"/>
                </a:lnTo>
                <a:lnTo>
                  <a:pt x="33628" y="867477"/>
                </a:lnTo>
                <a:lnTo>
                  <a:pt x="39022" y="847170"/>
                </a:lnTo>
                <a:lnTo>
                  <a:pt x="45050" y="826863"/>
                </a:lnTo>
                <a:lnTo>
                  <a:pt x="51077" y="807191"/>
                </a:lnTo>
                <a:lnTo>
                  <a:pt x="58057" y="787519"/>
                </a:lnTo>
                <a:lnTo>
                  <a:pt x="64402" y="768164"/>
                </a:lnTo>
                <a:lnTo>
                  <a:pt x="71381" y="748492"/>
                </a:lnTo>
                <a:lnTo>
                  <a:pt x="78678" y="729772"/>
                </a:lnTo>
                <a:lnTo>
                  <a:pt x="85975" y="711369"/>
                </a:lnTo>
                <a:lnTo>
                  <a:pt x="93906" y="693283"/>
                </a:lnTo>
                <a:lnTo>
                  <a:pt x="101520" y="675832"/>
                </a:lnTo>
                <a:lnTo>
                  <a:pt x="109134" y="658698"/>
                </a:lnTo>
                <a:lnTo>
                  <a:pt x="117065" y="641882"/>
                </a:lnTo>
                <a:lnTo>
                  <a:pt x="124996" y="626017"/>
                </a:lnTo>
                <a:lnTo>
                  <a:pt x="133245" y="610153"/>
                </a:lnTo>
                <a:lnTo>
                  <a:pt x="141176" y="595557"/>
                </a:lnTo>
                <a:lnTo>
                  <a:pt x="149425" y="581279"/>
                </a:lnTo>
                <a:lnTo>
                  <a:pt x="157356" y="567318"/>
                </a:lnTo>
                <a:lnTo>
                  <a:pt x="165604" y="554309"/>
                </a:lnTo>
                <a:lnTo>
                  <a:pt x="173536" y="542252"/>
                </a:lnTo>
                <a:lnTo>
                  <a:pt x="181467" y="530830"/>
                </a:lnTo>
                <a:lnTo>
                  <a:pt x="189081" y="519725"/>
                </a:lnTo>
                <a:lnTo>
                  <a:pt x="197012" y="510206"/>
                </a:lnTo>
                <a:lnTo>
                  <a:pt x="204309" y="501004"/>
                </a:lnTo>
                <a:lnTo>
                  <a:pt x="211606" y="493072"/>
                </a:lnTo>
                <a:lnTo>
                  <a:pt x="218902" y="485457"/>
                </a:lnTo>
                <a:lnTo>
                  <a:pt x="225248" y="479428"/>
                </a:lnTo>
                <a:lnTo>
                  <a:pt x="232862" y="473083"/>
                </a:lnTo>
                <a:lnTo>
                  <a:pt x="248407" y="460074"/>
                </a:lnTo>
                <a:lnTo>
                  <a:pt x="265538" y="446430"/>
                </a:lnTo>
                <a:lnTo>
                  <a:pt x="283622" y="432469"/>
                </a:lnTo>
                <a:lnTo>
                  <a:pt x="322009" y="404548"/>
                </a:lnTo>
                <a:lnTo>
                  <a:pt x="360396" y="375991"/>
                </a:lnTo>
                <a:lnTo>
                  <a:pt x="379114" y="362030"/>
                </a:lnTo>
                <a:lnTo>
                  <a:pt x="396562" y="348387"/>
                </a:lnTo>
                <a:lnTo>
                  <a:pt x="412742" y="335060"/>
                </a:lnTo>
                <a:lnTo>
                  <a:pt x="420039" y="328397"/>
                </a:lnTo>
                <a:lnTo>
                  <a:pt x="427018" y="322369"/>
                </a:lnTo>
                <a:lnTo>
                  <a:pt x="433364" y="316340"/>
                </a:lnTo>
                <a:lnTo>
                  <a:pt x="439391" y="309994"/>
                </a:lnTo>
                <a:lnTo>
                  <a:pt x="444784" y="304283"/>
                </a:lnTo>
                <a:lnTo>
                  <a:pt x="449226" y="298572"/>
                </a:lnTo>
                <a:lnTo>
                  <a:pt x="453033" y="293178"/>
                </a:lnTo>
                <a:lnTo>
                  <a:pt x="456523" y="287784"/>
                </a:lnTo>
                <a:lnTo>
                  <a:pt x="459061" y="283024"/>
                </a:lnTo>
                <a:lnTo>
                  <a:pt x="460647" y="277948"/>
                </a:lnTo>
                <a:lnTo>
                  <a:pt x="461282" y="274775"/>
                </a:lnTo>
                <a:lnTo>
                  <a:pt x="461916" y="271919"/>
                </a:lnTo>
                <a:lnTo>
                  <a:pt x="456840" y="270967"/>
                </a:lnTo>
                <a:lnTo>
                  <a:pt x="452081" y="269698"/>
                </a:lnTo>
                <a:lnTo>
                  <a:pt x="448274" y="267794"/>
                </a:lnTo>
                <a:lnTo>
                  <a:pt x="444784" y="265256"/>
                </a:lnTo>
                <a:lnTo>
                  <a:pt x="441929" y="262083"/>
                </a:lnTo>
                <a:lnTo>
                  <a:pt x="440660" y="260497"/>
                </a:lnTo>
                <a:lnTo>
                  <a:pt x="439708" y="258910"/>
                </a:lnTo>
                <a:lnTo>
                  <a:pt x="438757" y="257324"/>
                </a:lnTo>
                <a:lnTo>
                  <a:pt x="438440" y="255420"/>
                </a:lnTo>
                <a:lnTo>
                  <a:pt x="438122" y="253834"/>
                </a:lnTo>
                <a:lnTo>
                  <a:pt x="437488" y="251930"/>
                </a:lnTo>
                <a:lnTo>
                  <a:pt x="438122" y="250026"/>
                </a:lnTo>
                <a:lnTo>
                  <a:pt x="438440" y="248122"/>
                </a:lnTo>
                <a:lnTo>
                  <a:pt x="438757" y="246536"/>
                </a:lnTo>
                <a:lnTo>
                  <a:pt x="439708" y="244315"/>
                </a:lnTo>
                <a:lnTo>
                  <a:pt x="440660" y="242728"/>
                </a:lnTo>
                <a:lnTo>
                  <a:pt x="441929" y="241142"/>
                </a:lnTo>
                <a:lnTo>
                  <a:pt x="444784" y="238286"/>
                </a:lnTo>
                <a:lnTo>
                  <a:pt x="448274" y="236065"/>
                </a:lnTo>
                <a:lnTo>
                  <a:pt x="452081" y="234161"/>
                </a:lnTo>
                <a:lnTo>
                  <a:pt x="456840" y="232575"/>
                </a:lnTo>
                <a:lnTo>
                  <a:pt x="461916" y="231940"/>
                </a:lnTo>
                <a:lnTo>
                  <a:pt x="460647" y="227498"/>
                </a:lnTo>
                <a:lnTo>
                  <a:pt x="459378" y="223374"/>
                </a:lnTo>
                <a:lnTo>
                  <a:pt x="457792" y="219249"/>
                </a:lnTo>
                <a:lnTo>
                  <a:pt x="456206" y="215124"/>
                </a:lnTo>
                <a:lnTo>
                  <a:pt x="451764" y="206874"/>
                </a:lnTo>
                <a:lnTo>
                  <a:pt x="447005" y="198307"/>
                </a:lnTo>
                <a:lnTo>
                  <a:pt x="441295" y="189423"/>
                </a:lnTo>
                <a:lnTo>
                  <a:pt x="434632" y="180222"/>
                </a:lnTo>
                <a:lnTo>
                  <a:pt x="420039" y="159598"/>
                </a:lnTo>
                <a:lnTo>
                  <a:pt x="412108" y="147541"/>
                </a:lnTo>
                <a:lnTo>
                  <a:pt x="403542" y="134532"/>
                </a:lnTo>
                <a:lnTo>
                  <a:pt x="394024" y="120254"/>
                </a:lnTo>
                <a:lnTo>
                  <a:pt x="384190" y="104706"/>
                </a:lnTo>
                <a:lnTo>
                  <a:pt x="374355" y="87573"/>
                </a:lnTo>
                <a:lnTo>
                  <a:pt x="363886" y="68535"/>
                </a:lnTo>
                <a:lnTo>
                  <a:pt x="353099" y="47911"/>
                </a:lnTo>
                <a:lnTo>
                  <a:pt x="341996" y="25066"/>
                </a:lnTo>
                <a:lnTo>
                  <a:pt x="352782" y="20307"/>
                </a:lnTo>
                <a:lnTo>
                  <a:pt x="362617" y="15865"/>
                </a:lnTo>
                <a:lnTo>
                  <a:pt x="372134" y="13009"/>
                </a:lnTo>
                <a:lnTo>
                  <a:pt x="380700" y="11105"/>
                </a:lnTo>
                <a:lnTo>
                  <a:pt x="388948" y="9836"/>
                </a:lnTo>
                <a:lnTo>
                  <a:pt x="396562" y="9519"/>
                </a:lnTo>
                <a:lnTo>
                  <a:pt x="403859" y="9519"/>
                </a:lnTo>
                <a:lnTo>
                  <a:pt x="410522" y="10471"/>
                </a:lnTo>
                <a:lnTo>
                  <a:pt x="416549" y="12057"/>
                </a:lnTo>
                <a:lnTo>
                  <a:pt x="422894" y="14278"/>
                </a:lnTo>
                <a:lnTo>
                  <a:pt x="428288" y="16816"/>
                </a:lnTo>
                <a:lnTo>
                  <a:pt x="433681" y="19989"/>
                </a:lnTo>
                <a:lnTo>
                  <a:pt x="439074" y="23162"/>
                </a:lnTo>
                <a:lnTo>
                  <a:pt x="443833" y="26970"/>
                </a:lnTo>
                <a:lnTo>
                  <a:pt x="448592" y="30777"/>
                </a:lnTo>
                <a:lnTo>
                  <a:pt x="453033" y="34585"/>
                </a:lnTo>
                <a:lnTo>
                  <a:pt x="462550" y="43152"/>
                </a:lnTo>
                <a:lnTo>
                  <a:pt x="471434" y="51401"/>
                </a:lnTo>
                <a:lnTo>
                  <a:pt x="476510" y="55843"/>
                </a:lnTo>
                <a:lnTo>
                  <a:pt x="481268" y="59651"/>
                </a:lnTo>
                <a:lnTo>
                  <a:pt x="486027" y="63141"/>
                </a:lnTo>
                <a:lnTo>
                  <a:pt x="491738" y="66314"/>
                </a:lnTo>
                <a:lnTo>
                  <a:pt x="497131" y="69170"/>
                </a:lnTo>
                <a:lnTo>
                  <a:pt x="502841" y="72025"/>
                </a:lnTo>
                <a:lnTo>
                  <a:pt x="509186" y="73929"/>
                </a:lnTo>
                <a:lnTo>
                  <a:pt x="515531" y="75198"/>
                </a:lnTo>
                <a:lnTo>
                  <a:pt x="522194" y="76150"/>
                </a:lnTo>
                <a:lnTo>
                  <a:pt x="529808" y="76150"/>
                </a:lnTo>
                <a:lnTo>
                  <a:pt x="537739" y="75515"/>
                </a:lnTo>
                <a:lnTo>
                  <a:pt x="546304" y="74246"/>
                </a:lnTo>
                <a:lnTo>
                  <a:pt x="557408" y="68218"/>
                </a:lnTo>
                <a:lnTo>
                  <a:pt x="568195" y="62824"/>
                </a:lnTo>
                <a:lnTo>
                  <a:pt x="587864" y="51719"/>
                </a:lnTo>
                <a:lnTo>
                  <a:pt x="605313" y="41882"/>
                </a:lnTo>
                <a:lnTo>
                  <a:pt x="620858" y="32681"/>
                </a:lnTo>
                <a:lnTo>
                  <a:pt x="635452" y="24749"/>
                </a:lnTo>
                <a:lnTo>
                  <a:pt x="648776" y="17134"/>
                </a:lnTo>
                <a:lnTo>
                  <a:pt x="655438" y="13961"/>
                </a:lnTo>
                <a:lnTo>
                  <a:pt x="661784" y="11422"/>
                </a:lnTo>
                <a:lnTo>
                  <a:pt x="668446" y="8884"/>
                </a:lnTo>
                <a:lnTo>
                  <a:pt x="675108" y="6663"/>
                </a:lnTo>
                <a:lnTo>
                  <a:pt x="682088" y="4759"/>
                </a:lnTo>
                <a:lnTo>
                  <a:pt x="688750" y="3173"/>
                </a:lnTo>
                <a:lnTo>
                  <a:pt x="695729" y="1586"/>
                </a:lnTo>
                <a:lnTo>
                  <a:pt x="703343" y="635"/>
                </a:lnTo>
                <a:lnTo>
                  <a:pt x="710957" y="31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rgbClr val="FFFFFF"/>
              </a:solidFill>
              <a:cs typeface="+mn-ea"/>
              <a:sym typeface="+mn-lt"/>
            </a:endParaRPr>
          </a:p>
        </p:txBody>
      </p:sp>
      <p:sp>
        <p:nvSpPr>
          <p:cNvPr id="15" name="KSO_Shape">
            <a:extLst>
              <a:ext uri="{FF2B5EF4-FFF2-40B4-BE49-F238E27FC236}">
                <a16:creationId xmlns:a16="http://schemas.microsoft.com/office/drawing/2014/main" id="{CFEB2A21-7AEF-442D-8470-1350E1E6826F}"/>
              </a:ext>
            </a:extLst>
          </p:cNvPr>
          <p:cNvSpPr/>
          <p:nvPr/>
        </p:nvSpPr>
        <p:spPr bwMode="auto">
          <a:xfrm>
            <a:off x="6958013" y="2913063"/>
            <a:ext cx="695325" cy="660400"/>
          </a:xfrm>
          <a:custGeom>
            <a:avLst/>
            <a:gdLst/>
            <a:ahLst/>
            <a:cxnLst/>
            <a:rect l="0" t="0" r="r" b="b"/>
            <a:pathLst>
              <a:path w="1917701" h="1819275">
                <a:moveTo>
                  <a:pt x="711992" y="795933"/>
                </a:moveTo>
                <a:lnTo>
                  <a:pt x="722042" y="796197"/>
                </a:lnTo>
                <a:lnTo>
                  <a:pt x="731828" y="796462"/>
                </a:lnTo>
                <a:lnTo>
                  <a:pt x="742143" y="796991"/>
                </a:lnTo>
                <a:lnTo>
                  <a:pt x="751929" y="797784"/>
                </a:lnTo>
                <a:lnTo>
                  <a:pt x="761979" y="798577"/>
                </a:lnTo>
                <a:lnTo>
                  <a:pt x="771765" y="799635"/>
                </a:lnTo>
                <a:lnTo>
                  <a:pt x="781551" y="800957"/>
                </a:lnTo>
                <a:lnTo>
                  <a:pt x="791337" y="802544"/>
                </a:lnTo>
                <a:lnTo>
                  <a:pt x="800858" y="804130"/>
                </a:lnTo>
                <a:lnTo>
                  <a:pt x="810644" y="805981"/>
                </a:lnTo>
                <a:lnTo>
                  <a:pt x="820166" y="807832"/>
                </a:lnTo>
                <a:lnTo>
                  <a:pt x="829687" y="810212"/>
                </a:lnTo>
                <a:lnTo>
                  <a:pt x="839473" y="812592"/>
                </a:lnTo>
                <a:lnTo>
                  <a:pt x="848994" y="814972"/>
                </a:lnTo>
                <a:lnTo>
                  <a:pt x="858252" y="817616"/>
                </a:lnTo>
                <a:lnTo>
                  <a:pt x="867773" y="820525"/>
                </a:lnTo>
                <a:lnTo>
                  <a:pt x="886551" y="826871"/>
                </a:lnTo>
                <a:lnTo>
                  <a:pt x="905065" y="833746"/>
                </a:lnTo>
                <a:lnTo>
                  <a:pt x="923315" y="841415"/>
                </a:lnTo>
                <a:lnTo>
                  <a:pt x="941300" y="849612"/>
                </a:lnTo>
                <a:lnTo>
                  <a:pt x="959284" y="858603"/>
                </a:lnTo>
                <a:lnTo>
                  <a:pt x="976740" y="868122"/>
                </a:lnTo>
                <a:lnTo>
                  <a:pt x="993932" y="878170"/>
                </a:lnTo>
                <a:lnTo>
                  <a:pt x="1011123" y="889012"/>
                </a:lnTo>
                <a:lnTo>
                  <a:pt x="1003189" y="891392"/>
                </a:lnTo>
                <a:lnTo>
                  <a:pt x="995254" y="893772"/>
                </a:lnTo>
                <a:lnTo>
                  <a:pt x="987055" y="896416"/>
                </a:lnTo>
                <a:lnTo>
                  <a:pt x="979121" y="899325"/>
                </a:lnTo>
                <a:lnTo>
                  <a:pt x="971186" y="902762"/>
                </a:lnTo>
                <a:lnTo>
                  <a:pt x="962987" y="905936"/>
                </a:lnTo>
                <a:lnTo>
                  <a:pt x="955053" y="909638"/>
                </a:lnTo>
                <a:lnTo>
                  <a:pt x="947383" y="913604"/>
                </a:lnTo>
                <a:lnTo>
                  <a:pt x="939448" y="917835"/>
                </a:lnTo>
                <a:lnTo>
                  <a:pt x="932043" y="922066"/>
                </a:lnTo>
                <a:lnTo>
                  <a:pt x="924637" y="926826"/>
                </a:lnTo>
                <a:lnTo>
                  <a:pt x="917231" y="931850"/>
                </a:lnTo>
                <a:lnTo>
                  <a:pt x="910090" y="936874"/>
                </a:lnTo>
                <a:lnTo>
                  <a:pt x="902949" y="942427"/>
                </a:lnTo>
                <a:lnTo>
                  <a:pt x="896073" y="948509"/>
                </a:lnTo>
                <a:lnTo>
                  <a:pt x="889461" y="954326"/>
                </a:lnTo>
                <a:lnTo>
                  <a:pt x="883113" y="960937"/>
                </a:lnTo>
                <a:lnTo>
                  <a:pt x="877030" y="967812"/>
                </a:lnTo>
                <a:lnTo>
                  <a:pt x="871211" y="974952"/>
                </a:lnTo>
                <a:lnTo>
                  <a:pt x="865393" y="982356"/>
                </a:lnTo>
                <a:lnTo>
                  <a:pt x="859838" y="990024"/>
                </a:lnTo>
                <a:lnTo>
                  <a:pt x="854813" y="998486"/>
                </a:lnTo>
                <a:lnTo>
                  <a:pt x="850052" y="1006683"/>
                </a:lnTo>
                <a:lnTo>
                  <a:pt x="845556" y="1015674"/>
                </a:lnTo>
                <a:lnTo>
                  <a:pt x="841324" y="1025193"/>
                </a:lnTo>
                <a:lnTo>
                  <a:pt x="837886" y="1034713"/>
                </a:lnTo>
                <a:lnTo>
                  <a:pt x="834183" y="1044761"/>
                </a:lnTo>
                <a:lnTo>
                  <a:pt x="831274" y="1055074"/>
                </a:lnTo>
                <a:lnTo>
                  <a:pt x="828629" y="1066180"/>
                </a:lnTo>
                <a:lnTo>
                  <a:pt x="826249" y="1077550"/>
                </a:lnTo>
                <a:lnTo>
                  <a:pt x="824398" y="1089185"/>
                </a:lnTo>
                <a:lnTo>
                  <a:pt x="823340" y="1101349"/>
                </a:lnTo>
                <a:lnTo>
                  <a:pt x="822017" y="1115893"/>
                </a:lnTo>
                <a:lnTo>
                  <a:pt x="821488" y="1129907"/>
                </a:lnTo>
                <a:lnTo>
                  <a:pt x="821488" y="1143129"/>
                </a:lnTo>
                <a:lnTo>
                  <a:pt x="821753" y="1156086"/>
                </a:lnTo>
                <a:lnTo>
                  <a:pt x="822546" y="1168514"/>
                </a:lnTo>
                <a:lnTo>
                  <a:pt x="824133" y="1180413"/>
                </a:lnTo>
                <a:lnTo>
                  <a:pt x="825984" y="1192048"/>
                </a:lnTo>
                <a:lnTo>
                  <a:pt x="828100" y="1203154"/>
                </a:lnTo>
                <a:lnTo>
                  <a:pt x="830745" y="1213731"/>
                </a:lnTo>
                <a:lnTo>
                  <a:pt x="833654" y="1224044"/>
                </a:lnTo>
                <a:lnTo>
                  <a:pt x="836828" y="1233828"/>
                </a:lnTo>
                <a:lnTo>
                  <a:pt x="840531" y="1243348"/>
                </a:lnTo>
                <a:lnTo>
                  <a:pt x="844763" y="1252338"/>
                </a:lnTo>
                <a:lnTo>
                  <a:pt x="848994" y="1260800"/>
                </a:lnTo>
                <a:lnTo>
                  <a:pt x="853491" y="1269262"/>
                </a:lnTo>
                <a:lnTo>
                  <a:pt x="858516" y="1276930"/>
                </a:lnTo>
                <a:lnTo>
                  <a:pt x="863806" y="1284334"/>
                </a:lnTo>
                <a:lnTo>
                  <a:pt x="869360" y="1291474"/>
                </a:lnTo>
                <a:lnTo>
                  <a:pt x="874914" y="1298349"/>
                </a:lnTo>
                <a:lnTo>
                  <a:pt x="880997" y="1304960"/>
                </a:lnTo>
                <a:lnTo>
                  <a:pt x="887080" y="1311042"/>
                </a:lnTo>
                <a:lnTo>
                  <a:pt x="893428" y="1316859"/>
                </a:lnTo>
                <a:lnTo>
                  <a:pt x="900040" y="1322412"/>
                </a:lnTo>
                <a:lnTo>
                  <a:pt x="906652" y="1327436"/>
                </a:lnTo>
                <a:lnTo>
                  <a:pt x="913264" y="1332196"/>
                </a:lnTo>
                <a:lnTo>
                  <a:pt x="920405" y="1336956"/>
                </a:lnTo>
                <a:lnTo>
                  <a:pt x="927546" y="1341187"/>
                </a:lnTo>
                <a:lnTo>
                  <a:pt x="934687" y="1345417"/>
                </a:lnTo>
                <a:lnTo>
                  <a:pt x="941828" y="1349119"/>
                </a:lnTo>
                <a:lnTo>
                  <a:pt x="949234" y="1352821"/>
                </a:lnTo>
                <a:lnTo>
                  <a:pt x="956904" y="1355995"/>
                </a:lnTo>
                <a:lnTo>
                  <a:pt x="964310" y="1358903"/>
                </a:lnTo>
                <a:lnTo>
                  <a:pt x="971715" y="1361812"/>
                </a:lnTo>
                <a:lnTo>
                  <a:pt x="979121" y="1364456"/>
                </a:lnTo>
                <a:lnTo>
                  <a:pt x="986526" y="1366836"/>
                </a:lnTo>
                <a:lnTo>
                  <a:pt x="993932" y="1368952"/>
                </a:lnTo>
                <a:lnTo>
                  <a:pt x="1008479" y="1372654"/>
                </a:lnTo>
                <a:lnTo>
                  <a:pt x="1023025" y="1375562"/>
                </a:lnTo>
                <a:lnTo>
                  <a:pt x="1037043" y="1378471"/>
                </a:lnTo>
                <a:lnTo>
                  <a:pt x="1050532" y="1380058"/>
                </a:lnTo>
                <a:lnTo>
                  <a:pt x="1063227" y="1381380"/>
                </a:lnTo>
                <a:lnTo>
                  <a:pt x="1075129" y="1382438"/>
                </a:lnTo>
                <a:lnTo>
                  <a:pt x="1086237" y="1382702"/>
                </a:lnTo>
                <a:lnTo>
                  <a:pt x="1096287" y="1383231"/>
                </a:lnTo>
                <a:lnTo>
                  <a:pt x="1105015" y="1383495"/>
                </a:lnTo>
                <a:lnTo>
                  <a:pt x="1112421" y="1383231"/>
                </a:lnTo>
                <a:lnTo>
                  <a:pt x="1122736" y="1382702"/>
                </a:lnTo>
                <a:lnTo>
                  <a:pt x="1126703" y="1382438"/>
                </a:lnTo>
                <a:lnTo>
                  <a:pt x="1126703" y="1394337"/>
                </a:lnTo>
                <a:lnTo>
                  <a:pt x="1126968" y="1406236"/>
                </a:lnTo>
                <a:lnTo>
                  <a:pt x="1127232" y="1417607"/>
                </a:lnTo>
                <a:lnTo>
                  <a:pt x="1128025" y="1428977"/>
                </a:lnTo>
                <a:lnTo>
                  <a:pt x="1129083" y="1439554"/>
                </a:lnTo>
                <a:lnTo>
                  <a:pt x="1130141" y="1450131"/>
                </a:lnTo>
                <a:lnTo>
                  <a:pt x="1131728" y="1460444"/>
                </a:lnTo>
                <a:lnTo>
                  <a:pt x="1133580" y="1470228"/>
                </a:lnTo>
                <a:lnTo>
                  <a:pt x="1135431" y="1480012"/>
                </a:lnTo>
                <a:lnTo>
                  <a:pt x="1137547" y="1489267"/>
                </a:lnTo>
                <a:lnTo>
                  <a:pt x="1139927" y="1498522"/>
                </a:lnTo>
                <a:lnTo>
                  <a:pt x="1142572" y="1507513"/>
                </a:lnTo>
                <a:lnTo>
                  <a:pt x="1145481" y="1515710"/>
                </a:lnTo>
                <a:lnTo>
                  <a:pt x="1148391" y="1524172"/>
                </a:lnTo>
                <a:lnTo>
                  <a:pt x="1151564" y="1532105"/>
                </a:lnTo>
                <a:lnTo>
                  <a:pt x="1155003" y="1539773"/>
                </a:lnTo>
                <a:lnTo>
                  <a:pt x="1158441" y="1547442"/>
                </a:lnTo>
                <a:lnTo>
                  <a:pt x="1162408" y="1554581"/>
                </a:lnTo>
                <a:lnTo>
                  <a:pt x="1166111" y="1561721"/>
                </a:lnTo>
                <a:lnTo>
                  <a:pt x="1170078" y="1568596"/>
                </a:lnTo>
                <a:lnTo>
                  <a:pt x="1174575" y="1575207"/>
                </a:lnTo>
                <a:lnTo>
                  <a:pt x="1178806" y="1581553"/>
                </a:lnTo>
                <a:lnTo>
                  <a:pt x="1183038" y="1587370"/>
                </a:lnTo>
                <a:lnTo>
                  <a:pt x="1187799" y="1593452"/>
                </a:lnTo>
                <a:lnTo>
                  <a:pt x="1192560" y="1599005"/>
                </a:lnTo>
                <a:lnTo>
                  <a:pt x="1197320" y="1604558"/>
                </a:lnTo>
                <a:lnTo>
                  <a:pt x="1202346" y="1609582"/>
                </a:lnTo>
                <a:lnTo>
                  <a:pt x="1207635" y="1614607"/>
                </a:lnTo>
                <a:lnTo>
                  <a:pt x="1212660" y="1619366"/>
                </a:lnTo>
                <a:lnTo>
                  <a:pt x="1217950" y="1624126"/>
                </a:lnTo>
                <a:lnTo>
                  <a:pt x="1223240" y="1628357"/>
                </a:lnTo>
                <a:lnTo>
                  <a:pt x="1229058" y="1632852"/>
                </a:lnTo>
                <a:lnTo>
                  <a:pt x="1234348" y="1636819"/>
                </a:lnTo>
                <a:lnTo>
                  <a:pt x="1239902" y="1640521"/>
                </a:lnTo>
                <a:lnTo>
                  <a:pt x="1245721" y="1644487"/>
                </a:lnTo>
                <a:lnTo>
                  <a:pt x="1251540" y="1647660"/>
                </a:lnTo>
                <a:lnTo>
                  <a:pt x="1263177" y="1654271"/>
                </a:lnTo>
                <a:lnTo>
                  <a:pt x="1274814" y="1660353"/>
                </a:lnTo>
                <a:lnTo>
                  <a:pt x="1286716" y="1665377"/>
                </a:lnTo>
                <a:lnTo>
                  <a:pt x="1298882" y="1670137"/>
                </a:lnTo>
                <a:lnTo>
                  <a:pt x="1310784" y="1673839"/>
                </a:lnTo>
                <a:lnTo>
                  <a:pt x="1322686" y="1677541"/>
                </a:lnTo>
                <a:lnTo>
                  <a:pt x="1334588" y="1680714"/>
                </a:lnTo>
                <a:lnTo>
                  <a:pt x="1346225" y="1683094"/>
                </a:lnTo>
                <a:lnTo>
                  <a:pt x="1357862" y="1685474"/>
                </a:lnTo>
                <a:lnTo>
                  <a:pt x="1368971" y="1687325"/>
                </a:lnTo>
                <a:lnTo>
                  <a:pt x="1380079" y="1688382"/>
                </a:lnTo>
                <a:lnTo>
                  <a:pt x="1390658" y="1689705"/>
                </a:lnTo>
                <a:lnTo>
                  <a:pt x="1401238" y="1690498"/>
                </a:lnTo>
                <a:lnTo>
                  <a:pt x="1411024" y="1690762"/>
                </a:lnTo>
                <a:lnTo>
                  <a:pt x="1411817" y="1709537"/>
                </a:lnTo>
                <a:lnTo>
                  <a:pt x="1412346" y="1728311"/>
                </a:lnTo>
                <a:lnTo>
                  <a:pt x="1412875" y="1747086"/>
                </a:lnTo>
                <a:lnTo>
                  <a:pt x="1412875" y="1766125"/>
                </a:lnTo>
                <a:lnTo>
                  <a:pt x="1412346" y="1792832"/>
                </a:lnTo>
                <a:lnTo>
                  <a:pt x="1411553" y="1819275"/>
                </a:lnTo>
                <a:lnTo>
                  <a:pt x="793" y="1811078"/>
                </a:lnTo>
                <a:lnTo>
                  <a:pt x="264" y="1784635"/>
                </a:lnTo>
                <a:lnTo>
                  <a:pt x="0" y="1757928"/>
                </a:lnTo>
                <a:lnTo>
                  <a:pt x="529" y="1733071"/>
                </a:lnTo>
                <a:lnTo>
                  <a:pt x="1058" y="1708215"/>
                </a:lnTo>
                <a:lnTo>
                  <a:pt x="2645" y="1683623"/>
                </a:lnTo>
                <a:lnTo>
                  <a:pt x="4232" y="1659031"/>
                </a:lnTo>
                <a:lnTo>
                  <a:pt x="6612" y="1634968"/>
                </a:lnTo>
                <a:lnTo>
                  <a:pt x="8992" y="1610905"/>
                </a:lnTo>
                <a:lnTo>
                  <a:pt x="12166" y="1587106"/>
                </a:lnTo>
                <a:lnTo>
                  <a:pt x="15340" y="1563307"/>
                </a:lnTo>
                <a:lnTo>
                  <a:pt x="19307" y="1539773"/>
                </a:lnTo>
                <a:lnTo>
                  <a:pt x="23804" y="1516503"/>
                </a:lnTo>
                <a:lnTo>
                  <a:pt x="28300" y="1493762"/>
                </a:lnTo>
                <a:lnTo>
                  <a:pt x="33590" y="1470757"/>
                </a:lnTo>
                <a:lnTo>
                  <a:pt x="38879" y="1448280"/>
                </a:lnTo>
                <a:lnTo>
                  <a:pt x="44962" y="1425804"/>
                </a:lnTo>
                <a:lnTo>
                  <a:pt x="51045" y="1403856"/>
                </a:lnTo>
                <a:lnTo>
                  <a:pt x="57658" y="1382173"/>
                </a:lnTo>
                <a:lnTo>
                  <a:pt x="64799" y="1360754"/>
                </a:lnTo>
                <a:lnTo>
                  <a:pt x="72204" y="1339336"/>
                </a:lnTo>
                <a:lnTo>
                  <a:pt x="79874" y="1318710"/>
                </a:lnTo>
                <a:lnTo>
                  <a:pt x="88073" y="1298085"/>
                </a:lnTo>
                <a:lnTo>
                  <a:pt x="96272" y="1277459"/>
                </a:lnTo>
                <a:lnTo>
                  <a:pt x="105265" y="1257627"/>
                </a:lnTo>
                <a:lnTo>
                  <a:pt x="114522" y="1238059"/>
                </a:lnTo>
                <a:lnTo>
                  <a:pt x="123779" y="1218491"/>
                </a:lnTo>
                <a:lnTo>
                  <a:pt x="133565" y="1199452"/>
                </a:lnTo>
                <a:lnTo>
                  <a:pt x="143615" y="1180678"/>
                </a:lnTo>
                <a:lnTo>
                  <a:pt x="153930" y="1162432"/>
                </a:lnTo>
                <a:lnTo>
                  <a:pt x="165038" y="1144451"/>
                </a:lnTo>
                <a:lnTo>
                  <a:pt x="176147" y="1126734"/>
                </a:lnTo>
                <a:lnTo>
                  <a:pt x="187255" y="1109546"/>
                </a:lnTo>
                <a:lnTo>
                  <a:pt x="198892" y="1092623"/>
                </a:lnTo>
                <a:lnTo>
                  <a:pt x="210794" y="1075964"/>
                </a:lnTo>
                <a:lnTo>
                  <a:pt x="222960" y="1059834"/>
                </a:lnTo>
                <a:lnTo>
                  <a:pt x="235391" y="1044232"/>
                </a:lnTo>
                <a:lnTo>
                  <a:pt x="248351" y="1028895"/>
                </a:lnTo>
                <a:lnTo>
                  <a:pt x="261310" y="1013823"/>
                </a:lnTo>
                <a:lnTo>
                  <a:pt x="274799" y="999544"/>
                </a:lnTo>
                <a:lnTo>
                  <a:pt x="288288" y="985529"/>
                </a:lnTo>
                <a:lnTo>
                  <a:pt x="302041" y="971779"/>
                </a:lnTo>
                <a:lnTo>
                  <a:pt x="316059" y="958557"/>
                </a:lnTo>
                <a:lnTo>
                  <a:pt x="330341" y="946129"/>
                </a:lnTo>
                <a:lnTo>
                  <a:pt x="344888" y="933965"/>
                </a:lnTo>
                <a:lnTo>
                  <a:pt x="359963" y="922066"/>
                </a:lnTo>
                <a:lnTo>
                  <a:pt x="374774" y="910695"/>
                </a:lnTo>
                <a:lnTo>
                  <a:pt x="389850" y="899589"/>
                </a:lnTo>
                <a:lnTo>
                  <a:pt x="405454" y="889541"/>
                </a:lnTo>
                <a:lnTo>
                  <a:pt x="420794" y="879757"/>
                </a:lnTo>
                <a:lnTo>
                  <a:pt x="436664" y="870238"/>
                </a:lnTo>
                <a:lnTo>
                  <a:pt x="452533" y="861511"/>
                </a:lnTo>
                <a:lnTo>
                  <a:pt x="468666" y="853314"/>
                </a:lnTo>
                <a:lnTo>
                  <a:pt x="485064" y="845646"/>
                </a:lnTo>
                <a:lnTo>
                  <a:pt x="501727" y="838242"/>
                </a:lnTo>
                <a:lnTo>
                  <a:pt x="518389" y="831631"/>
                </a:lnTo>
                <a:lnTo>
                  <a:pt x="535316" y="825285"/>
                </a:lnTo>
                <a:lnTo>
                  <a:pt x="552243" y="819732"/>
                </a:lnTo>
                <a:lnTo>
                  <a:pt x="569435" y="814972"/>
                </a:lnTo>
                <a:lnTo>
                  <a:pt x="586891" y="810477"/>
                </a:lnTo>
                <a:lnTo>
                  <a:pt x="604347" y="806510"/>
                </a:lnTo>
                <a:lnTo>
                  <a:pt x="622067" y="803337"/>
                </a:lnTo>
                <a:lnTo>
                  <a:pt x="639787" y="800693"/>
                </a:lnTo>
                <a:lnTo>
                  <a:pt x="657508" y="798577"/>
                </a:lnTo>
                <a:lnTo>
                  <a:pt x="675757" y="796991"/>
                </a:lnTo>
                <a:lnTo>
                  <a:pt x="693742" y="796197"/>
                </a:lnTo>
                <a:lnTo>
                  <a:pt x="711992" y="795933"/>
                </a:lnTo>
                <a:close/>
                <a:moveTo>
                  <a:pt x="1463280" y="660400"/>
                </a:moveTo>
                <a:lnTo>
                  <a:pt x="1469893" y="660400"/>
                </a:lnTo>
                <a:lnTo>
                  <a:pt x="1477034" y="660665"/>
                </a:lnTo>
                <a:lnTo>
                  <a:pt x="1483912" y="660929"/>
                </a:lnTo>
                <a:lnTo>
                  <a:pt x="1490789" y="661988"/>
                </a:lnTo>
                <a:lnTo>
                  <a:pt x="1497666" y="663046"/>
                </a:lnTo>
                <a:lnTo>
                  <a:pt x="1504279" y="664898"/>
                </a:lnTo>
                <a:lnTo>
                  <a:pt x="1510891" y="666750"/>
                </a:lnTo>
                <a:lnTo>
                  <a:pt x="1516975" y="668867"/>
                </a:lnTo>
                <a:lnTo>
                  <a:pt x="1523323" y="671248"/>
                </a:lnTo>
                <a:lnTo>
                  <a:pt x="1529142" y="673894"/>
                </a:lnTo>
                <a:lnTo>
                  <a:pt x="1535226" y="676804"/>
                </a:lnTo>
                <a:lnTo>
                  <a:pt x="1540780" y="679979"/>
                </a:lnTo>
                <a:lnTo>
                  <a:pt x="1546599" y="683683"/>
                </a:lnTo>
                <a:lnTo>
                  <a:pt x="1551625" y="687123"/>
                </a:lnTo>
                <a:lnTo>
                  <a:pt x="1556915" y="691356"/>
                </a:lnTo>
                <a:lnTo>
                  <a:pt x="1561676" y="695590"/>
                </a:lnTo>
                <a:lnTo>
                  <a:pt x="1566437" y="700088"/>
                </a:lnTo>
                <a:lnTo>
                  <a:pt x="1570934" y="704850"/>
                </a:lnTo>
                <a:lnTo>
                  <a:pt x="1575431" y="709613"/>
                </a:lnTo>
                <a:lnTo>
                  <a:pt x="1579134" y="714640"/>
                </a:lnTo>
                <a:lnTo>
                  <a:pt x="1583101" y="719931"/>
                </a:lnTo>
                <a:lnTo>
                  <a:pt x="1586540" y="725223"/>
                </a:lnTo>
                <a:lnTo>
                  <a:pt x="1589978" y="731044"/>
                </a:lnTo>
                <a:lnTo>
                  <a:pt x="1592888" y="736600"/>
                </a:lnTo>
                <a:lnTo>
                  <a:pt x="1595533" y="742685"/>
                </a:lnTo>
                <a:lnTo>
                  <a:pt x="1597914" y="748771"/>
                </a:lnTo>
                <a:lnTo>
                  <a:pt x="1600030" y="754856"/>
                </a:lnTo>
                <a:lnTo>
                  <a:pt x="1601881" y="761206"/>
                </a:lnTo>
                <a:lnTo>
                  <a:pt x="1603204" y="767556"/>
                </a:lnTo>
                <a:lnTo>
                  <a:pt x="1604526" y="774435"/>
                </a:lnTo>
                <a:lnTo>
                  <a:pt x="1605320" y="781050"/>
                </a:lnTo>
                <a:lnTo>
                  <a:pt x="1605584" y="787665"/>
                </a:lnTo>
                <a:lnTo>
                  <a:pt x="1605849" y="794544"/>
                </a:lnTo>
                <a:lnTo>
                  <a:pt x="1604791" y="967581"/>
                </a:lnTo>
                <a:lnTo>
                  <a:pt x="1781745" y="968375"/>
                </a:lnTo>
                <a:lnTo>
                  <a:pt x="1788887" y="968640"/>
                </a:lnTo>
                <a:lnTo>
                  <a:pt x="1795764" y="969169"/>
                </a:lnTo>
                <a:lnTo>
                  <a:pt x="1802641" y="970227"/>
                </a:lnTo>
                <a:lnTo>
                  <a:pt x="1809518" y="971285"/>
                </a:lnTo>
                <a:lnTo>
                  <a:pt x="1815866" y="972873"/>
                </a:lnTo>
                <a:lnTo>
                  <a:pt x="1822479" y="974725"/>
                </a:lnTo>
                <a:lnTo>
                  <a:pt x="1828827" y="977106"/>
                </a:lnTo>
                <a:lnTo>
                  <a:pt x="1834911" y="979488"/>
                </a:lnTo>
                <a:lnTo>
                  <a:pt x="1840994" y="982133"/>
                </a:lnTo>
                <a:lnTo>
                  <a:pt x="1846813" y="985044"/>
                </a:lnTo>
                <a:lnTo>
                  <a:pt x="1852633" y="988219"/>
                </a:lnTo>
                <a:lnTo>
                  <a:pt x="1857923" y="991923"/>
                </a:lnTo>
                <a:lnTo>
                  <a:pt x="1863213" y="995363"/>
                </a:lnTo>
                <a:lnTo>
                  <a:pt x="1868503" y="999596"/>
                </a:lnTo>
                <a:lnTo>
                  <a:pt x="1873264" y="1003829"/>
                </a:lnTo>
                <a:lnTo>
                  <a:pt x="1878025" y="1008327"/>
                </a:lnTo>
                <a:lnTo>
                  <a:pt x="1882522" y="1012825"/>
                </a:lnTo>
                <a:lnTo>
                  <a:pt x="1886754" y="1017852"/>
                </a:lnTo>
                <a:lnTo>
                  <a:pt x="1890986" y="1022879"/>
                </a:lnTo>
                <a:lnTo>
                  <a:pt x="1894689" y="1027906"/>
                </a:lnTo>
                <a:lnTo>
                  <a:pt x="1898128" y="1033463"/>
                </a:lnTo>
                <a:lnTo>
                  <a:pt x="1901302" y="1039283"/>
                </a:lnTo>
                <a:lnTo>
                  <a:pt x="1904211" y="1044840"/>
                </a:lnTo>
                <a:lnTo>
                  <a:pt x="1907385" y="1050660"/>
                </a:lnTo>
                <a:lnTo>
                  <a:pt x="1909766" y="1056746"/>
                </a:lnTo>
                <a:lnTo>
                  <a:pt x="1911882" y="1063096"/>
                </a:lnTo>
                <a:lnTo>
                  <a:pt x="1913469" y="1069181"/>
                </a:lnTo>
                <a:lnTo>
                  <a:pt x="1915056" y="1075796"/>
                </a:lnTo>
                <a:lnTo>
                  <a:pt x="1916114" y="1082410"/>
                </a:lnTo>
                <a:lnTo>
                  <a:pt x="1916908" y="1089290"/>
                </a:lnTo>
                <a:lnTo>
                  <a:pt x="1917436" y="1095640"/>
                </a:lnTo>
                <a:lnTo>
                  <a:pt x="1917701" y="1102783"/>
                </a:lnTo>
                <a:lnTo>
                  <a:pt x="1917436" y="1109663"/>
                </a:lnTo>
                <a:lnTo>
                  <a:pt x="1916908" y="1116277"/>
                </a:lnTo>
                <a:lnTo>
                  <a:pt x="1915849" y="1123156"/>
                </a:lnTo>
                <a:lnTo>
                  <a:pt x="1914791" y="1129506"/>
                </a:lnTo>
                <a:lnTo>
                  <a:pt x="1913204" y="1136121"/>
                </a:lnTo>
                <a:lnTo>
                  <a:pt x="1911088" y="1142471"/>
                </a:lnTo>
                <a:lnTo>
                  <a:pt x="1908972" y="1148556"/>
                </a:lnTo>
                <a:lnTo>
                  <a:pt x="1906592" y="1154642"/>
                </a:lnTo>
                <a:lnTo>
                  <a:pt x="1903682" y="1160463"/>
                </a:lnTo>
                <a:lnTo>
                  <a:pt x="1900773" y="1166283"/>
                </a:lnTo>
                <a:lnTo>
                  <a:pt x="1897599" y="1171840"/>
                </a:lnTo>
                <a:lnTo>
                  <a:pt x="1893896" y="1177131"/>
                </a:lnTo>
                <a:lnTo>
                  <a:pt x="1889928" y="1182158"/>
                </a:lnTo>
                <a:lnTo>
                  <a:pt x="1885960" y="1187450"/>
                </a:lnTo>
                <a:lnTo>
                  <a:pt x="1881728" y="1192213"/>
                </a:lnTo>
                <a:lnTo>
                  <a:pt x="1876967" y="1196975"/>
                </a:lnTo>
                <a:lnTo>
                  <a:pt x="1872206" y="1201208"/>
                </a:lnTo>
                <a:lnTo>
                  <a:pt x="1867445" y="1205442"/>
                </a:lnTo>
                <a:lnTo>
                  <a:pt x="1862155" y="1209411"/>
                </a:lnTo>
                <a:lnTo>
                  <a:pt x="1856600" y="1212850"/>
                </a:lnTo>
                <a:lnTo>
                  <a:pt x="1851046" y="1216554"/>
                </a:lnTo>
                <a:lnTo>
                  <a:pt x="1845491" y="1219465"/>
                </a:lnTo>
                <a:lnTo>
                  <a:pt x="1839407" y="1222375"/>
                </a:lnTo>
                <a:lnTo>
                  <a:pt x="1833588" y="1225021"/>
                </a:lnTo>
                <a:lnTo>
                  <a:pt x="1827240" y="1227402"/>
                </a:lnTo>
                <a:lnTo>
                  <a:pt x="1821156" y="1229519"/>
                </a:lnTo>
                <a:lnTo>
                  <a:pt x="1814544" y="1231371"/>
                </a:lnTo>
                <a:lnTo>
                  <a:pt x="1807931" y="1232958"/>
                </a:lnTo>
                <a:lnTo>
                  <a:pt x="1801054" y="1234017"/>
                </a:lnTo>
                <a:lnTo>
                  <a:pt x="1794177" y="1234546"/>
                </a:lnTo>
                <a:lnTo>
                  <a:pt x="1787300" y="1235340"/>
                </a:lnTo>
                <a:lnTo>
                  <a:pt x="1780158" y="1235340"/>
                </a:lnTo>
                <a:lnTo>
                  <a:pt x="1603204" y="1234281"/>
                </a:lnTo>
                <a:lnTo>
                  <a:pt x="1602410" y="1407319"/>
                </a:lnTo>
                <a:lnTo>
                  <a:pt x="1602146" y="1413933"/>
                </a:lnTo>
                <a:lnTo>
                  <a:pt x="1601617" y="1420813"/>
                </a:lnTo>
                <a:lnTo>
                  <a:pt x="1600559" y="1427692"/>
                </a:lnTo>
                <a:lnTo>
                  <a:pt x="1599501" y="1434306"/>
                </a:lnTo>
                <a:lnTo>
                  <a:pt x="1597914" y="1440392"/>
                </a:lnTo>
                <a:lnTo>
                  <a:pt x="1595798" y="1446742"/>
                </a:lnTo>
                <a:lnTo>
                  <a:pt x="1593682" y="1453092"/>
                </a:lnTo>
                <a:lnTo>
                  <a:pt x="1591301" y="1459177"/>
                </a:lnTo>
                <a:lnTo>
                  <a:pt x="1588656" y="1464998"/>
                </a:lnTo>
                <a:lnTo>
                  <a:pt x="1585482" y="1470819"/>
                </a:lnTo>
                <a:lnTo>
                  <a:pt x="1582043" y="1476111"/>
                </a:lnTo>
                <a:lnTo>
                  <a:pt x="1578605" y="1481931"/>
                </a:lnTo>
                <a:lnTo>
                  <a:pt x="1574637" y="1486958"/>
                </a:lnTo>
                <a:lnTo>
                  <a:pt x="1570670" y="1491986"/>
                </a:lnTo>
                <a:lnTo>
                  <a:pt x="1566437" y="1496748"/>
                </a:lnTo>
                <a:lnTo>
                  <a:pt x="1561941" y="1501511"/>
                </a:lnTo>
                <a:lnTo>
                  <a:pt x="1557180" y="1505744"/>
                </a:lnTo>
                <a:lnTo>
                  <a:pt x="1552154" y="1509713"/>
                </a:lnTo>
                <a:lnTo>
                  <a:pt x="1546864" y="1513946"/>
                </a:lnTo>
                <a:lnTo>
                  <a:pt x="1541309" y="1517650"/>
                </a:lnTo>
                <a:lnTo>
                  <a:pt x="1536019" y="1521090"/>
                </a:lnTo>
                <a:lnTo>
                  <a:pt x="1530200" y="1524000"/>
                </a:lnTo>
                <a:lnTo>
                  <a:pt x="1524381" y="1527175"/>
                </a:lnTo>
                <a:lnTo>
                  <a:pt x="1518297" y="1529821"/>
                </a:lnTo>
                <a:lnTo>
                  <a:pt x="1511949" y="1532202"/>
                </a:lnTo>
                <a:lnTo>
                  <a:pt x="1505601" y="1534319"/>
                </a:lnTo>
                <a:lnTo>
                  <a:pt x="1499253" y="1535906"/>
                </a:lnTo>
                <a:lnTo>
                  <a:pt x="1492640" y="1537494"/>
                </a:lnTo>
                <a:lnTo>
                  <a:pt x="1485763" y="1538288"/>
                </a:lnTo>
                <a:lnTo>
                  <a:pt x="1478886" y="1539346"/>
                </a:lnTo>
                <a:lnTo>
                  <a:pt x="1472009" y="1539875"/>
                </a:lnTo>
                <a:lnTo>
                  <a:pt x="1464867" y="1539875"/>
                </a:lnTo>
                <a:lnTo>
                  <a:pt x="1458255" y="1539611"/>
                </a:lnTo>
                <a:lnTo>
                  <a:pt x="1451113" y="1539346"/>
                </a:lnTo>
                <a:lnTo>
                  <a:pt x="1444236" y="1538288"/>
                </a:lnTo>
                <a:lnTo>
                  <a:pt x="1437623" y="1536965"/>
                </a:lnTo>
                <a:lnTo>
                  <a:pt x="1431010" y="1535377"/>
                </a:lnTo>
                <a:lnTo>
                  <a:pt x="1424398" y="1533525"/>
                </a:lnTo>
                <a:lnTo>
                  <a:pt x="1418314" y="1531673"/>
                </a:lnTo>
                <a:lnTo>
                  <a:pt x="1411966" y="1529292"/>
                </a:lnTo>
                <a:lnTo>
                  <a:pt x="1406147" y="1526381"/>
                </a:lnTo>
                <a:lnTo>
                  <a:pt x="1400063" y="1523471"/>
                </a:lnTo>
                <a:lnTo>
                  <a:pt x="1394509" y="1520296"/>
                </a:lnTo>
                <a:lnTo>
                  <a:pt x="1388690" y="1516592"/>
                </a:lnTo>
                <a:lnTo>
                  <a:pt x="1383399" y="1512888"/>
                </a:lnTo>
                <a:lnTo>
                  <a:pt x="1378374" y="1508919"/>
                </a:lnTo>
                <a:lnTo>
                  <a:pt x="1373348" y="1504686"/>
                </a:lnTo>
                <a:lnTo>
                  <a:pt x="1368852" y="1500188"/>
                </a:lnTo>
                <a:lnTo>
                  <a:pt x="1364355" y="1495425"/>
                </a:lnTo>
                <a:lnTo>
                  <a:pt x="1359858" y="1490663"/>
                </a:lnTo>
                <a:lnTo>
                  <a:pt x="1356155" y="1485636"/>
                </a:lnTo>
                <a:lnTo>
                  <a:pt x="1352188" y="1480344"/>
                </a:lnTo>
                <a:lnTo>
                  <a:pt x="1348749" y="1475052"/>
                </a:lnTo>
                <a:lnTo>
                  <a:pt x="1345311" y="1469496"/>
                </a:lnTo>
                <a:lnTo>
                  <a:pt x="1342401" y="1463675"/>
                </a:lnTo>
                <a:lnTo>
                  <a:pt x="1339756" y="1457854"/>
                </a:lnTo>
                <a:lnTo>
                  <a:pt x="1337375" y="1451504"/>
                </a:lnTo>
                <a:lnTo>
                  <a:pt x="1335259" y="1445154"/>
                </a:lnTo>
                <a:lnTo>
                  <a:pt x="1333408" y="1439069"/>
                </a:lnTo>
                <a:lnTo>
                  <a:pt x="1332085" y="1432454"/>
                </a:lnTo>
                <a:lnTo>
                  <a:pt x="1330763" y="1425840"/>
                </a:lnTo>
                <a:lnTo>
                  <a:pt x="1329969" y="1419490"/>
                </a:lnTo>
                <a:lnTo>
                  <a:pt x="1329440" y="1412611"/>
                </a:lnTo>
                <a:lnTo>
                  <a:pt x="1329440" y="1405731"/>
                </a:lnTo>
                <a:lnTo>
                  <a:pt x="1330234" y="1232958"/>
                </a:lnTo>
                <a:lnTo>
                  <a:pt x="1153279" y="1231636"/>
                </a:lnTo>
                <a:lnTo>
                  <a:pt x="1146402" y="1231371"/>
                </a:lnTo>
                <a:lnTo>
                  <a:pt x="1139525" y="1231106"/>
                </a:lnTo>
                <a:lnTo>
                  <a:pt x="1132648" y="1230048"/>
                </a:lnTo>
                <a:lnTo>
                  <a:pt x="1125771" y="1228990"/>
                </a:lnTo>
                <a:lnTo>
                  <a:pt x="1119423" y="1227138"/>
                </a:lnTo>
                <a:lnTo>
                  <a:pt x="1112810" y="1225286"/>
                </a:lnTo>
                <a:lnTo>
                  <a:pt x="1106462" y="1223433"/>
                </a:lnTo>
                <a:lnTo>
                  <a:pt x="1100378" y="1221052"/>
                </a:lnTo>
                <a:lnTo>
                  <a:pt x="1094295" y="1218406"/>
                </a:lnTo>
                <a:lnTo>
                  <a:pt x="1088476" y="1215231"/>
                </a:lnTo>
                <a:lnTo>
                  <a:pt x="1082656" y="1212056"/>
                </a:lnTo>
                <a:lnTo>
                  <a:pt x="1077102" y="1208352"/>
                </a:lnTo>
                <a:lnTo>
                  <a:pt x="1071812" y="1204648"/>
                </a:lnTo>
                <a:lnTo>
                  <a:pt x="1066786" y="1200679"/>
                </a:lnTo>
                <a:lnTo>
                  <a:pt x="1062025" y="1196446"/>
                </a:lnTo>
                <a:lnTo>
                  <a:pt x="1057264" y="1192213"/>
                </a:lnTo>
                <a:lnTo>
                  <a:pt x="1052767" y="1187450"/>
                </a:lnTo>
                <a:lnTo>
                  <a:pt x="1048271" y="1182688"/>
                </a:lnTo>
                <a:lnTo>
                  <a:pt x="1044303" y="1177396"/>
                </a:lnTo>
                <a:lnTo>
                  <a:pt x="1040600" y="1172104"/>
                </a:lnTo>
                <a:lnTo>
                  <a:pt x="1036897" y="1166813"/>
                </a:lnTo>
                <a:lnTo>
                  <a:pt x="1033723" y="1161256"/>
                </a:lnTo>
                <a:lnTo>
                  <a:pt x="1030549" y="1155435"/>
                </a:lnTo>
                <a:lnTo>
                  <a:pt x="1027904" y="1149615"/>
                </a:lnTo>
                <a:lnTo>
                  <a:pt x="1025523" y="1143265"/>
                </a:lnTo>
                <a:lnTo>
                  <a:pt x="1023407" y="1137444"/>
                </a:lnTo>
                <a:lnTo>
                  <a:pt x="1021820" y="1130829"/>
                </a:lnTo>
                <a:lnTo>
                  <a:pt x="1020233" y="1124215"/>
                </a:lnTo>
                <a:lnTo>
                  <a:pt x="1019175" y="1117600"/>
                </a:lnTo>
                <a:lnTo>
                  <a:pt x="1018117" y="1111250"/>
                </a:lnTo>
                <a:lnTo>
                  <a:pt x="1017853" y="1104371"/>
                </a:lnTo>
                <a:lnTo>
                  <a:pt x="1017588" y="1097492"/>
                </a:lnTo>
                <a:lnTo>
                  <a:pt x="1017853" y="1090613"/>
                </a:lnTo>
                <a:lnTo>
                  <a:pt x="1018382" y="1083733"/>
                </a:lnTo>
                <a:lnTo>
                  <a:pt x="1019440" y="1077383"/>
                </a:lnTo>
                <a:lnTo>
                  <a:pt x="1020498" y="1070769"/>
                </a:lnTo>
                <a:lnTo>
                  <a:pt x="1022085" y="1064154"/>
                </a:lnTo>
                <a:lnTo>
                  <a:pt x="1024201" y="1057804"/>
                </a:lnTo>
                <a:lnTo>
                  <a:pt x="1026317" y="1051719"/>
                </a:lnTo>
                <a:lnTo>
                  <a:pt x="1028697" y="1045633"/>
                </a:lnTo>
                <a:lnTo>
                  <a:pt x="1031607" y="1039813"/>
                </a:lnTo>
                <a:lnTo>
                  <a:pt x="1034516" y="1033992"/>
                </a:lnTo>
                <a:lnTo>
                  <a:pt x="1037690" y="1028435"/>
                </a:lnTo>
                <a:lnTo>
                  <a:pt x="1041394" y="1023144"/>
                </a:lnTo>
                <a:lnTo>
                  <a:pt x="1045361" y="1017852"/>
                </a:lnTo>
                <a:lnTo>
                  <a:pt x="1049329" y="1012825"/>
                </a:lnTo>
                <a:lnTo>
                  <a:pt x="1053561" y="1008063"/>
                </a:lnTo>
                <a:lnTo>
                  <a:pt x="1058057" y="1003565"/>
                </a:lnTo>
                <a:lnTo>
                  <a:pt x="1062818" y="999067"/>
                </a:lnTo>
                <a:lnTo>
                  <a:pt x="1067844" y="994833"/>
                </a:lnTo>
                <a:lnTo>
                  <a:pt x="1073134" y="990865"/>
                </a:lnTo>
                <a:lnTo>
                  <a:pt x="1078689" y="987160"/>
                </a:lnTo>
                <a:lnTo>
                  <a:pt x="1083979" y="983721"/>
                </a:lnTo>
                <a:lnTo>
                  <a:pt x="1089798" y="980546"/>
                </a:lnTo>
                <a:lnTo>
                  <a:pt x="1095617" y="977635"/>
                </a:lnTo>
                <a:lnTo>
                  <a:pt x="1101701" y="975254"/>
                </a:lnTo>
                <a:lnTo>
                  <a:pt x="1108049" y="972873"/>
                </a:lnTo>
                <a:lnTo>
                  <a:pt x="1114133" y="970756"/>
                </a:lnTo>
                <a:lnTo>
                  <a:pt x="1120745" y="968904"/>
                </a:lnTo>
                <a:lnTo>
                  <a:pt x="1127358" y="967581"/>
                </a:lnTo>
                <a:lnTo>
                  <a:pt x="1134235" y="966258"/>
                </a:lnTo>
                <a:lnTo>
                  <a:pt x="1141112" y="965465"/>
                </a:lnTo>
                <a:lnTo>
                  <a:pt x="1147989" y="965200"/>
                </a:lnTo>
                <a:lnTo>
                  <a:pt x="1155131" y="964935"/>
                </a:lnTo>
                <a:lnTo>
                  <a:pt x="1332085" y="965994"/>
                </a:lnTo>
                <a:lnTo>
                  <a:pt x="1332879" y="793221"/>
                </a:lnTo>
                <a:lnTo>
                  <a:pt x="1333143" y="786342"/>
                </a:lnTo>
                <a:lnTo>
                  <a:pt x="1333672" y="779463"/>
                </a:lnTo>
                <a:lnTo>
                  <a:pt x="1334730" y="772583"/>
                </a:lnTo>
                <a:lnTo>
                  <a:pt x="1335788" y="765969"/>
                </a:lnTo>
                <a:lnTo>
                  <a:pt x="1337375" y="759883"/>
                </a:lnTo>
                <a:lnTo>
                  <a:pt x="1339227" y="753269"/>
                </a:lnTo>
                <a:lnTo>
                  <a:pt x="1341608" y="747448"/>
                </a:lnTo>
                <a:lnTo>
                  <a:pt x="1343988" y="741098"/>
                </a:lnTo>
                <a:lnTo>
                  <a:pt x="1346633" y="735013"/>
                </a:lnTo>
                <a:lnTo>
                  <a:pt x="1349807" y="729456"/>
                </a:lnTo>
                <a:lnTo>
                  <a:pt x="1353246" y="723900"/>
                </a:lnTo>
                <a:lnTo>
                  <a:pt x="1356684" y="718344"/>
                </a:lnTo>
                <a:lnTo>
                  <a:pt x="1360652" y="713317"/>
                </a:lnTo>
                <a:lnTo>
                  <a:pt x="1364355" y="708290"/>
                </a:lnTo>
                <a:lnTo>
                  <a:pt x="1368852" y="703527"/>
                </a:lnTo>
                <a:lnTo>
                  <a:pt x="1373348" y="698765"/>
                </a:lnTo>
                <a:lnTo>
                  <a:pt x="1378109" y="694267"/>
                </a:lnTo>
                <a:lnTo>
                  <a:pt x="1383135" y="690298"/>
                </a:lnTo>
                <a:lnTo>
                  <a:pt x="1388161" y="686329"/>
                </a:lnTo>
                <a:lnTo>
                  <a:pt x="1393451" y="682890"/>
                </a:lnTo>
                <a:lnTo>
                  <a:pt x="1399270" y="679186"/>
                </a:lnTo>
                <a:lnTo>
                  <a:pt x="1404824" y="676275"/>
                </a:lnTo>
                <a:lnTo>
                  <a:pt x="1410908" y="673365"/>
                </a:lnTo>
                <a:lnTo>
                  <a:pt x="1416992" y="670454"/>
                </a:lnTo>
                <a:lnTo>
                  <a:pt x="1423075" y="668073"/>
                </a:lnTo>
                <a:lnTo>
                  <a:pt x="1429688" y="666221"/>
                </a:lnTo>
                <a:lnTo>
                  <a:pt x="1436036" y="664369"/>
                </a:lnTo>
                <a:lnTo>
                  <a:pt x="1442649" y="662781"/>
                </a:lnTo>
                <a:lnTo>
                  <a:pt x="1449261" y="661988"/>
                </a:lnTo>
                <a:lnTo>
                  <a:pt x="1456138" y="660929"/>
                </a:lnTo>
                <a:lnTo>
                  <a:pt x="1463280" y="660400"/>
                </a:lnTo>
                <a:close/>
                <a:moveTo>
                  <a:pt x="714108" y="0"/>
                </a:moveTo>
                <a:lnTo>
                  <a:pt x="723364" y="0"/>
                </a:lnTo>
                <a:lnTo>
                  <a:pt x="732621" y="264"/>
                </a:lnTo>
                <a:lnTo>
                  <a:pt x="741349" y="529"/>
                </a:lnTo>
                <a:lnTo>
                  <a:pt x="750606" y="1058"/>
                </a:lnTo>
                <a:lnTo>
                  <a:pt x="759599" y="2115"/>
                </a:lnTo>
                <a:lnTo>
                  <a:pt x="768591" y="3173"/>
                </a:lnTo>
                <a:lnTo>
                  <a:pt x="777319" y="4495"/>
                </a:lnTo>
                <a:lnTo>
                  <a:pt x="786312" y="5817"/>
                </a:lnTo>
                <a:lnTo>
                  <a:pt x="795040" y="7404"/>
                </a:lnTo>
                <a:lnTo>
                  <a:pt x="803503" y="9520"/>
                </a:lnTo>
                <a:lnTo>
                  <a:pt x="812231" y="11635"/>
                </a:lnTo>
                <a:lnTo>
                  <a:pt x="820959" y="14015"/>
                </a:lnTo>
                <a:lnTo>
                  <a:pt x="829158" y="16395"/>
                </a:lnTo>
                <a:lnTo>
                  <a:pt x="837622" y="19039"/>
                </a:lnTo>
                <a:lnTo>
                  <a:pt x="845821" y="21948"/>
                </a:lnTo>
                <a:lnTo>
                  <a:pt x="853755" y="24856"/>
                </a:lnTo>
                <a:lnTo>
                  <a:pt x="861954" y="28294"/>
                </a:lnTo>
                <a:lnTo>
                  <a:pt x="869889" y="31732"/>
                </a:lnTo>
                <a:lnTo>
                  <a:pt x="877559" y="35434"/>
                </a:lnTo>
                <a:lnTo>
                  <a:pt x="885493" y="39136"/>
                </a:lnTo>
                <a:lnTo>
                  <a:pt x="892899" y="43102"/>
                </a:lnTo>
                <a:lnTo>
                  <a:pt x="900569" y="47333"/>
                </a:lnTo>
                <a:lnTo>
                  <a:pt x="907710" y="51299"/>
                </a:lnTo>
                <a:lnTo>
                  <a:pt x="915116" y="56059"/>
                </a:lnTo>
                <a:lnTo>
                  <a:pt x="922257" y="60554"/>
                </a:lnTo>
                <a:lnTo>
                  <a:pt x="929398" y="65314"/>
                </a:lnTo>
                <a:lnTo>
                  <a:pt x="936274" y="70338"/>
                </a:lnTo>
                <a:lnTo>
                  <a:pt x="943151" y="75362"/>
                </a:lnTo>
                <a:lnTo>
                  <a:pt x="949763" y="80915"/>
                </a:lnTo>
                <a:lnTo>
                  <a:pt x="956111" y="86204"/>
                </a:lnTo>
                <a:lnTo>
                  <a:pt x="962458" y="91757"/>
                </a:lnTo>
                <a:lnTo>
                  <a:pt x="968806" y="97575"/>
                </a:lnTo>
                <a:lnTo>
                  <a:pt x="974889" y="103392"/>
                </a:lnTo>
                <a:lnTo>
                  <a:pt x="980972" y="109474"/>
                </a:lnTo>
                <a:lnTo>
                  <a:pt x="986526" y="115556"/>
                </a:lnTo>
                <a:lnTo>
                  <a:pt x="992080" y="121902"/>
                </a:lnTo>
                <a:lnTo>
                  <a:pt x="997635" y="128513"/>
                </a:lnTo>
                <a:lnTo>
                  <a:pt x="1002924" y="134859"/>
                </a:lnTo>
                <a:lnTo>
                  <a:pt x="1008214" y="141470"/>
                </a:lnTo>
                <a:lnTo>
                  <a:pt x="1013239" y="148345"/>
                </a:lnTo>
                <a:lnTo>
                  <a:pt x="1018000" y="155220"/>
                </a:lnTo>
                <a:lnTo>
                  <a:pt x="1022761" y="162360"/>
                </a:lnTo>
                <a:lnTo>
                  <a:pt x="1027257" y="169499"/>
                </a:lnTo>
                <a:lnTo>
                  <a:pt x="1031489" y="176903"/>
                </a:lnTo>
                <a:lnTo>
                  <a:pt x="1035720" y="184043"/>
                </a:lnTo>
                <a:lnTo>
                  <a:pt x="1039688" y="191711"/>
                </a:lnTo>
                <a:lnTo>
                  <a:pt x="1043655" y="199115"/>
                </a:lnTo>
                <a:lnTo>
                  <a:pt x="1047093" y="206784"/>
                </a:lnTo>
                <a:lnTo>
                  <a:pt x="1050532" y="214717"/>
                </a:lnTo>
                <a:lnTo>
                  <a:pt x="1053705" y="222650"/>
                </a:lnTo>
                <a:lnTo>
                  <a:pt x="1057144" y="230318"/>
                </a:lnTo>
                <a:lnTo>
                  <a:pt x="1059788" y="238780"/>
                </a:lnTo>
                <a:lnTo>
                  <a:pt x="1062433" y="246713"/>
                </a:lnTo>
                <a:lnTo>
                  <a:pt x="1064814" y="255175"/>
                </a:lnTo>
                <a:lnTo>
                  <a:pt x="1067194" y="263372"/>
                </a:lnTo>
                <a:lnTo>
                  <a:pt x="1069310" y="271834"/>
                </a:lnTo>
                <a:lnTo>
                  <a:pt x="1070897" y="280031"/>
                </a:lnTo>
                <a:lnTo>
                  <a:pt x="1072484" y="288757"/>
                </a:lnTo>
                <a:lnTo>
                  <a:pt x="1074071" y="297219"/>
                </a:lnTo>
                <a:lnTo>
                  <a:pt x="1075129" y="305945"/>
                </a:lnTo>
                <a:lnTo>
                  <a:pt x="1076186" y="314936"/>
                </a:lnTo>
                <a:lnTo>
                  <a:pt x="1076980" y="323397"/>
                </a:lnTo>
                <a:lnTo>
                  <a:pt x="1077509" y="332388"/>
                </a:lnTo>
                <a:lnTo>
                  <a:pt x="1077773" y="341379"/>
                </a:lnTo>
                <a:lnTo>
                  <a:pt x="1077773" y="350369"/>
                </a:lnTo>
                <a:lnTo>
                  <a:pt x="1077509" y="359360"/>
                </a:lnTo>
                <a:lnTo>
                  <a:pt x="1077244" y="368350"/>
                </a:lnTo>
                <a:lnTo>
                  <a:pt x="1076716" y="377341"/>
                </a:lnTo>
                <a:lnTo>
                  <a:pt x="1075658" y="385803"/>
                </a:lnTo>
                <a:lnTo>
                  <a:pt x="1074600" y="394793"/>
                </a:lnTo>
                <a:lnTo>
                  <a:pt x="1073277" y="403519"/>
                </a:lnTo>
                <a:lnTo>
                  <a:pt x="1071955" y="411981"/>
                </a:lnTo>
                <a:lnTo>
                  <a:pt x="1070103" y="420707"/>
                </a:lnTo>
                <a:lnTo>
                  <a:pt x="1068252" y="428905"/>
                </a:lnTo>
                <a:lnTo>
                  <a:pt x="1065872" y="437366"/>
                </a:lnTo>
                <a:lnTo>
                  <a:pt x="1063756" y="445564"/>
                </a:lnTo>
                <a:lnTo>
                  <a:pt x="1061111" y="454026"/>
                </a:lnTo>
                <a:lnTo>
                  <a:pt x="1058466" y="461958"/>
                </a:lnTo>
                <a:lnTo>
                  <a:pt x="1055557" y="469891"/>
                </a:lnTo>
                <a:lnTo>
                  <a:pt x="1052383" y="478089"/>
                </a:lnTo>
                <a:lnTo>
                  <a:pt x="1048945" y="485757"/>
                </a:lnTo>
                <a:lnTo>
                  <a:pt x="1045506" y="493426"/>
                </a:lnTo>
                <a:lnTo>
                  <a:pt x="1041804" y="501358"/>
                </a:lnTo>
                <a:lnTo>
                  <a:pt x="1038101" y="508762"/>
                </a:lnTo>
                <a:lnTo>
                  <a:pt x="1033869" y="516166"/>
                </a:lnTo>
                <a:lnTo>
                  <a:pt x="1029637" y="523570"/>
                </a:lnTo>
                <a:lnTo>
                  <a:pt x="1025141" y="530710"/>
                </a:lnTo>
                <a:lnTo>
                  <a:pt x="1020380" y="537850"/>
                </a:lnTo>
                <a:lnTo>
                  <a:pt x="1015620" y="544725"/>
                </a:lnTo>
                <a:lnTo>
                  <a:pt x="1010859" y="551864"/>
                </a:lnTo>
                <a:lnTo>
                  <a:pt x="1005834" y="558211"/>
                </a:lnTo>
                <a:lnTo>
                  <a:pt x="1000544" y="564821"/>
                </a:lnTo>
                <a:lnTo>
                  <a:pt x="995254" y="571432"/>
                </a:lnTo>
                <a:lnTo>
                  <a:pt x="989436" y="578043"/>
                </a:lnTo>
                <a:lnTo>
                  <a:pt x="983882" y="584125"/>
                </a:lnTo>
                <a:lnTo>
                  <a:pt x="977798" y="590207"/>
                </a:lnTo>
                <a:lnTo>
                  <a:pt x="971980" y="596024"/>
                </a:lnTo>
                <a:lnTo>
                  <a:pt x="965632" y="601842"/>
                </a:lnTo>
                <a:lnTo>
                  <a:pt x="959549" y="607659"/>
                </a:lnTo>
                <a:lnTo>
                  <a:pt x="953201" y="612948"/>
                </a:lnTo>
                <a:lnTo>
                  <a:pt x="946325" y="618501"/>
                </a:lnTo>
                <a:lnTo>
                  <a:pt x="939713" y="623789"/>
                </a:lnTo>
                <a:lnTo>
                  <a:pt x="933100" y="628813"/>
                </a:lnTo>
                <a:lnTo>
                  <a:pt x="926224" y="633573"/>
                </a:lnTo>
                <a:lnTo>
                  <a:pt x="919083" y="638333"/>
                </a:lnTo>
                <a:lnTo>
                  <a:pt x="911942" y="642828"/>
                </a:lnTo>
                <a:lnTo>
                  <a:pt x="904536" y="647323"/>
                </a:lnTo>
                <a:lnTo>
                  <a:pt x="897131" y="651290"/>
                </a:lnTo>
                <a:lnTo>
                  <a:pt x="889461" y="655521"/>
                </a:lnTo>
                <a:lnTo>
                  <a:pt x="881791" y="659487"/>
                </a:lnTo>
                <a:lnTo>
                  <a:pt x="874120" y="663189"/>
                </a:lnTo>
                <a:lnTo>
                  <a:pt x="866186" y="666627"/>
                </a:lnTo>
                <a:lnTo>
                  <a:pt x="857987" y="670064"/>
                </a:lnTo>
                <a:lnTo>
                  <a:pt x="850052" y="672973"/>
                </a:lnTo>
                <a:lnTo>
                  <a:pt x="841853" y="676146"/>
                </a:lnTo>
                <a:lnTo>
                  <a:pt x="833654" y="679055"/>
                </a:lnTo>
                <a:lnTo>
                  <a:pt x="825455" y="681699"/>
                </a:lnTo>
                <a:lnTo>
                  <a:pt x="816992" y="684079"/>
                </a:lnTo>
                <a:lnTo>
                  <a:pt x="808264" y="686195"/>
                </a:lnTo>
                <a:lnTo>
                  <a:pt x="799800" y="688310"/>
                </a:lnTo>
                <a:lnTo>
                  <a:pt x="791072" y="690161"/>
                </a:lnTo>
                <a:lnTo>
                  <a:pt x="782609" y="691483"/>
                </a:lnTo>
                <a:lnTo>
                  <a:pt x="773616" y="693070"/>
                </a:lnTo>
                <a:lnTo>
                  <a:pt x="764624" y="694128"/>
                </a:lnTo>
                <a:lnTo>
                  <a:pt x="755632" y="695185"/>
                </a:lnTo>
                <a:lnTo>
                  <a:pt x="746639" y="695714"/>
                </a:lnTo>
                <a:lnTo>
                  <a:pt x="737647" y="696243"/>
                </a:lnTo>
                <a:lnTo>
                  <a:pt x="728390" y="696507"/>
                </a:lnTo>
                <a:lnTo>
                  <a:pt x="719133" y="696507"/>
                </a:lnTo>
                <a:lnTo>
                  <a:pt x="709876" y="696507"/>
                </a:lnTo>
                <a:lnTo>
                  <a:pt x="700883" y="695979"/>
                </a:lnTo>
                <a:lnTo>
                  <a:pt x="691891" y="695450"/>
                </a:lnTo>
                <a:lnTo>
                  <a:pt x="682898" y="694392"/>
                </a:lnTo>
                <a:lnTo>
                  <a:pt x="673906" y="693599"/>
                </a:lnTo>
                <a:lnTo>
                  <a:pt x="664913" y="692541"/>
                </a:lnTo>
                <a:lnTo>
                  <a:pt x="656186" y="690954"/>
                </a:lnTo>
                <a:lnTo>
                  <a:pt x="647458" y="689103"/>
                </a:lnTo>
                <a:lnTo>
                  <a:pt x="638730" y="687252"/>
                </a:lnTo>
                <a:lnTo>
                  <a:pt x="630266" y="684872"/>
                </a:lnTo>
                <a:lnTo>
                  <a:pt x="621538" y="683021"/>
                </a:lnTo>
                <a:lnTo>
                  <a:pt x="613339" y="680113"/>
                </a:lnTo>
                <a:lnTo>
                  <a:pt x="604876" y="677468"/>
                </a:lnTo>
                <a:lnTo>
                  <a:pt x="596676" y="674824"/>
                </a:lnTo>
                <a:lnTo>
                  <a:pt x="588478" y="671651"/>
                </a:lnTo>
                <a:lnTo>
                  <a:pt x="580543" y="668213"/>
                </a:lnTo>
                <a:lnTo>
                  <a:pt x="572873" y="665040"/>
                </a:lnTo>
                <a:lnTo>
                  <a:pt x="564674" y="661603"/>
                </a:lnTo>
                <a:lnTo>
                  <a:pt x="557004" y="657636"/>
                </a:lnTo>
                <a:lnTo>
                  <a:pt x="549598" y="653405"/>
                </a:lnTo>
                <a:lnTo>
                  <a:pt x="541928" y="649439"/>
                </a:lnTo>
                <a:lnTo>
                  <a:pt x="534787" y="645208"/>
                </a:lnTo>
                <a:lnTo>
                  <a:pt x="527382" y="640713"/>
                </a:lnTo>
                <a:lnTo>
                  <a:pt x="520241" y="635953"/>
                </a:lnTo>
                <a:lnTo>
                  <a:pt x="513364" y="631193"/>
                </a:lnTo>
                <a:lnTo>
                  <a:pt x="506223" y="626169"/>
                </a:lnTo>
                <a:lnTo>
                  <a:pt x="499611" y="621145"/>
                </a:lnTo>
                <a:lnTo>
                  <a:pt x="492734" y="615592"/>
                </a:lnTo>
                <a:lnTo>
                  <a:pt x="486122" y="610303"/>
                </a:lnTo>
                <a:lnTo>
                  <a:pt x="480039" y="604750"/>
                </a:lnTo>
                <a:lnTo>
                  <a:pt x="473691" y="598933"/>
                </a:lnTo>
                <a:lnTo>
                  <a:pt x="467873" y="593115"/>
                </a:lnTo>
                <a:lnTo>
                  <a:pt x="461790" y="587298"/>
                </a:lnTo>
                <a:lnTo>
                  <a:pt x="455971" y="580952"/>
                </a:lnTo>
                <a:lnTo>
                  <a:pt x="450152" y="574605"/>
                </a:lnTo>
                <a:lnTo>
                  <a:pt x="444863" y="568523"/>
                </a:lnTo>
                <a:lnTo>
                  <a:pt x="439573" y="561913"/>
                </a:lnTo>
                <a:lnTo>
                  <a:pt x="434283" y="555038"/>
                </a:lnTo>
                <a:lnTo>
                  <a:pt x="429258" y="548162"/>
                </a:lnTo>
                <a:lnTo>
                  <a:pt x="424497" y="541287"/>
                </a:lnTo>
                <a:lnTo>
                  <a:pt x="419737" y="534148"/>
                </a:lnTo>
                <a:lnTo>
                  <a:pt x="415240" y="527008"/>
                </a:lnTo>
                <a:lnTo>
                  <a:pt x="411009" y="519868"/>
                </a:lnTo>
                <a:lnTo>
                  <a:pt x="406777" y="512464"/>
                </a:lnTo>
                <a:lnTo>
                  <a:pt x="402545" y="505060"/>
                </a:lnTo>
                <a:lnTo>
                  <a:pt x="398842" y="497392"/>
                </a:lnTo>
                <a:lnTo>
                  <a:pt x="395140" y="489988"/>
                </a:lnTo>
                <a:lnTo>
                  <a:pt x="391966" y="481791"/>
                </a:lnTo>
                <a:lnTo>
                  <a:pt x="388792" y="474122"/>
                </a:lnTo>
                <a:lnTo>
                  <a:pt x="385618" y="466189"/>
                </a:lnTo>
                <a:lnTo>
                  <a:pt x="382709" y="458256"/>
                </a:lnTo>
                <a:lnTo>
                  <a:pt x="380064" y="449795"/>
                </a:lnTo>
                <a:lnTo>
                  <a:pt x="377684" y="441862"/>
                </a:lnTo>
                <a:lnTo>
                  <a:pt x="375303" y="433400"/>
                </a:lnTo>
                <a:lnTo>
                  <a:pt x="373187" y="425203"/>
                </a:lnTo>
                <a:lnTo>
                  <a:pt x="371336" y="416477"/>
                </a:lnTo>
                <a:lnTo>
                  <a:pt x="370014" y="407750"/>
                </a:lnTo>
                <a:lnTo>
                  <a:pt x="368427" y="399289"/>
                </a:lnTo>
                <a:lnTo>
                  <a:pt x="367369" y="390562"/>
                </a:lnTo>
                <a:lnTo>
                  <a:pt x="366311" y="382101"/>
                </a:lnTo>
                <a:lnTo>
                  <a:pt x="365517" y="373110"/>
                </a:lnTo>
                <a:lnTo>
                  <a:pt x="364988" y="364120"/>
                </a:lnTo>
                <a:lnTo>
                  <a:pt x="364724" y="355129"/>
                </a:lnTo>
                <a:lnTo>
                  <a:pt x="364724" y="346403"/>
                </a:lnTo>
                <a:lnTo>
                  <a:pt x="364988" y="337412"/>
                </a:lnTo>
                <a:lnTo>
                  <a:pt x="365253" y="328422"/>
                </a:lnTo>
                <a:lnTo>
                  <a:pt x="365782" y="319695"/>
                </a:lnTo>
                <a:lnTo>
                  <a:pt x="366575" y="310705"/>
                </a:lnTo>
                <a:lnTo>
                  <a:pt x="367898" y="301979"/>
                </a:lnTo>
                <a:lnTo>
                  <a:pt x="368956" y="292988"/>
                </a:lnTo>
                <a:lnTo>
                  <a:pt x="370542" y="284791"/>
                </a:lnTo>
                <a:lnTo>
                  <a:pt x="372394" y="276064"/>
                </a:lnTo>
                <a:lnTo>
                  <a:pt x="374245" y="267603"/>
                </a:lnTo>
                <a:lnTo>
                  <a:pt x="376626" y="259141"/>
                </a:lnTo>
                <a:lnTo>
                  <a:pt x="378477" y="250944"/>
                </a:lnTo>
                <a:lnTo>
                  <a:pt x="381386" y="242746"/>
                </a:lnTo>
                <a:lnTo>
                  <a:pt x="384031" y="234549"/>
                </a:lnTo>
                <a:lnTo>
                  <a:pt x="386940" y="226616"/>
                </a:lnTo>
                <a:lnTo>
                  <a:pt x="390114" y="218683"/>
                </a:lnTo>
                <a:lnTo>
                  <a:pt x="393553" y="210750"/>
                </a:lnTo>
                <a:lnTo>
                  <a:pt x="396991" y="203082"/>
                </a:lnTo>
                <a:lnTo>
                  <a:pt x="400694" y="195678"/>
                </a:lnTo>
                <a:lnTo>
                  <a:pt x="404396" y="187745"/>
                </a:lnTo>
                <a:lnTo>
                  <a:pt x="408628" y="180341"/>
                </a:lnTo>
                <a:lnTo>
                  <a:pt x="412860" y="173201"/>
                </a:lnTo>
                <a:lnTo>
                  <a:pt x="417356" y="165797"/>
                </a:lnTo>
                <a:lnTo>
                  <a:pt x="422117" y="158658"/>
                </a:lnTo>
                <a:lnTo>
                  <a:pt x="426878" y="151783"/>
                </a:lnTo>
                <a:lnTo>
                  <a:pt x="431638" y="144907"/>
                </a:lnTo>
                <a:lnTo>
                  <a:pt x="436664" y="138297"/>
                </a:lnTo>
                <a:lnTo>
                  <a:pt x="441953" y="131686"/>
                </a:lnTo>
                <a:lnTo>
                  <a:pt x="447243" y="125075"/>
                </a:lnTo>
                <a:lnTo>
                  <a:pt x="453062" y="118993"/>
                </a:lnTo>
                <a:lnTo>
                  <a:pt x="458616" y="112647"/>
                </a:lnTo>
                <a:lnTo>
                  <a:pt x="464434" y="106301"/>
                </a:lnTo>
                <a:lnTo>
                  <a:pt x="470518" y="100483"/>
                </a:lnTo>
                <a:lnTo>
                  <a:pt x="476865" y="94666"/>
                </a:lnTo>
                <a:lnTo>
                  <a:pt x="482948" y="89113"/>
                </a:lnTo>
                <a:lnTo>
                  <a:pt x="489560" y="83560"/>
                </a:lnTo>
                <a:lnTo>
                  <a:pt x="496172" y="78271"/>
                </a:lnTo>
                <a:lnTo>
                  <a:pt x="502520" y="72983"/>
                </a:lnTo>
                <a:lnTo>
                  <a:pt x="509397" y="67958"/>
                </a:lnTo>
                <a:lnTo>
                  <a:pt x="516538" y="62934"/>
                </a:lnTo>
                <a:lnTo>
                  <a:pt x="523414" y="58175"/>
                </a:lnTo>
                <a:lnTo>
                  <a:pt x="530820" y="53679"/>
                </a:lnTo>
                <a:lnTo>
                  <a:pt x="537961" y="49184"/>
                </a:lnTo>
                <a:lnTo>
                  <a:pt x="545367" y="45217"/>
                </a:lnTo>
                <a:lnTo>
                  <a:pt x="553301" y="40987"/>
                </a:lnTo>
                <a:lnTo>
                  <a:pt x="560707" y="37020"/>
                </a:lnTo>
                <a:lnTo>
                  <a:pt x="568377" y="33583"/>
                </a:lnTo>
                <a:lnTo>
                  <a:pt x="576311" y="29881"/>
                </a:lnTo>
                <a:lnTo>
                  <a:pt x="584510" y="26707"/>
                </a:lnTo>
                <a:lnTo>
                  <a:pt x="592445" y="23534"/>
                </a:lnTo>
                <a:lnTo>
                  <a:pt x="600379" y="20361"/>
                </a:lnTo>
                <a:lnTo>
                  <a:pt x="608843" y="17717"/>
                </a:lnTo>
                <a:lnTo>
                  <a:pt x="617042" y="15073"/>
                </a:lnTo>
                <a:lnTo>
                  <a:pt x="625505" y="12693"/>
                </a:lnTo>
                <a:lnTo>
                  <a:pt x="633969" y="10313"/>
                </a:lnTo>
                <a:lnTo>
                  <a:pt x="642697" y="8462"/>
                </a:lnTo>
                <a:lnTo>
                  <a:pt x="651425" y="6875"/>
                </a:lnTo>
                <a:lnTo>
                  <a:pt x="659888" y="5024"/>
                </a:lnTo>
                <a:lnTo>
                  <a:pt x="668881" y="3702"/>
                </a:lnTo>
                <a:lnTo>
                  <a:pt x="677873" y="2644"/>
                </a:lnTo>
                <a:lnTo>
                  <a:pt x="686601" y="1851"/>
                </a:lnTo>
                <a:lnTo>
                  <a:pt x="695858" y="793"/>
                </a:lnTo>
                <a:lnTo>
                  <a:pt x="704851" y="264"/>
                </a:lnTo>
                <a:lnTo>
                  <a:pt x="714108"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latin typeface="+mn-lt"/>
              <a:ea typeface="+mn-ea"/>
              <a:cs typeface="+mn-ea"/>
              <a:sym typeface="+mn-lt"/>
            </a:endParaRPr>
          </a:p>
        </p:txBody>
      </p:sp>
      <p:sp>
        <p:nvSpPr>
          <p:cNvPr id="16" name="KSO_Shape">
            <a:extLst>
              <a:ext uri="{FF2B5EF4-FFF2-40B4-BE49-F238E27FC236}">
                <a16:creationId xmlns:a16="http://schemas.microsoft.com/office/drawing/2014/main" id="{42A5CAFD-D0C4-4CAD-9530-70AE6D500B13}"/>
              </a:ext>
            </a:extLst>
          </p:cNvPr>
          <p:cNvSpPr/>
          <p:nvPr/>
        </p:nvSpPr>
        <p:spPr>
          <a:xfrm>
            <a:off x="4546600" y="2913063"/>
            <a:ext cx="695325" cy="695325"/>
          </a:xfrm>
          <a:custGeom>
            <a:avLst/>
            <a:gdLst>
              <a:gd name="connsiteX0" fmla="*/ 532395 w 1474634"/>
              <a:gd name="connsiteY0" fmla="*/ 0 h 1474633"/>
              <a:gd name="connsiteX1" fmla="*/ 942238 w 1474634"/>
              <a:gd name="connsiteY1" fmla="*/ 0 h 1474633"/>
              <a:gd name="connsiteX2" fmla="*/ 942238 w 1474634"/>
              <a:gd name="connsiteY2" fmla="*/ 224655 h 1474633"/>
              <a:gd name="connsiteX3" fmla="*/ 942239 w 1474634"/>
              <a:gd name="connsiteY3" fmla="*/ 224655 h 1474633"/>
              <a:gd name="connsiteX4" fmla="*/ 869379 w 1474634"/>
              <a:gd name="connsiteY4" fmla="*/ 275833 h 1474633"/>
              <a:gd name="connsiteX5" fmla="*/ 869379 w 1474634"/>
              <a:gd name="connsiteY5" fmla="*/ 423721 h 1474633"/>
              <a:gd name="connsiteX6" fmla="*/ 869379 w 1474634"/>
              <a:gd name="connsiteY6" fmla="*/ 425884 h 1474633"/>
              <a:gd name="connsiteX7" fmla="*/ 866300 w 1474634"/>
              <a:gd name="connsiteY7" fmla="*/ 425884 h 1474633"/>
              <a:gd name="connsiteX8" fmla="*/ 825423 w 1474634"/>
              <a:gd name="connsiteY8" fmla="*/ 454597 h 1474633"/>
              <a:gd name="connsiteX9" fmla="*/ 825423 w 1474634"/>
              <a:gd name="connsiteY9" fmla="*/ 649211 h 1474633"/>
              <a:gd name="connsiteX10" fmla="*/ 1020038 w 1474634"/>
              <a:gd name="connsiteY10" fmla="*/ 649211 h 1474633"/>
              <a:gd name="connsiteX11" fmla="*/ 1048750 w 1474634"/>
              <a:gd name="connsiteY11" fmla="*/ 608336 h 1474633"/>
              <a:gd name="connsiteX12" fmla="*/ 1048750 w 1474634"/>
              <a:gd name="connsiteY12" fmla="*/ 605257 h 1474633"/>
              <a:gd name="connsiteX13" fmla="*/ 1050912 w 1474634"/>
              <a:gd name="connsiteY13" fmla="*/ 605257 h 1474633"/>
              <a:gd name="connsiteX14" fmla="*/ 1050913 w 1474634"/>
              <a:gd name="connsiteY14" fmla="*/ 605256 h 1474633"/>
              <a:gd name="connsiteX15" fmla="*/ 1050913 w 1474634"/>
              <a:gd name="connsiteY15" fmla="*/ 605257 h 1474633"/>
              <a:gd name="connsiteX16" fmla="*/ 1249979 w 1474634"/>
              <a:gd name="connsiteY16" fmla="*/ 605257 h 1474633"/>
              <a:gd name="connsiteX17" fmla="*/ 1249979 w 1474634"/>
              <a:gd name="connsiteY17" fmla="*/ 605256 h 1474633"/>
              <a:gd name="connsiteX18" fmla="*/ 1198801 w 1474634"/>
              <a:gd name="connsiteY18" fmla="*/ 605256 h 1474633"/>
              <a:gd name="connsiteX19" fmla="*/ 1249979 w 1474634"/>
              <a:gd name="connsiteY19" fmla="*/ 532396 h 1474633"/>
              <a:gd name="connsiteX20" fmla="*/ 1249979 w 1474634"/>
              <a:gd name="connsiteY20" fmla="*/ 532395 h 1474633"/>
              <a:gd name="connsiteX21" fmla="*/ 1474634 w 1474634"/>
              <a:gd name="connsiteY21" fmla="*/ 532395 h 1474633"/>
              <a:gd name="connsiteX22" fmla="*/ 1474634 w 1474634"/>
              <a:gd name="connsiteY22" fmla="*/ 942238 h 1474633"/>
              <a:gd name="connsiteX23" fmla="*/ 1249979 w 1474634"/>
              <a:gd name="connsiteY23" fmla="*/ 942238 h 1474633"/>
              <a:gd name="connsiteX24" fmla="*/ 1249979 w 1474634"/>
              <a:gd name="connsiteY24" fmla="*/ 942239 h 1474633"/>
              <a:gd name="connsiteX25" fmla="*/ 1198801 w 1474634"/>
              <a:gd name="connsiteY25" fmla="*/ 869379 h 1474633"/>
              <a:gd name="connsiteX26" fmla="*/ 1050913 w 1474634"/>
              <a:gd name="connsiteY26" fmla="*/ 869379 h 1474633"/>
              <a:gd name="connsiteX27" fmla="*/ 1048750 w 1474634"/>
              <a:gd name="connsiteY27" fmla="*/ 869379 h 1474633"/>
              <a:gd name="connsiteX28" fmla="*/ 1048750 w 1474634"/>
              <a:gd name="connsiteY28" fmla="*/ 866300 h 1474633"/>
              <a:gd name="connsiteX29" fmla="*/ 1020037 w 1474634"/>
              <a:gd name="connsiteY29" fmla="*/ 825423 h 1474633"/>
              <a:gd name="connsiteX30" fmla="*/ 825423 w 1474634"/>
              <a:gd name="connsiteY30" fmla="*/ 825423 h 1474633"/>
              <a:gd name="connsiteX31" fmla="*/ 825423 w 1474634"/>
              <a:gd name="connsiteY31" fmla="*/ 1020037 h 1474633"/>
              <a:gd name="connsiteX32" fmla="*/ 866300 w 1474634"/>
              <a:gd name="connsiteY32" fmla="*/ 1048749 h 1474633"/>
              <a:gd name="connsiteX33" fmla="*/ 869379 w 1474634"/>
              <a:gd name="connsiteY33" fmla="*/ 1048749 h 1474633"/>
              <a:gd name="connsiteX34" fmla="*/ 869379 w 1474634"/>
              <a:gd name="connsiteY34" fmla="*/ 1050912 h 1474633"/>
              <a:gd name="connsiteX35" fmla="*/ 869379 w 1474634"/>
              <a:gd name="connsiteY35" fmla="*/ 1198800 h 1474633"/>
              <a:gd name="connsiteX36" fmla="*/ 942239 w 1474634"/>
              <a:gd name="connsiteY36" fmla="*/ 1249978 h 1474633"/>
              <a:gd name="connsiteX37" fmla="*/ 942238 w 1474634"/>
              <a:gd name="connsiteY37" fmla="*/ 1249978 h 1474633"/>
              <a:gd name="connsiteX38" fmla="*/ 942238 w 1474634"/>
              <a:gd name="connsiteY38" fmla="*/ 1474633 h 1474633"/>
              <a:gd name="connsiteX39" fmla="*/ 532395 w 1474634"/>
              <a:gd name="connsiteY39" fmla="*/ 1474633 h 1474633"/>
              <a:gd name="connsiteX40" fmla="*/ 532395 w 1474634"/>
              <a:gd name="connsiteY40" fmla="*/ 1249978 h 1474633"/>
              <a:gd name="connsiteX41" fmla="*/ 532396 w 1474634"/>
              <a:gd name="connsiteY41" fmla="*/ 1249978 h 1474633"/>
              <a:gd name="connsiteX42" fmla="*/ 605256 w 1474634"/>
              <a:gd name="connsiteY42" fmla="*/ 1198800 h 1474633"/>
              <a:gd name="connsiteX43" fmla="*/ 605256 w 1474634"/>
              <a:gd name="connsiteY43" fmla="*/ 1249978 h 1474633"/>
              <a:gd name="connsiteX44" fmla="*/ 605257 w 1474634"/>
              <a:gd name="connsiteY44" fmla="*/ 1249978 h 1474633"/>
              <a:gd name="connsiteX45" fmla="*/ 605257 w 1474634"/>
              <a:gd name="connsiteY45" fmla="*/ 1050912 h 1474633"/>
              <a:gd name="connsiteX46" fmla="*/ 605256 w 1474634"/>
              <a:gd name="connsiteY46" fmla="*/ 1050912 h 1474633"/>
              <a:gd name="connsiteX47" fmla="*/ 605257 w 1474634"/>
              <a:gd name="connsiteY47" fmla="*/ 1050911 h 1474633"/>
              <a:gd name="connsiteX48" fmla="*/ 605257 w 1474634"/>
              <a:gd name="connsiteY48" fmla="*/ 1048749 h 1474633"/>
              <a:gd name="connsiteX49" fmla="*/ 608336 w 1474634"/>
              <a:gd name="connsiteY49" fmla="*/ 1048749 h 1474633"/>
              <a:gd name="connsiteX50" fmla="*/ 649211 w 1474634"/>
              <a:gd name="connsiteY50" fmla="*/ 1020038 h 1474633"/>
              <a:gd name="connsiteX51" fmla="*/ 649211 w 1474634"/>
              <a:gd name="connsiteY51" fmla="*/ 825423 h 1474633"/>
              <a:gd name="connsiteX52" fmla="*/ 454596 w 1474634"/>
              <a:gd name="connsiteY52" fmla="*/ 825423 h 1474633"/>
              <a:gd name="connsiteX53" fmla="*/ 425884 w 1474634"/>
              <a:gd name="connsiteY53" fmla="*/ 866300 h 1474633"/>
              <a:gd name="connsiteX54" fmla="*/ 425884 w 1474634"/>
              <a:gd name="connsiteY54" fmla="*/ 869379 h 1474633"/>
              <a:gd name="connsiteX55" fmla="*/ 423721 w 1474634"/>
              <a:gd name="connsiteY55" fmla="*/ 869379 h 1474633"/>
              <a:gd name="connsiteX56" fmla="*/ 275833 w 1474634"/>
              <a:gd name="connsiteY56" fmla="*/ 869379 h 1474633"/>
              <a:gd name="connsiteX57" fmla="*/ 224655 w 1474634"/>
              <a:gd name="connsiteY57" fmla="*/ 942239 h 1474633"/>
              <a:gd name="connsiteX58" fmla="*/ 224655 w 1474634"/>
              <a:gd name="connsiteY58" fmla="*/ 942238 h 1474633"/>
              <a:gd name="connsiteX59" fmla="*/ 0 w 1474634"/>
              <a:gd name="connsiteY59" fmla="*/ 942238 h 1474633"/>
              <a:gd name="connsiteX60" fmla="*/ 0 w 1474634"/>
              <a:gd name="connsiteY60" fmla="*/ 532395 h 1474633"/>
              <a:gd name="connsiteX61" fmla="*/ 224655 w 1474634"/>
              <a:gd name="connsiteY61" fmla="*/ 532395 h 1474633"/>
              <a:gd name="connsiteX62" fmla="*/ 224655 w 1474634"/>
              <a:gd name="connsiteY62" fmla="*/ 532396 h 1474633"/>
              <a:gd name="connsiteX63" fmla="*/ 275833 w 1474634"/>
              <a:gd name="connsiteY63" fmla="*/ 605256 h 1474633"/>
              <a:gd name="connsiteX64" fmla="*/ 224655 w 1474634"/>
              <a:gd name="connsiteY64" fmla="*/ 605256 h 1474633"/>
              <a:gd name="connsiteX65" fmla="*/ 224655 w 1474634"/>
              <a:gd name="connsiteY65" fmla="*/ 605257 h 1474633"/>
              <a:gd name="connsiteX66" fmla="*/ 423721 w 1474634"/>
              <a:gd name="connsiteY66" fmla="*/ 605257 h 1474633"/>
              <a:gd name="connsiteX67" fmla="*/ 423721 w 1474634"/>
              <a:gd name="connsiteY67" fmla="*/ 605256 h 1474633"/>
              <a:gd name="connsiteX68" fmla="*/ 423722 w 1474634"/>
              <a:gd name="connsiteY68" fmla="*/ 605257 h 1474633"/>
              <a:gd name="connsiteX69" fmla="*/ 425884 w 1474634"/>
              <a:gd name="connsiteY69" fmla="*/ 605257 h 1474633"/>
              <a:gd name="connsiteX70" fmla="*/ 425884 w 1474634"/>
              <a:gd name="connsiteY70" fmla="*/ 608336 h 1474633"/>
              <a:gd name="connsiteX71" fmla="*/ 454595 w 1474634"/>
              <a:gd name="connsiteY71" fmla="*/ 649211 h 1474633"/>
              <a:gd name="connsiteX72" fmla="*/ 649211 w 1474634"/>
              <a:gd name="connsiteY72" fmla="*/ 649211 h 1474633"/>
              <a:gd name="connsiteX73" fmla="*/ 649211 w 1474634"/>
              <a:gd name="connsiteY73" fmla="*/ 454596 h 1474633"/>
              <a:gd name="connsiteX74" fmla="*/ 608336 w 1474634"/>
              <a:gd name="connsiteY74" fmla="*/ 425884 h 1474633"/>
              <a:gd name="connsiteX75" fmla="*/ 605257 w 1474634"/>
              <a:gd name="connsiteY75" fmla="*/ 425884 h 1474633"/>
              <a:gd name="connsiteX76" fmla="*/ 605257 w 1474634"/>
              <a:gd name="connsiteY76" fmla="*/ 423722 h 1474633"/>
              <a:gd name="connsiteX77" fmla="*/ 605256 w 1474634"/>
              <a:gd name="connsiteY77" fmla="*/ 423721 h 1474633"/>
              <a:gd name="connsiteX78" fmla="*/ 605257 w 1474634"/>
              <a:gd name="connsiteY78" fmla="*/ 423721 h 1474633"/>
              <a:gd name="connsiteX79" fmla="*/ 605257 w 1474634"/>
              <a:gd name="connsiteY79" fmla="*/ 224655 h 1474633"/>
              <a:gd name="connsiteX80" fmla="*/ 605256 w 1474634"/>
              <a:gd name="connsiteY80" fmla="*/ 224655 h 1474633"/>
              <a:gd name="connsiteX81" fmla="*/ 605256 w 1474634"/>
              <a:gd name="connsiteY81" fmla="*/ 275833 h 1474633"/>
              <a:gd name="connsiteX82" fmla="*/ 532396 w 1474634"/>
              <a:gd name="connsiteY82" fmla="*/ 224655 h 1474633"/>
              <a:gd name="connsiteX83" fmla="*/ 532395 w 1474634"/>
              <a:gd name="connsiteY83" fmla="*/ 224655 h 147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474634" h="1474633">
                <a:moveTo>
                  <a:pt x="532395" y="0"/>
                </a:moveTo>
                <a:lnTo>
                  <a:pt x="942238" y="0"/>
                </a:lnTo>
                <a:lnTo>
                  <a:pt x="942238" y="224655"/>
                </a:lnTo>
                <a:lnTo>
                  <a:pt x="942239" y="224655"/>
                </a:lnTo>
                <a:lnTo>
                  <a:pt x="869379" y="275833"/>
                </a:lnTo>
                <a:lnTo>
                  <a:pt x="869379" y="423721"/>
                </a:lnTo>
                <a:lnTo>
                  <a:pt x="869379" y="425884"/>
                </a:lnTo>
                <a:lnTo>
                  <a:pt x="866300" y="425884"/>
                </a:lnTo>
                <a:lnTo>
                  <a:pt x="825423" y="454597"/>
                </a:lnTo>
                <a:lnTo>
                  <a:pt x="825423" y="649211"/>
                </a:lnTo>
                <a:lnTo>
                  <a:pt x="1020038" y="649211"/>
                </a:lnTo>
                <a:lnTo>
                  <a:pt x="1048750" y="608336"/>
                </a:lnTo>
                <a:lnTo>
                  <a:pt x="1048750" y="605257"/>
                </a:lnTo>
                <a:lnTo>
                  <a:pt x="1050912" y="605257"/>
                </a:lnTo>
                <a:lnTo>
                  <a:pt x="1050913" y="605256"/>
                </a:lnTo>
                <a:lnTo>
                  <a:pt x="1050913" y="605257"/>
                </a:lnTo>
                <a:lnTo>
                  <a:pt x="1249979" y="605257"/>
                </a:lnTo>
                <a:lnTo>
                  <a:pt x="1249979" y="605256"/>
                </a:lnTo>
                <a:lnTo>
                  <a:pt x="1198801" y="605256"/>
                </a:lnTo>
                <a:lnTo>
                  <a:pt x="1249979" y="532396"/>
                </a:lnTo>
                <a:lnTo>
                  <a:pt x="1249979" y="532395"/>
                </a:lnTo>
                <a:lnTo>
                  <a:pt x="1474634" y="532395"/>
                </a:lnTo>
                <a:lnTo>
                  <a:pt x="1474634" y="942238"/>
                </a:lnTo>
                <a:lnTo>
                  <a:pt x="1249979" y="942238"/>
                </a:lnTo>
                <a:lnTo>
                  <a:pt x="1249979" y="942239"/>
                </a:lnTo>
                <a:lnTo>
                  <a:pt x="1198801" y="869379"/>
                </a:lnTo>
                <a:lnTo>
                  <a:pt x="1050913" y="869379"/>
                </a:lnTo>
                <a:lnTo>
                  <a:pt x="1048750" y="869379"/>
                </a:lnTo>
                <a:lnTo>
                  <a:pt x="1048750" y="866300"/>
                </a:lnTo>
                <a:lnTo>
                  <a:pt x="1020037" y="825423"/>
                </a:lnTo>
                <a:lnTo>
                  <a:pt x="825423" y="825423"/>
                </a:lnTo>
                <a:lnTo>
                  <a:pt x="825423" y="1020037"/>
                </a:lnTo>
                <a:lnTo>
                  <a:pt x="866300" y="1048749"/>
                </a:lnTo>
                <a:lnTo>
                  <a:pt x="869379" y="1048749"/>
                </a:lnTo>
                <a:lnTo>
                  <a:pt x="869379" y="1050912"/>
                </a:lnTo>
                <a:lnTo>
                  <a:pt x="869379" y="1198800"/>
                </a:lnTo>
                <a:lnTo>
                  <a:pt x="942239" y="1249978"/>
                </a:lnTo>
                <a:lnTo>
                  <a:pt x="942238" y="1249978"/>
                </a:lnTo>
                <a:lnTo>
                  <a:pt x="942238" y="1474633"/>
                </a:lnTo>
                <a:lnTo>
                  <a:pt x="532395" y="1474633"/>
                </a:lnTo>
                <a:lnTo>
                  <a:pt x="532395" y="1249978"/>
                </a:lnTo>
                <a:lnTo>
                  <a:pt x="532396" y="1249978"/>
                </a:lnTo>
                <a:lnTo>
                  <a:pt x="605256" y="1198800"/>
                </a:lnTo>
                <a:lnTo>
                  <a:pt x="605256" y="1249978"/>
                </a:lnTo>
                <a:lnTo>
                  <a:pt x="605257" y="1249978"/>
                </a:lnTo>
                <a:lnTo>
                  <a:pt x="605257" y="1050912"/>
                </a:lnTo>
                <a:lnTo>
                  <a:pt x="605256" y="1050912"/>
                </a:lnTo>
                <a:lnTo>
                  <a:pt x="605257" y="1050911"/>
                </a:lnTo>
                <a:lnTo>
                  <a:pt x="605257" y="1048749"/>
                </a:lnTo>
                <a:lnTo>
                  <a:pt x="608336" y="1048749"/>
                </a:lnTo>
                <a:lnTo>
                  <a:pt x="649211" y="1020038"/>
                </a:lnTo>
                <a:lnTo>
                  <a:pt x="649211" y="825423"/>
                </a:lnTo>
                <a:lnTo>
                  <a:pt x="454596" y="825423"/>
                </a:lnTo>
                <a:lnTo>
                  <a:pt x="425884" y="866300"/>
                </a:lnTo>
                <a:lnTo>
                  <a:pt x="425884" y="869379"/>
                </a:lnTo>
                <a:lnTo>
                  <a:pt x="423721" y="869379"/>
                </a:lnTo>
                <a:lnTo>
                  <a:pt x="275833" y="869379"/>
                </a:lnTo>
                <a:lnTo>
                  <a:pt x="224655" y="942239"/>
                </a:lnTo>
                <a:lnTo>
                  <a:pt x="224655" y="942238"/>
                </a:lnTo>
                <a:lnTo>
                  <a:pt x="0" y="942238"/>
                </a:lnTo>
                <a:lnTo>
                  <a:pt x="0" y="532395"/>
                </a:lnTo>
                <a:lnTo>
                  <a:pt x="224655" y="532395"/>
                </a:lnTo>
                <a:lnTo>
                  <a:pt x="224655" y="532396"/>
                </a:lnTo>
                <a:lnTo>
                  <a:pt x="275833" y="605256"/>
                </a:lnTo>
                <a:lnTo>
                  <a:pt x="224655" y="605256"/>
                </a:lnTo>
                <a:lnTo>
                  <a:pt x="224655" y="605257"/>
                </a:lnTo>
                <a:lnTo>
                  <a:pt x="423721" y="605257"/>
                </a:lnTo>
                <a:lnTo>
                  <a:pt x="423721" y="605256"/>
                </a:lnTo>
                <a:lnTo>
                  <a:pt x="423722" y="605257"/>
                </a:lnTo>
                <a:lnTo>
                  <a:pt x="425884" y="605257"/>
                </a:lnTo>
                <a:lnTo>
                  <a:pt x="425884" y="608336"/>
                </a:lnTo>
                <a:lnTo>
                  <a:pt x="454595" y="649211"/>
                </a:lnTo>
                <a:lnTo>
                  <a:pt x="649211" y="649211"/>
                </a:lnTo>
                <a:lnTo>
                  <a:pt x="649211" y="454596"/>
                </a:lnTo>
                <a:lnTo>
                  <a:pt x="608336" y="425884"/>
                </a:lnTo>
                <a:lnTo>
                  <a:pt x="605257" y="425884"/>
                </a:lnTo>
                <a:lnTo>
                  <a:pt x="605257" y="423722"/>
                </a:lnTo>
                <a:lnTo>
                  <a:pt x="605256" y="423721"/>
                </a:lnTo>
                <a:lnTo>
                  <a:pt x="605257" y="423721"/>
                </a:lnTo>
                <a:lnTo>
                  <a:pt x="605257" y="224655"/>
                </a:lnTo>
                <a:lnTo>
                  <a:pt x="605256" y="224655"/>
                </a:lnTo>
                <a:lnTo>
                  <a:pt x="605256" y="275833"/>
                </a:lnTo>
                <a:lnTo>
                  <a:pt x="532396" y="224655"/>
                </a:lnTo>
                <a:lnTo>
                  <a:pt x="532395" y="22465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rgbClr val="FFFFFF"/>
              </a:solidFill>
              <a:cs typeface="+mn-ea"/>
              <a:sym typeface="+mn-lt"/>
            </a:endParaRPr>
          </a:p>
        </p:txBody>
      </p:sp>
      <p:sp>
        <p:nvSpPr>
          <p:cNvPr id="17" name="KSO_Shape">
            <a:extLst>
              <a:ext uri="{FF2B5EF4-FFF2-40B4-BE49-F238E27FC236}">
                <a16:creationId xmlns:a16="http://schemas.microsoft.com/office/drawing/2014/main" id="{52521993-3C86-4B9E-9DD7-1DD4F2F201B4}"/>
              </a:ext>
            </a:extLst>
          </p:cNvPr>
          <p:cNvSpPr/>
          <p:nvPr/>
        </p:nvSpPr>
        <p:spPr bwMode="auto">
          <a:xfrm>
            <a:off x="9369425" y="2913063"/>
            <a:ext cx="566738" cy="695325"/>
          </a:xfrm>
          <a:custGeom>
            <a:avLst/>
            <a:gdLst>
              <a:gd name="T0" fmla="*/ 1505593 w 3702"/>
              <a:gd name="T1" fmla="*/ 281382 h 4536"/>
              <a:gd name="T2" fmla="*/ 1477447 w 3702"/>
              <a:gd name="T3" fmla="*/ 213347 h 4536"/>
              <a:gd name="T4" fmla="*/ 1428297 w 3702"/>
              <a:gd name="T5" fmla="*/ 162950 h 4536"/>
              <a:gd name="T6" fmla="*/ 1290508 w 3702"/>
              <a:gd name="T7" fmla="*/ 92394 h 4536"/>
              <a:gd name="T8" fmla="*/ 1062401 w 3702"/>
              <a:gd name="T9" fmla="*/ 31078 h 4536"/>
              <a:gd name="T10" fmla="*/ 777582 w 3702"/>
              <a:gd name="T11" fmla="*/ 0 h 4536"/>
              <a:gd name="T12" fmla="*/ 527630 w 3702"/>
              <a:gd name="T13" fmla="*/ 24358 h 4536"/>
              <a:gd name="T14" fmla="*/ 284399 w 3702"/>
              <a:gd name="T15" fmla="*/ 84415 h 4536"/>
              <a:gd name="T16" fmla="*/ 141569 w 3702"/>
              <a:gd name="T17" fmla="*/ 152870 h 4536"/>
              <a:gd name="T18" fmla="*/ 82757 w 3702"/>
              <a:gd name="T19" fmla="*/ 205787 h 4536"/>
              <a:gd name="T20" fmla="*/ 51251 w 3702"/>
              <a:gd name="T21" fmla="*/ 271303 h 4536"/>
              <a:gd name="T22" fmla="*/ 130647 w 3702"/>
              <a:gd name="T23" fmla="*/ 1803786 h 4536"/>
              <a:gd name="T24" fmla="*/ 144090 w 3702"/>
              <a:gd name="T25" fmla="*/ 1850403 h 4536"/>
              <a:gd name="T26" fmla="*/ 180217 w 3702"/>
              <a:gd name="T27" fmla="*/ 1889041 h 4536"/>
              <a:gd name="T28" fmla="*/ 257934 w 3702"/>
              <a:gd name="T29" fmla="*/ 1903320 h 4536"/>
              <a:gd name="T30" fmla="*/ 318846 w 3702"/>
              <a:gd name="T31" fmla="*/ 1868462 h 4536"/>
              <a:gd name="T32" fmla="*/ 340271 w 3702"/>
              <a:gd name="T33" fmla="*/ 1829405 h 4536"/>
              <a:gd name="T34" fmla="*/ 1209431 w 3702"/>
              <a:gd name="T35" fmla="*/ 1664355 h 4536"/>
              <a:gd name="T36" fmla="*/ 1214892 w 3702"/>
              <a:gd name="T37" fmla="*/ 1829405 h 4536"/>
              <a:gd name="T38" fmla="*/ 1235477 w 3702"/>
              <a:gd name="T39" fmla="*/ 1868462 h 4536"/>
              <a:gd name="T40" fmla="*/ 1296809 w 3702"/>
              <a:gd name="T41" fmla="*/ 1903320 h 4536"/>
              <a:gd name="T42" fmla="*/ 1374946 w 3702"/>
              <a:gd name="T43" fmla="*/ 1889041 h 4536"/>
              <a:gd name="T44" fmla="*/ 1410653 w 3702"/>
              <a:gd name="T45" fmla="*/ 1850403 h 4536"/>
              <a:gd name="T46" fmla="*/ 1424516 w 3702"/>
              <a:gd name="T47" fmla="*/ 1803786 h 4536"/>
              <a:gd name="T48" fmla="*/ 1097268 w 3702"/>
              <a:gd name="T49" fmla="*/ 146991 h 4536"/>
              <a:gd name="T50" fmla="*/ 1129195 w 3702"/>
              <a:gd name="T51" fmla="*/ 158330 h 4536"/>
              <a:gd name="T52" fmla="*/ 1144318 w 3702"/>
              <a:gd name="T53" fmla="*/ 189828 h 4536"/>
              <a:gd name="T54" fmla="*/ 1135496 w 3702"/>
              <a:gd name="T55" fmla="*/ 223006 h 4536"/>
              <a:gd name="T56" fmla="*/ 1103149 w 3702"/>
              <a:gd name="T57" fmla="*/ 241065 h 4536"/>
              <a:gd name="T58" fmla="*/ 432690 w 3702"/>
              <a:gd name="T59" fmla="*/ 235185 h 4536"/>
              <a:gd name="T60" fmla="*/ 411686 w 3702"/>
              <a:gd name="T61" fmla="*/ 207467 h 4536"/>
              <a:gd name="T62" fmla="*/ 414626 w 3702"/>
              <a:gd name="T63" fmla="*/ 172609 h 4536"/>
              <a:gd name="T64" fmla="*/ 441512 w 3702"/>
              <a:gd name="T65" fmla="*/ 149091 h 4536"/>
              <a:gd name="T66" fmla="*/ 197021 w 3702"/>
              <a:gd name="T67" fmla="*/ 412414 h 4536"/>
              <a:gd name="T68" fmla="*/ 225167 w 3702"/>
              <a:gd name="T69" fmla="*/ 354458 h 4536"/>
              <a:gd name="T70" fmla="*/ 1266983 w 3702"/>
              <a:gd name="T71" fmla="*/ 336399 h 4536"/>
              <a:gd name="T72" fmla="*/ 1329156 w 3702"/>
              <a:gd name="T73" fmla="*/ 354458 h 4536"/>
              <a:gd name="T74" fmla="*/ 1357302 w 3702"/>
              <a:gd name="T75" fmla="*/ 412414 h 4536"/>
              <a:gd name="T76" fmla="*/ 1416954 w 3702"/>
              <a:gd name="T77" fmla="*/ 880265 h 4536"/>
              <a:gd name="T78" fmla="*/ 1382927 w 3702"/>
              <a:gd name="T79" fmla="*/ 920162 h 4536"/>
              <a:gd name="T80" fmla="*/ 171816 w 3702"/>
              <a:gd name="T81" fmla="*/ 920162 h 4536"/>
              <a:gd name="T82" fmla="*/ 137789 w 3702"/>
              <a:gd name="T83" fmla="*/ 880265 h 4536"/>
              <a:gd name="T84" fmla="*/ 374298 w 3702"/>
              <a:gd name="T85" fmla="*/ 1343495 h 4536"/>
              <a:gd name="T86" fmla="*/ 361695 w 3702"/>
              <a:gd name="T87" fmla="*/ 1374153 h 4536"/>
              <a:gd name="T88" fmla="*/ 330609 w 3702"/>
              <a:gd name="T89" fmla="*/ 1386753 h 4536"/>
              <a:gd name="T90" fmla="*/ 129387 w 3702"/>
              <a:gd name="T91" fmla="*/ 1379193 h 4536"/>
              <a:gd name="T92" fmla="*/ 110903 w 3702"/>
              <a:gd name="T93" fmla="*/ 1351895 h 4536"/>
              <a:gd name="T94" fmla="*/ 113424 w 3702"/>
              <a:gd name="T95" fmla="*/ 1251101 h 4536"/>
              <a:gd name="T96" fmla="*/ 136528 w 3702"/>
              <a:gd name="T97" fmla="*/ 1228003 h 4536"/>
              <a:gd name="T98" fmla="*/ 339430 w 3702"/>
              <a:gd name="T99" fmla="*/ 1225063 h 4536"/>
              <a:gd name="T100" fmla="*/ 367156 w 3702"/>
              <a:gd name="T101" fmla="*/ 1243542 h 4536"/>
              <a:gd name="T102" fmla="*/ 1444680 w 3702"/>
              <a:gd name="T103" fmla="*/ 1343495 h 4536"/>
              <a:gd name="T104" fmla="*/ 1434598 w 3702"/>
              <a:gd name="T105" fmla="*/ 1370794 h 4536"/>
              <a:gd name="T106" fmla="*/ 1405612 w 3702"/>
              <a:gd name="T107" fmla="*/ 1386753 h 4536"/>
              <a:gd name="T108" fmla="*/ 1203130 w 3702"/>
              <a:gd name="T109" fmla="*/ 1381713 h 4536"/>
              <a:gd name="T110" fmla="*/ 1182126 w 3702"/>
              <a:gd name="T111" fmla="*/ 1356095 h 4536"/>
              <a:gd name="T112" fmla="*/ 1182126 w 3702"/>
              <a:gd name="T113" fmla="*/ 1255301 h 4536"/>
              <a:gd name="T114" fmla="*/ 1203130 w 3702"/>
              <a:gd name="T115" fmla="*/ 1229683 h 4536"/>
              <a:gd name="T116" fmla="*/ 1405612 w 3702"/>
              <a:gd name="T117" fmla="*/ 1224643 h 4536"/>
              <a:gd name="T118" fmla="*/ 1434598 w 3702"/>
              <a:gd name="T119" fmla="*/ 1240182 h 4536"/>
              <a:gd name="T120" fmla="*/ 1444680 w 3702"/>
              <a:gd name="T121" fmla="*/ 1343495 h 4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702" h="4536">
                <a:moveTo>
                  <a:pt x="1832" y="0"/>
                </a:moveTo>
                <a:lnTo>
                  <a:pt x="1832" y="0"/>
                </a:lnTo>
                <a:lnTo>
                  <a:pt x="1851" y="0"/>
                </a:lnTo>
                <a:lnTo>
                  <a:pt x="1869" y="0"/>
                </a:lnTo>
                <a:lnTo>
                  <a:pt x="1832" y="0"/>
                </a:lnTo>
                <a:close/>
                <a:moveTo>
                  <a:pt x="3584" y="670"/>
                </a:moveTo>
                <a:lnTo>
                  <a:pt x="3584" y="670"/>
                </a:lnTo>
                <a:lnTo>
                  <a:pt x="3579" y="646"/>
                </a:lnTo>
                <a:lnTo>
                  <a:pt x="3573" y="624"/>
                </a:lnTo>
                <a:lnTo>
                  <a:pt x="3566" y="604"/>
                </a:lnTo>
                <a:lnTo>
                  <a:pt x="3558" y="583"/>
                </a:lnTo>
                <a:lnTo>
                  <a:pt x="3549" y="563"/>
                </a:lnTo>
                <a:lnTo>
                  <a:pt x="3539" y="544"/>
                </a:lnTo>
                <a:lnTo>
                  <a:pt x="3528" y="526"/>
                </a:lnTo>
                <a:lnTo>
                  <a:pt x="3517" y="508"/>
                </a:lnTo>
                <a:lnTo>
                  <a:pt x="3504" y="490"/>
                </a:lnTo>
                <a:lnTo>
                  <a:pt x="3492" y="475"/>
                </a:lnTo>
                <a:lnTo>
                  <a:pt x="3478" y="459"/>
                </a:lnTo>
                <a:lnTo>
                  <a:pt x="3463" y="444"/>
                </a:lnTo>
                <a:lnTo>
                  <a:pt x="3448" y="429"/>
                </a:lnTo>
                <a:lnTo>
                  <a:pt x="3433" y="415"/>
                </a:lnTo>
                <a:lnTo>
                  <a:pt x="3416" y="401"/>
                </a:lnTo>
                <a:lnTo>
                  <a:pt x="3400" y="388"/>
                </a:lnTo>
                <a:lnTo>
                  <a:pt x="3363" y="364"/>
                </a:lnTo>
                <a:lnTo>
                  <a:pt x="3326" y="340"/>
                </a:lnTo>
                <a:lnTo>
                  <a:pt x="3286" y="318"/>
                </a:lnTo>
                <a:lnTo>
                  <a:pt x="3246" y="297"/>
                </a:lnTo>
                <a:lnTo>
                  <a:pt x="3204" y="277"/>
                </a:lnTo>
                <a:lnTo>
                  <a:pt x="3161" y="257"/>
                </a:lnTo>
                <a:lnTo>
                  <a:pt x="3072" y="220"/>
                </a:lnTo>
                <a:lnTo>
                  <a:pt x="3024" y="201"/>
                </a:lnTo>
                <a:lnTo>
                  <a:pt x="2969" y="183"/>
                </a:lnTo>
                <a:lnTo>
                  <a:pt x="2907" y="163"/>
                </a:lnTo>
                <a:lnTo>
                  <a:pt x="2840" y="144"/>
                </a:lnTo>
                <a:lnTo>
                  <a:pt x="2768" y="125"/>
                </a:lnTo>
                <a:lnTo>
                  <a:pt x="2692" y="108"/>
                </a:lnTo>
                <a:lnTo>
                  <a:pt x="2612" y="90"/>
                </a:lnTo>
                <a:lnTo>
                  <a:pt x="2529" y="74"/>
                </a:lnTo>
                <a:lnTo>
                  <a:pt x="2444" y="58"/>
                </a:lnTo>
                <a:lnTo>
                  <a:pt x="2359" y="45"/>
                </a:lnTo>
                <a:lnTo>
                  <a:pt x="2272" y="33"/>
                </a:lnTo>
                <a:lnTo>
                  <a:pt x="2185" y="22"/>
                </a:lnTo>
                <a:lnTo>
                  <a:pt x="2098" y="13"/>
                </a:lnTo>
                <a:lnTo>
                  <a:pt x="2014" y="7"/>
                </a:lnTo>
                <a:lnTo>
                  <a:pt x="1931" y="2"/>
                </a:lnTo>
                <a:lnTo>
                  <a:pt x="1851" y="0"/>
                </a:lnTo>
                <a:lnTo>
                  <a:pt x="1771" y="2"/>
                </a:lnTo>
                <a:lnTo>
                  <a:pt x="1688" y="7"/>
                </a:lnTo>
                <a:lnTo>
                  <a:pt x="1603" y="13"/>
                </a:lnTo>
                <a:lnTo>
                  <a:pt x="1517" y="22"/>
                </a:lnTo>
                <a:lnTo>
                  <a:pt x="1430" y="33"/>
                </a:lnTo>
                <a:lnTo>
                  <a:pt x="1343" y="45"/>
                </a:lnTo>
                <a:lnTo>
                  <a:pt x="1256" y="58"/>
                </a:lnTo>
                <a:lnTo>
                  <a:pt x="1172" y="74"/>
                </a:lnTo>
                <a:lnTo>
                  <a:pt x="1089" y="90"/>
                </a:lnTo>
                <a:lnTo>
                  <a:pt x="1009" y="108"/>
                </a:lnTo>
                <a:lnTo>
                  <a:pt x="933" y="125"/>
                </a:lnTo>
                <a:lnTo>
                  <a:pt x="861" y="144"/>
                </a:lnTo>
                <a:lnTo>
                  <a:pt x="794" y="163"/>
                </a:lnTo>
                <a:lnTo>
                  <a:pt x="732" y="183"/>
                </a:lnTo>
                <a:lnTo>
                  <a:pt x="677" y="201"/>
                </a:lnTo>
                <a:lnTo>
                  <a:pt x="630" y="220"/>
                </a:lnTo>
                <a:lnTo>
                  <a:pt x="541" y="257"/>
                </a:lnTo>
                <a:lnTo>
                  <a:pt x="497" y="277"/>
                </a:lnTo>
                <a:lnTo>
                  <a:pt x="455" y="297"/>
                </a:lnTo>
                <a:lnTo>
                  <a:pt x="414" y="318"/>
                </a:lnTo>
                <a:lnTo>
                  <a:pt x="375" y="340"/>
                </a:lnTo>
                <a:lnTo>
                  <a:pt x="337" y="364"/>
                </a:lnTo>
                <a:lnTo>
                  <a:pt x="302" y="388"/>
                </a:lnTo>
                <a:lnTo>
                  <a:pt x="285" y="401"/>
                </a:lnTo>
                <a:lnTo>
                  <a:pt x="268" y="416"/>
                </a:lnTo>
                <a:lnTo>
                  <a:pt x="253" y="429"/>
                </a:lnTo>
                <a:lnTo>
                  <a:pt x="237" y="444"/>
                </a:lnTo>
                <a:lnTo>
                  <a:pt x="223" y="459"/>
                </a:lnTo>
                <a:lnTo>
                  <a:pt x="210" y="475"/>
                </a:lnTo>
                <a:lnTo>
                  <a:pt x="197" y="490"/>
                </a:lnTo>
                <a:lnTo>
                  <a:pt x="185" y="508"/>
                </a:lnTo>
                <a:lnTo>
                  <a:pt x="173" y="526"/>
                </a:lnTo>
                <a:lnTo>
                  <a:pt x="163" y="544"/>
                </a:lnTo>
                <a:lnTo>
                  <a:pt x="153" y="563"/>
                </a:lnTo>
                <a:lnTo>
                  <a:pt x="144" y="583"/>
                </a:lnTo>
                <a:lnTo>
                  <a:pt x="135" y="604"/>
                </a:lnTo>
                <a:lnTo>
                  <a:pt x="129" y="624"/>
                </a:lnTo>
                <a:lnTo>
                  <a:pt x="122" y="646"/>
                </a:lnTo>
                <a:lnTo>
                  <a:pt x="116" y="670"/>
                </a:lnTo>
                <a:lnTo>
                  <a:pt x="0" y="2054"/>
                </a:lnTo>
                <a:lnTo>
                  <a:pt x="0" y="3963"/>
                </a:lnTo>
                <a:lnTo>
                  <a:pt x="310" y="3963"/>
                </a:lnTo>
                <a:lnTo>
                  <a:pt x="310" y="4262"/>
                </a:lnTo>
                <a:lnTo>
                  <a:pt x="310" y="4279"/>
                </a:lnTo>
                <a:lnTo>
                  <a:pt x="311" y="4295"/>
                </a:lnTo>
                <a:lnTo>
                  <a:pt x="313" y="4311"/>
                </a:lnTo>
                <a:lnTo>
                  <a:pt x="315" y="4326"/>
                </a:lnTo>
                <a:lnTo>
                  <a:pt x="319" y="4342"/>
                </a:lnTo>
                <a:lnTo>
                  <a:pt x="322" y="4356"/>
                </a:lnTo>
                <a:lnTo>
                  <a:pt x="326" y="4369"/>
                </a:lnTo>
                <a:lnTo>
                  <a:pt x="332" y="4382"/>
                </a:lnTo>
                <a:lnTo>
                  <a:pt x="337" y="4394"/>
                </a:lnTo>
                <a:lnTo>
                  <a:pt x="343" y="4406"/>
                </a:lnTo>
                <a:lnTo>
                  <a:pt x="350" y="4418"/>
                </a:lnTo>
                <a:lnTo>
                  <a:pt x="357" y="4429"/>
                </a:lnTo>
                <a:lnTo>
                  <a:pt x="365" y="4439"/>
                </a:lnTo>
                <a:lnTo>
                  <a:pt x="373" y="4449"/>
                </a:lnTo>
                <a:lnTo>
                  <a:pt x="381" y="4459"/>
                </a:lnTo>
                <a:lnTo>
                  <a:pt x="390" y="4468"/>
                </a:lnTo>
                <a:lnTo>
                  <a:pt x="409" y="4483"/>
                </a:lnTo>
                <a:lnTo>
                  <a:pt x="429" y="4498"/>
                </a:lnTo>
                <a:lnTo>
                  <a:pt x="450" y="4510"/>
                </a:lnTo>
                <a:lnTo>
                  <a:pt x="472" y="4519"/>
                </a:lnTo>
                <a:lnTo>
                  <a:pt x="495" y="4526"/>
                </a:lnTo>
                <a:lnTo>
                  <a:pt x="519" y="4532"/>
                </a:lnTo>
                <a:lnTo>
                  <a:pt x="542" y="4535"/>
                </a:lnTo>
                <a:lnTo>
                  <a:pt x="566" y="4536"/>
                </a:lnTo>
                <a:lnTo>
                  <a:pt x="590" y="4535"/>
                </a:lnTo>
                <a:lnTo>
                  <a:pt x="614" y="4532"/>
                </a:lnTo>
                <a:lnTo>
                  <a:pt x="637" y="4526"/>
                </a:lnTo>
                <a:lnTo>
                  <a:pt x="661" y="4519"/>
                </a:lnTo>
                <a:lnTo>
                  <a:pt x="683" y="4510"/>
                </a:lnTo>
                <a:lnTo>
                  <a:pt x="703" y="4498"/>
                </a:lnTo>
                <a:lnTo>
                  <a:pt x="723" y="4483"/>
                </a:lnTo>
                <a:lnTo>
                  <a:pt x="743" y="4468"/>
                </a:lnTo>
                <a:lnTo>
                  <a:pt x="752" y="4459"/>
                </a:lnTo>
                <a:lnTo>
                  <a:pt x="759" y="4449"/>
                </a:lnTo>
                <a:lnTo>
                  <a:pt x="768" y="4439"/>
                </a:lnTo>
                <a:lnTo>
                  <a:pt x="775" y="4429"/>
                </a:lnTo>
                <a:lnTo>
                  <a:pt x="783" y="4418"/>
                </a:lnTo>
                <a:lnTo>
                  <a:pt x="789" y="4406"/>
                </a:lnTo>
                <a:lnTo>
                  <a:pt x="795" y="4394"/>
                </a:lnTo>
                <a:lnTo>
                  <a:pt x="800" y="4382"/>
                </a:lnTo>
                <a:lnTo>
                  <a:pt x="806" y="4369"/>
                </a:lnTo>
                <a:lnTo>
                  <a:pt x="810" y="4356"/>
                </a:lnTo>
                <a:lnTo>
                  <a:pt x="813" y="4342"/>
                </a:lnTo>
                <a:lnTo>
                  <a:pt x="817" y="4326"/>
                </a:lnTo>
                <a:lnTo>
                  <a:pt x="820" y="4311"/>
                </a:lnTo>
                <a:lnTo>
                  <a:pt x="821" y="4295"/>
                </a:lnTo>
                <a:lnTo>
                  <a:pt x="822" y="4279"/>
                </a:lnTo>
                <a:lnTo>
                  <a:pt x="822" y="4262"/>
                </a:lnTo>
                <a:lnTo>
                  <a:pt x="822" y="3963"/>
                </a:lnTo>
                <a:lnTo>
                  <a:pt x="2879" y="3963"/>
                </a:lnTo>
                <a:lnTo>
                  <a:pt x="2879" y="4262"/>
                </a:lnTo>
                <a:lnTo>
                  <a:pt x="2879" y="4279"/>
                </a:lnTo>
                <a:lnTo>
                  <a:pt x="2880" y="4295"/>
                </a:lnTo>
                <a:lnTo>
                  <a:pt x="2882" y="4311"/>
                </a:lnTo>
                <a:lnTo>
                  <a:pt x="2884" y="4326"/>
                </a:lnTo>
                <a:lnTo>
                  <a:pt x="2887" y="4342"/>
                </a:lnTo>
                <a:lnTo>
                  <a:pt x="2892" y="4356"/>
                </a:lnTo>
                <a:lnTo>
                  <a:pt x="2896" y="4369"/>
                </a:lnTo>
                <a:lnTo>
                  <a:pt x="2901" y="4382"/>
                </a:lnTo>
                <a:lnTo>
                  <a:pt x="2906" y="4394"/>
                </a:lnTo>
                <a:lnTo>
                  <a:pt x="2913" y="4406"/>
                </a:lnTo>
                <a:lnTo>
                  <a:pt x="2919" y="4418"/>
                </a:lnTo>
                <a:lnTo>
                  <a:pt x="2926" y="4429"/>
                </a:lnTo>
                <a:lnTo>
                  <a:pt x="2934" y="4439"/>
                </a:lnTo>
                <a:lnTo>
                  <a:pt x="2941" y="4449"/>
                </a:lnTo>
                <a:lnTo>
                  <a:pt x="2950" y="4459"/>
                </a:lnTo>
                <a:lnTo>
                  <a:pt x="2959" y="4468"/>
                </a:lnTo>
                <a:lnTo>
                  <a:pt x="2978" y="4483"/>
                </a:lnTo>
                <a:lnTo>
                  <a:pt x="2997" y="4498"/>
                </a:lnTo>
                <a:lnTo>
                  <a:pt x="3019" y="4510"/>
                </a:lnTo>
                <a:lnTo>
                  <a:pt x="3041" y="4519"/>
                </a:lnTo>
                <a:lnTo>
                  <a:pt x="3064" y="4526"/>
                </a:lnTo>
                <a:lnTo>
                  <a:pt x="3087" y="4532"/>
                </a:lnTo>
                <a:lnTo>
                  <a:pt x="3112" y="4535"/>
                </a:lnTo>
                <a:lnTo>
                  <a:pt x="3135" y="4536"/>
                </a:lnTo>
                <a:lnTo>
                  <a:pt x="3159" y="4535"/>
                </a:lnTo>
                <a:lnTo>
                  <a:pt x="3183" y="4532"/>
                </a:lnTo>
                <a:lnTo>
                  <a:pt x="3206" y="4526"/>
                </a:lnTo>
                <a:lnTo>
                  <a:pt x="3229" y="4519"/>
                </a:lnTo>
                <a:lnTo>
                  <a:pt x="3251" y="4510"/>
                </a:lnTo>
                <a:lnTo>
                  <a:pt x="3273" y="4498"/>
                </a:lnTo>
                <a:lnTo>
                  <a:pt x="3293" y="4483"/>
                </a:lnTo>
                <a:lnTo>
                  <a:pt x="3312" y="4468"/>
                </a:lnTo>
                <a:lnTo>
                  <a:pt x="3320" y="4459"/>
                </a:lnTo>
                <a:lnTo>
                  <a:pt x="3329" y="4449"/>
                </a:lnTo>
                <a:lnTo>
                  <a:pt x="3337" y="4439"/>
                </a:lnTo>
                <a:lnTo>
                  <a:pt x="3345" y="4429"/>
                </a:lnTo>
                <a:lnTo>
                  <a:pt x="3351" y="4418"/>
                </a:lnTo>
                <a:lnTo>
                  <a:pt x="3358" y="4406"/>
                </a:lnTo>
                <a:lnTo>
                  <a:pt x="3364" y="4394"/>
                </a:lnTo>
                <a:lnTo>
                  <a:pt x="3370" y="4382"/>
                </a:lnTo>
                <a:lnTo>
                  <a:pt x="3374" y="4369"/>
                </a:lnTo>
                <a:lnTo>
                  <a:pt x="3379" y="4356"/>
                </a:lnTo>
                <a:lnTo>
                  <a:pt x="3383" y="4342"/>
                </a:lnTo>
                <a:lnTo>
                  <a:pt x="3386" y="4326"/>
                </a:lnTo>
                <a:lnTo>
                  <a:pt x="3389" y="4311"/>
                </a:lnTo>
                <a:lnTo>
                  <a:pt x="3391" y="4295"/>
                </a:lnTo>
                <a:lnTo>
                  <a:pt x="3392" y="4279"/>
                </a:lnTo>
                <a:lnTo>
                  <a:pt x="3392" y="4262"/>
                </a:lnTo>
                <a:lnTo>
                  <a:pt x="3392" y="3963"/>
                </a:lnTo>
                <a:lnTo>
                  <a:pt x="3702" y="3963"/>
                </a:lnTo>
                <a:lnTo>
                  <a:pt x="3702" y="2054"/>
                </a:lnTo>
                <a:lnTo>
                  <a:pt x="3584" y="670"/>
                </a:lnTo>
                <a:close/>
                <a:moveTo>
                  <a:pt x="1089" y="350"/>
                </a:moveTo>
                <a:lnTo>
                  <a:pt x="2612" y="350"/>
                </a:lnTo>
                <a:lnTo>
                  <a:pt x="2626" y="350"/>
                </a:lnTo>
                <a:lnTo>
                  <a:pt x="2638" y="352"/>
                </a:lnTo>
                <a:lnTo>
                  <a:pt x="2650" y="355"/>
                </a:lnTo>
                <a:lnTo>
                  <a:pt x="2661" y="360"/>
                </a:lnTo>
                <a:lnTo>
                  <a:pt x="2671" y="364"/>
                </a:lnTo>
                <a:lnTo>
                  <a:pt x="2681" y="371"/>
                </a:lnTo>
                <a:lnTo>
                  <a:pt x="2688" y="377"/>
                </a:lnTo>
                <a:lnTo>
                  <a:pt x="2696" y="385"/>
                </a:lnTo>
                <a:lnTo>
                  <a:pt x="2703" y="393"/>
                </a:lnTo>
                <a:lnTo>
                  <a:pt x="2708" y="401"/>
                </a:lnTo>
                <a:lnTo>
                  <a:pt x="2714" y="411"/>
                </a:lnTo>
                <a:lnTo>
                  <a:pt x="2717" y="421"/>
                </a:lnTo>
                <a:lnTo>
                  <a:pt x="2720" y="431"/>
                </a:lnTo>
                <a:lnTo>
                  <a:pt x="2723" y="441"/>
                </a:lnTo>
                <a:lnTo>
                  <a:pt x="2724" y="452"/>
                </a:lnTo>
                <a:lnTo>
                  <a:pt x="2725" y="462"/>
                </a:lnTo>
                <a:lnTo>
                  <a:pt x="2724" y="473"/>
                </a:lnTo>
                <a:lnTo>
                  <a:pt x="2723" y="483"/>
                </a:lnTo>
                <a:lnTo>
                  <a:pt x="2720" y="494"/>
                </a:lnTo>
                <a:lnTo>
                  <a:pt x="2717" y="504"/>
                </a:lnTo>
                <a:lnTo>
                  <a:pt x="2714" y="513"/>
                </a:lnTo>
                <a:lnTo>
                  <a:pt x="2708" y="522"/>
                </a:lnTo>
                <a:lnTo>
                  <a:pt x="2703" y="531"/>
                </a:lnTo>
                <a:lnTo>
                  <a:pt x="2696" y="540"/>
                </a:lnTo>
                <a:lnTo>
                  <a:pt x="2688" y="546"/>
                </a:lnTo>
                <a:lnTo>
                  <a:pt x="2681" y="554"/>
                </a:lnTo>
                <a:lnTo>
                  <a:pt x="2671" y="560"/>
                </a:lnTo>
                <a:lnTo>
                  <a:pt x="2661" y="565"/>
                </a:lnTo>
                <a:lnTo>
                  <a:pt x="2650" y="568"/>
                </a:lnTo>
                <a:lnTo>
                  <a:pt x="2638" y="572"/>
                </a:lnTo>
                <a:lnTo>
                  <a:pt x="2626" y="574"/>
                </a:lnTo>
                <a:lnTo>
                  <a:pt x="2612" y="575"/>
                </a:lnTo>
                <a:lnTo>
                  <a:pt x="1089" y="575"/>
                </a:lnTo>
                <a:lnTo>
                  <a:pt x="1075" y="574"/>
                </a:lnTo>
                <a:lnTo>
                  <a:pt x="1063" y="572"/>
                </a:lnTo>
                <a:lnTo>
                  <a:pt x="1051" y="568"/>
                </a:lnTo>
                <a:lnTo>
                  <a:pt x="1040" y="565"/>
                </a:lnTo>
                <a:lnTo>
                  <a:pt x="1030" y="560"/>
                </a:lnTo>
                <a:lnTo>
                  <a:pt x="1020" y="554"/>
                </a:lnTo>
                <a:lnTo>
                  <a:pt x="1012" y="546"/>
                </a:lnTo>
                <a:lnTo>
                  <a:pt x="1005" y="540"/>
                </a:lnTo>
                <a:lnTo>
                  <a:pt x="998" y="531"/>
                </a:lnTo>
                <a:lnTo>
                  <a:pt x="992" y="522"/>
                </a:lnTo>
                <a:lnTo>
                  <a:pt x="987" y="513"/>
                </a:lnTo>
                <a:lnTo>
                  <a:pt x="984" y="504"/>
                </a:lnTo>
                <a:lnTo>
                  <a:pt x="980" y="494"/>
                </a:lnTo>
                <a:lnTo>
                  <a:pt x="978" y="483"/>
                </a:lnTo>
                <a:lnTo>
                  <a:pt x="977" y="473"/>
                </a:lnTo>
                <a:lnTo>
                  <a:pt x="976" y="462"/>
                </a:lnTo>
                <a:lnTo>
                  <a:pt x="977" y="452"/>
                </a:lnTo>
                <a:lnTo>
                  <a:pt x="978" y="441"/>
                </a:lnTo>
                <a:lnTo>
                  <a:pt x="980" y="431"/>
                </a:lnTo>
                <a:lnTo>
                  <a:pt x="984" y="421"/>
                </a:lnTo>
                <a:lnTo>
                  <a:pt x="987" y="411"/>
                </a:lnTo>
                <a:lnTo>
                  <a:pt x="992" y="401"/>
                </a:lnTo>
                <a:lnTo>
                  <a:pt x="998" y="393"/>
                </a:lnTo>
                <a:lnTo>
                  <a:pt x="1005" y="385"/>
                </a:lnTo>
                <a:lnTo>
                  <a:pt x="1012" y="377"/>
                </a:lnTo>
                <a:lnTo>
                  <a:pt x="1020" y="371"/>
                </a:lnTo>
                <a:lnTo>
                  <a:pt x="1030" y="364"/>
                </a:lnTo>
                <a:lnTo>
                  <a:pt x="1040" y="360"/>
                </a:lnTo>
                <a:lnTo>
                  <a:pt x="1051" y="355"/>
                </a:lnTo>
                <a:lnTo>
                  <a:pt x="1063" y="352"/>
                </a:lnTo>
                <a:lnTo>
                  <a:pt x="1075" y="350"/>
                </a:lnTo>
                <a:lnTo>
                  <a:pt x="1089" y="350"/>
                </a:lnTo>
                <a:close/>
                <a:moveTo>
                  <a:pt x="325" y="2008"/>
                </a:moveTo>
                <a:lnTo>
                  <a:pt x="466" y="1004"/>
                </a:lnTo>
                <a:lnTo>
                  <a:pt x="469" y="982"/>
                </a:lnTo>
                <a:lnTo>
                  <a:pt x="474" y="961"/>
                </a:lnTo>
                <a:lnTo>
                  <a:pt x="479" y="940"/>
                </a:lnTo>
                <a:lnTo>
                  <a:pt x="486" y="921"/>
                </a:lnTo>
                <a:lnTo>
                  <a:pt x="493" y="903"/>
                </a:lnTo>
                <a:lnTo>
                  <a:pt x="501" y="886"/>
                </a:lnTo>
                <a:lnTo>
                  <a:pt x="511" y="871"/>
                </a:lnTo>
                <a:lnTo>
                  <a:pt x="523" y="857"/>
                </a:lnTo>
                <a:lnTo>
                  <a:pt x="536" y="844"/>
                </a:lnTo>
                <a:lnTo>
                  <a:pt x="551" y="833"/>
                </a:lnTo>
                <a:lnTo>
                  <a:pt x="567" y="825"/>
                </a:lnTo>
                <a:lnTo>
                  <a:pt x="586" y="816"/>
                </a:lnTo>
                <a:lnTo>
                  <a:pt x="608" y="810"/>
                </a:lnTo>
                <a:lnTo>
                  <a:pt x="631" y="806"/>
                </a:lnTo>
                <a:lnTo>
                  <a:pt x="656" y="803"/>
                </a:lnTo>
                <a:lnTo>
                  <a:pt x="685" y="801"/>
                </a:lnTo>
                <a:lnTo>
                  <a:pt x="3016" y="801"/>
                </a:lnTo>
                <a:lnTo>
                  <a:pt x="3045" y="803"/>
                </a:lnTo>
                <a:lnTo>
                  <a:pt x="3070" y="806"/>
                </a:lnTo>
                <a:lnTo>
                  <a:pt x="3094" y="810"/>
                </a:lnTo>
                <a:lnTo>
                  <a:pt x="3115" y="816"/>
                </a:lnTo>
                <a:lnTo>
                  <a:pt x="3134" y="825"/>
                </a:lnTo>
                <a:lnTo>
                  <a:pt x="3150" y="833"/>
                </a:lnTo>
                <a:lnTo>
                  <a:pt x="3164" y="844"/>
                </a:lnTo>
                <a:lnTo>
                  <a:pt x="3178" y="857"/>
                </a:lnTo>
                <a:lnTo>
                  <a:pt x="3190" y="871"/>
                </a:lnTo>
                <a:lnTo>
                  <a:pt x="3200" y="886"/>
                </a:lnTo>
                <a:lnTo>
                  <a:pt x="3207" y="903"/>
                </a:lnTo>
                <a:lnTo>
                  <a:pt x="3215" y="921"/>
                </a:lnTo>
                <a:lnTo>
                  <a:pt x="3222" y="940"/>
                </a:lnTo>
                <a:lnTo>
                  <a:pt x="3227" y="961"/>
                </a:lnTo>
                <a:lnTo>
                  <a:pt x="3231" y="982"/>
                </a:lnTo>
                <a:lnTo>
                  <a:pt x="3235" y="1004"/>
                </a:lnTo>
                <a:lnTo>
                  <a:pt x="3375" y="2008"/>
                </a:lnTo>
                <a:lnTo>
                  <a:pt x="3378" y="2027"/>
                </a:lnTo>
                <a:lnTo>
                  <a:pt x="3378" y="2044"/>
                </a:lnTo>
                <a:lnTo>
                  <a:pt x="3378" y="2062"/>
                </a:lnTo>
                <a:lnTo>
                  <a:pt x="3377" y="2080"/>
                </a:lnTo>
                <a:lnTo>
                  <a:pt x="3373" y="2096"/>
                </a:lnTo>
                <a:lnTo>
                  <a:pt x="3369" y="2112"/>
                </a:lnTo>
                <a:lnTo>
                  <a:pt x="3363" y="2127"/>
                </a:lnTo>
                <a:lnTo>
                  <a:pt x="3356" y="2141"/>
                </a:lnTo>
                <a:lnTo>
                  <a:pt x="3347" y="2153"/>
                </a:lnTo>
                <a:lnTo>
                  <a:pt x="3336" y="2165"/>
                </a:lnTo>
                <a:lnTo>
                  <a:pt x="3323" y="2175"/>
                </a:lnTo>
                <a:lnTo>
                  <a:pt x="3308" y="2184"/>
                </a:lnTo>
                <a:lnTo>
                  <a:pt x="3292" y="2191"/>
                </a:lnTo>
                <a:lnTo>
                  <a:pt x="3272" y="2196"/>
                </a:lnTo>
                <a:lnTo>
                  <a:pt x="3251" y="2199"/>
                </a:lnTo>
                <a:lnTo>
                  <a:pt x="3227" y="2201"/>
                </a:lnTo>
                <a:lnTo>
                  <a:pt x="474" y="2201"/>
                </a:lnTo>
                <a:lnTo>
                  <a:pt x="450" y="2199"/>
                </a:lnTo>
                <a:lnTo>
                  <a:pt x="429" y="2196"/>
                </a:lnTo>
                <a:lnTo>
                  <a:pt x="409" y="2191"/>
                </a:lnTo>
                <a:lnTo>
                  <a:pt x="392" y="2184"/>
                </a:lnTo>
                <a:lnTo>
                  <a:pt x="378" y="2175"/>
                </a:lnTo>
                <a:lnTo>
                  <a:pt x="365" y="2165"/>
                </a:lnTo>
                <a:lnTo>
                  <a:pt x="354" y="2153"/>
                </a:lnTo>
                <a:lnTo>
                  <a:pt x="345" y="2141"/>
                </a:lnTo>
                <a:lnTo>
                  <a:pt x="337" y="2127"/>
                </a:lnTo>
                <a:lnTo>
                  <a:pt x="332" y="2112"/>
                </a:lnTo>
                <a:lnTo>
                  <a:pt x="328" y="2096"/>
                </a:lnTo>
                <a:lnTo>
                  <a:pt x="324" y="2080"/>
                </a:lnTo>
                <a:lnTo>
                  <a:pt x="323" y="2062"/>
                </a:lnTo>
                <a:lnTo>
                  <a:pt x="323" y="2044"/>
                </a:lnTo>
                <a:lnTo>
                  <a:pt x="324" y="2027"/>
                </a:lnTo>
                <a:lnTo>
                  <a:pt x="325" y="2008"/>
                </a:lnTo>
                <a:close/>
                <a:moveTo>
                  <a:pt x="891" y="3199"/>
                </a:moveTo>
                <a:lnTo>
                  <a:pt x="891" y="3199"/>
                </a:lnTo>
                <a:lnTo>
                  <a:pt x="890" y="3208"/>
                </a:lnTo>
                <a:lnTo>
                  <a:pt x="889" y="3219"/>
                </a:lnTo>
                <a:lnTo>
                  <a:pt x="887" y="3229"/>
                </a:lnTo>
                <a:lnTo>
                  <a:pt x="883" y="3238"/>
                </a:lnTo>
                <a:lnTo>
                  <a:pt x="878" y="3248"/>
                </a:lnTo>
                <a:lnTo>
                  <a:pt x="874" y="3257"/>
                </a:lnTo>
                <a:lnTo>
                  <a:pt x="867" y="3264"/>
                </a:lnTo>
                <a:lnTo>
                  <a:pt x="861" y="3272"/>
                </a:lnTo>
                <a:lnTo>
                  <a:pt x="853" y="3279"/>
                </a:lnTo>
                <a:lnTo>
                  <a:pt x="845" y="3284"/>
                </a:lnTo>
                <a:lnTo>
                  <a:pt x="836" y="3290"/>
                </a:lnTo>
                <a:lnTo>
                  <a:pt x="828" y="3294"/>
                </a:lnTo>
                <a:lnTo>
                  <a:pt x="818" y="3297"/>
                </a:lnTo>
                <a:lnTo>
                  <a:pt x="808" y="3301"/>
                </a:lnTo>
                <a:lnTo>
                  <a:pt x="798" y="3302"/>
                </a:lnTo>
                <a:lnTo>
                  <a:pt x="787" y="3302"/>
                </a:lnTo>
                <a:lnTo>
                  <a:pt x="366" y="3302"/>
                </a:lnTo>
                <a:lnTo>
                  <a:pt x="355" y="3302"/>
                </a:lnTo>
                <a:lnTo>
                  <a:pt x="345" y="3301"/>
                </a:lnTo>
                <a:lnTo>
                  <a:pt x="335" y="3297"/>
                </a:lnTo>
                <a:lnTo>
                  <a:pt x="325" y="3294"/>
                </a:lnTo>
                <a:lnTo>
                  <a:pt x="317" y="3290"/>
                </a:lnTo>
                <a:lnTo>
                  <a:pt x="308" y="3284"/>
                </a:lnTo>
                <a:lnTo>
                  <a:pt x="300" y="3279"/>
                </a:lnTo>
                <a:lnTo>
                  <a:pt x="292" y="3272"/>
                </a:lnTo>
                <a:lnTo>
                  <a:pt x="286" y="3264"/>
                </a:lnTo>
                <a:lnTo>
                  <a:pt x="279" y="3257"/>
                </a:lnTo>
                <a:lnTo>
                  <a:pt x="275" y="3248"/>
                </a:lnTo>
                <a:lnTo>
                  <a:pt x="270" y="3238"/>
                </a:lnTo>
                <a:lnTo>
                  <a:pt x="266" y="3229"/>
                </a:lnTo>
                <a:lnTo>
                  <a:pt x="264" y="3219"/>
                </a:lnTo>
                <a:lnTo>
                  <a:pt x="263" y="3208"/>
                </a:lnTo>
                <a:lnTo>
                  <a:pt x="262" y="3199"/>
                </a:lnTo>
                <a:lnTo>
                  <a:pt x="262" y="3019"/>
                </a:lnTo>
                <a:lnTo>
                  <a:pt x="263" y="3008"/>
                </a:lnTo>
                <a:lnTo>
                  <a:pt x="264" y="2998"/>
                </a:lnTo>
                <a:lnTo>
                  <a:pt x="266" y="2989"/>
                </a:lnTo>
                <a:lnTo>
                  <a:pt x="270" y="2979"/>
                </a:lnTo>
                <a:lnTo>
                  <a:pt x="275" y="2970"/>
                </a:lnTo>
                <a:lnTo>
                  <a:pt x="279" y="2961"/>
                </a:lnTo>
                <a:lnTo>
                  <a:pt x="286" y="2953"/>
                </a:lnTo>
                <a:lnTo>
                  <a:pt x="292" y="2946"/>
                </a:lnTo>
                <a:lnTo>
                  <a:pt x="300" y="2939"/>
                </a:lnTo>
                <a:lnTo>
                  <a:pt x="308" y="2933"/>
                </a:lnTo>
                <a:lnTo>
                  <a:pt x="317" y="2928"/>
                </a:lnTo>
                <a:lnTo>
                  <a:pt x="325" y="2924"/>
                </a:lnTo>
                <a:lnTo>
                  <a:pt x="335" y="2919"/>
                </a:lnTo>
                <a:lnTo>
                  <a:pt x="345" y="2917"/>
                </a:lnTo>
                <a:lnTo>
                  <a:pt x="355" y="2916"/>
                </a:lnTo>
                <a:lnTo>
                  <a:pt x="366" y="2915"/>
                </a:lnTo>
                <a:lnTo>
                  <a:pt x="787" y="2915"/>
                </a:lnTo>
                <a:lnTo>
                  <a:pt x="798" y="2916"/>
                </a:lnTo>
                <a:lnTo>
                  <a:pt x="808" y="2917"/>
                </a:lnTo>
                <a:lnTo>
                  <a:pt x="818" y="2919"/>
                </a:lnTo>
                <a:lnTo>
                  <a:pt x="828" y="2924"/>
                </a:lnTo>
                <a:lnTo>
                  <a:pt x="836" y="2928"/>
                </a:lnTo>
                <a:lnTo>
                  <a:pt x="845" y="2933"/>
                </a:lnTo>
                <a:lnTo>
                  <a:pt x="853" y="2939"/>
                </a:lnTo>
                <a:lnTo>
                  <a:pt x="861" y="2946"/>
                </a:lnTo>
                <a:lnTo>
                  <a:pt x="867" y="2953"/>
                </a:lnTo>
                <a:lnTo>
                  <a:pt x="874" y="2961"/>
                </a:lnTo>
                <a:lnTo>
                  <a:pt x="878" y="2970"/>
                </a:lnTo>
                <a:lnTo>
                  <a:pt x="883" y="2979"/>
                </a:lnTo>
                <a:lnTo>
                  <a:pt x="887" y="2989"/>
                </a:lnTo>
                <a:lnTo>
                  <a:pt x="889" y="2998"/>
                </a:lnTo>
                <a:lnTo>
                  <a:pt x="890" y="3008"/>
                </a:lnTo>
                <a:lnTo>
                  <a:pt x="891" y="3019"/>
                </a:lnTo>
                <a:lnTo>
                  <a:pt x="891" y="3199"/>
                </a:lnTo>
                <a:close/>
                <a:moveTo>
                  <a:pt x="3439" y="3199"/>
                </a:moveTo>
                <a:lnTo>
                  <a:pt x="3439" y="3199"/>
                </a:lnTo>
                <a:lnTo>
                  <a:pt x="3439" y="3208"/>
                </a:lnTo>
                <a:lnTo>
                  <a:pt x="3437" y="3219"/>
                </a:lnTo>
                <a:lnTo>
                  <a:pt x="3435" y="3229"/>
                </a:lnTo>
                <a:lnTo>
                  <a:pt x="3431" y="3238"/>
                </a:lnTo>
                <a:lnTo>
                  <a:pt x="3427" y="3248"/>
                </a:lnTo>
                <a:lnTo>
                  <a:pt x="3422" y="3257"/>
                </a:lnTo>
                <a:lnTo>
                  <a:pt x="3415" y="3264"/>
                </a:lnTo>
                <a:lnTo>
                  <a:pt x="3408" y="3272"/>
                </a:lnTo>
                <a:lnTo>
                  <a:pt x="3402" y="3279"/>
                </a:lnTo>
                <a:lnTo>
                  <a:pt x="3393" y="3284"/>
                </a:lnTo>
                <a:lnTo>
                  <a:pt x="3384" y="3290"/>
                </a:lnTo>
                <a:lnTo>
                  <a:pt x="3375" y="3294"/>
                </a:lnTo>
                <a:lnTo>
                  <a:pt x="3366" y="3297"/>
                </a:lnTo>
                <a:lnTo>
                  <a:pt x="3356" y="3301"/>
                </a:lnTo>
                <a:lnTo>
                  <a:pt x="3346" y="3302"/>
                </a:lnTo>
                <a:lnTo>
                  <a:pt x="3335" y="3302"/>
                </a:lnTo>
                <a:lnTo>
                  <a:pt x="2914" y="3302"/>
                </a:lnTo>
                <a:lnTo>
                  <a:pt x="2903" y="3302"/>
                </a:lnTo>
                <a:lnTo>
                  <a:pt x="2893" y="3301"/>
                </a:lnTo>
                <a:lnTo>
                  <a:pt x="2883" y="3297"/>
                </a:lnTo>
                <a:lnTo>
                  <a:pt x="2873" y="3294"/>
                </a:lnTo>
                <a:lnTo>
                  <a:pt x="2864" y="3290"/>
                </a:lnTo>
                <a:lnTo>
                  <a:pt x="2856" y="3284"/>
                </a:lnTo>
                <a:lnTo>
                  <a:pt x="2848" y="3279"/>
                </a:lnTo>
                <a:lnTo>
                  <a:pt x="2840" y="3272"/>
                </a:lnTo>
                <a:lnTo>
                  <a:pt x="2834" y="3264"/>
                </a:lnTo>
                <a:lnTo>
                  <a:pt x="2827" y="3257"/>
                </a:lnTo>
                <a:lnTo>
                  <a:pt x="2823" y="3248"/>
                </a:lnTo>
                <a:lnTo>
                  <a:pt x="2818" y="3238"/>
                </a:lnTo>
                <a:lnTo>
                  <a:pt x="2814" y="3229"/>
                </a:lnTo>
                <a:lnTo>
                  <a:pt x="2812" y="3219"/>
                </a:lnTo>
                <a:lnTo>
                  <a:pt x="2810" y="3208"/>
                </a:lnTo>
                <a:lnTo>
                  <a:pt x="2809" y="3199"/>
                </a:lnTo>
                <a:lnTo>
                  <a:pt x="2809" y="3019"/>
                </a:lnTo>
                <a:lnTo>
                  <a:pt x="2810" y="3008"/>
                </a:lnTo>
                <a:lnTo>
                  <a:pt x="2812" y="2998"/>
                </a:lnTo>
                <a:lnTo>
                  <a:pt x="2814" y="2989"/>
                </a:lnTo>
                <a:lnTo>
                  <a:pt x="2818" y="2979"/>
                </a:lnTo>
                <a:lnTo>
                  <a:pt x="2823" y="2970"/>
                </a:lnTo>
                <a:lnTo>
                  <a:pt x="2827" y="2961"/>
                </a:lnTo>
                <a:lnTo>
                  <a:pt x="2834" y="2953"/>
                </a:lnTo>
                <a:lnTo>
                  <a:pt x="2840" y="2946"/>
                </a:lnTo>
                <a:lnTo>
                  <a:pt x="2848" y="2939"/>
                </a:lnTo>
                <a:lnTo>
                  <a:pt x="2856" y="2933"/>
                </a:lnTo>
                <a:lnTo>
                  <a:pt x="2864" y="2928"/>
                </a:lnTo>
                <a:lnTo>
                  <a:pt x="2873" y="2924"/>
                </a:lnTo>
                <a:lnTo>
                  <a:pt x="2883" y="2919"/>
                </a:lnTo>
                <a:lnTo>
                  <a:pt x="2893" y="2917"/>
                </a:lnTo>
                <a:lnTo>
                  <a:pt x="2903" y="2916"/>
                </a:lnTo>
                <a:lnTo>
                  <a:pt x="2914" y="2915"/>
                </a:lnTo>
                <a:lnTo>
                  <a:pt x="3335" y="2915"/>
                </a:lnTo>
                <a:lnTo>
                  <a:pt x="3346" y="2916"/>
                </a:lnTo>
                <a:lnTo>
                  <a:pt x="3356" y="2917"/>
                </a:lnTo>
                <a:lnTo>
                  <a:pt x="3366" y="2919"/>
                </a:lnTo>
                <a:lnTo>
                  <a:pt x="3375" y="2924"/>
                </a:lnTo>
                <a:lnTo>
                  <a:pt x="3384" y="2928"/>
                </a:lnTo>
                <a:lnTo>
                  <a:pt x="3393" y="2933"/>
                </a:lnTo>
                <a:lnTo>
                  <a:pt x="3402" y="2939"/>
                </a:lnTo>
                <a:lnTo>
                  <a:pt x="3408" y="2946"/>
                </a:lnTo>
                <a:lnTo>
                  <a:pt x="3415" y="2953"/>
                </a:lnTo>
                <a:lnTo>
                  <a:pt x="3422" y="2961"/>
                </a:lnTo>
                <a:lnTo>
                  <a:pt x="3427" y="2970"/>
                </a:lnTo>
                <a:lnTo>
                  <a:pt x="3431" y="2979"/>
                </a:lnTo>
                <a:lnTo>
                  <a:pt x="3435" y="2989"/>
                </a:lnTo>
                <a:lnTo>
                  <a:pt x="3437" y="2998"/>
                </a:lnTo>
                <a:lnTo>
                  <a:pt x="3439" y="3008"/>
                </a:lnTo>
                <a:lnTo>
                  <a:pt x="3439" y="3019"/>
                </a:lnTo>
                <a:lnTo>
                  <a:pt x="3439" y="3199"/>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latin typeface="+mn-lt"/>
              <a:ea typeface="+mn-ea"/>
              <a:cs typeface="+mn-ea"/>
              <a:sym typeface="+mn-lt"/>
            </a:endParaRPr>
          </a:p>
        </p:txBody>
      </p:sp>
      <p:cxnSp>
        <p:nvCxnSpPr>
          <p:cNvPr id="18" name="直接连接符 17">
            <a:extLst>
              <a:ext uri="{FF2B5EF4-FFF2-40B4-BE49-F238E27FC236}">
                <a16:creationId xmlns:a16="http://schemas.microsoft.com/office/drawing/2014/main" id="{3842FAF1-8441-4251-88AC-CF4731E799C0}"/>
              </a:ext>
            </a:extLst>
          </p:cNvPr>
          <p:cNvCxnSpPr/>
          <p:nvPr/>
        </p:nvCxnSpPr>
        <p:spPr>
          <a:xfrm>
            <a:off x="1758950" y="4191000"/>
            <a:ext cx="1562100" cy="0"/>
          </a:xfrm>
          <a:prstGeom prst="line">
            <a:avLst/>
          </a:prstGeom>
          <a:ln>
            <a:solidFill>
              <a:srgbClr val="4B649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C03D6A7-6AB8-4AB7-B3AD-9767A3DA6AA9}"/>
              </a:ext>
            </a:extLst>
          </p:cNvPr>
          <p:cNvCxnSpPr/>
          <p:nvPr/>
        </p:nvCxnSpPr>
        <p:spPr>
          <a:xfrm>
            <a:off x="4176713" y="4191000"/>
            <a:ext cx="1562100" cy="0"/>
          </a:xfrm>
          <a:prstGeom prst="line">
            <a:avLst/>
          </a:prstGeom>
          <a:ln>
            <a:solidFill>
              <a:srgbClr val="4B649F"/>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30CAEC2-932F-4057-8F21-FC661D01A0A9}"/>
              </a:ext>
            </a:extLst>
          </p:cNvPr>
          <p:cNvCxnSpPr/>
          <p:nvPr/>
        </p:nvCxnSpPr>
        <p:spPr>
          <a:xfrm>
            <a:off x="6454775" y="4191000"/>
            <a:ext cx="1562100" cy="0"/>
          </a:xfrm>
          <a:prstGeom prst="line">
            <a:avLst/>
          </a:prstGeom>
          <a:ln>
            <a:solidFill>
              <a:srgbClr val="4B649F"/>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A4B4BD6-367B-4AA7-88CC-33659A110B1B}"/>
              </a:ext>
            </a:extLst>
          </p:cNvPr>
          <p:cNvCxnSpPr/>
          <p:nvPr/>
        </p:nvCxnSpPr>
        <p:spPr>
          <a:xfrm>
            <a:off x="8872538" y="4191000"/>
            <a:ext cx="1562100" cy="0"/>
          </a:xfrm>
          <a:prstGeom prst="line">
            <a:avLst/>
          </a:prstGeom>
          <a:ln>
            <a:solidFill>
              <a:srgbClr val="4B649F"/>
            </a:solidFill>
          </a:ln>
        </p:spPr>
        <p:style>
          <a:lnRef idx="1">
            <a:schemeClr val="accent1"/>
          </a:lnRef>
          <a:fillRef idx="0">
            <a:schemeClr val="accent1"/>
          </a:fillRef>
          <a:effectRef idx="0">
            <a:schemeClr val="accent1"/>
          </a:effectRef>
          <a:fontRef idx="minor">
            <a:schemeClr val="tx1"/>
          </a:fontRef>
        </p:style>
      </p:cxnSp>
      <p:sp>
        <p:nvSpPr>
          <p:cNvPr id="39955" name="文本框 21">
            <a:extLst>
              <a:ext uri="{FF2B5EF4-FFF2-40B4-BE49-F238E27FC236}">
                <a16:creationId xmlns:a16="http://schemas.microsoft.com/office/drawing/2014/main" id="{2CAF2265-12CF-4F17-8A12-A619FA50A343}"/>
              </a:ext>
            </a:extLst>
          </p:cNvPr>
          <p:cNvSpPr txBox="1">
            <a:spLocks noChangeArrowheads="1"/>
          </p:cNvSpPr>
          <p:nvPr/>
        </p:nvSpPr>
        <p:spPr bwMode="auto">
          <a:xfrm>
            <a:off x="1882775" y="4191000"/>
            <a:ext cx="14176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en-US" altLang="zh-CN" sz="4800" b="1">
                <a:solidFill>
                  <a:srgbClr val="4B649F"/>
                </a:solidFill>
                <a:sym typeface="Arial" panose="020B0604020202020204" pitchFamily="34" charset="0"/>
              </a:rPr>
              <a:t>30%</a:t>
            </a:r>
            <a:endParaRPr lang="zh-CN" altLang="en-US" sz="4800" b="1">
              <a:solidFill>
                <a:srgbClr val="4B649F"/>
              </a:solidFill>
              <a:sym typeface="Arial" panose="020B0604020202020204" pitchFamily="34" charset="0"/>
            </a:endParaRPr>
          </a:p>
        </p:txBody>
      </p:sp>
      <p:sp>
        <p:nvSpPr>
          <p:cNvPr id="39956" name="文本框 22">
            <a:extLst>
              <a:ext uri="{FF2B5EF4-FFF2-40B4-BE49-F238E27FC236}">
                <a16:creationId xmlns:a16="http://schemas.microsoft.com/office/drawing/2014/main" id="{BBB5C3EB-074F-4E48-9395-915E156838DA}"/>
              </a:ext>
            </a:extLst>
          </p:cNvPr>
          <p:cNvSpPr txBox="1">
            <a:spLocks noChangeArrowheads="1"/>
          </p:cNvSpPr>
          <p:nvPr/>
        </p:nvSpPr>
        <p:spPr bwMode="auto">
          <a:xfrm>
            <a:off x="4249738" y="4191000"/>
            <a:ext cx="14160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en-US" altLang="zh-CN" sz="4800" b="1">
                <a:solidFill>
                  <a:srgbClr val="4B649F"/>
                </a:solidFill>
                <a:sym typeface="Arial" panose="020B0604020202020204" pitchFamily="34" charset="0"/>
              </a:rPr>
              <a:t>70%</a:t>
            </a:r>
            <a:endParaRPr lang="zh-CN" altLang="en-US" sz="4800" b="1">
              <a:solidFill>
                <a:srgbClr val="4B649F"/>
              </a:solidFill>
              <a:sym typeface="Arial" panose="020B0604020202020204" pitchFamily="34" charset="0"/>
            </a:endParaRPr>
          </a:p>
        </p:txBody>
      </p:sp>
      <p:sp>
        <p:nvSpPr>
          <p:cNvPr id="39957" name="文本框 23">
            <a:extLst>
              <a:ext uri="{FF2B5EF4-FFF2-40B4-BE49-F238E27FC236}">
                <a16:creationId xmlns:a16="http://schemas.microsoft.com/office/drawing/2014/main" id="{A7393117-A58D-47BF-845A-F1D54CDE739A}"/>
              </a:ext>
            </a:extLst>
          </p:cNvPr>
          <p:cNvSpPr txBox="1">
            <a:spLocks noChangeArrowheads="1"/>
          </p:cNvSpPr>
          <p:nvPr/>
        </p:nvSpPr>
        <p:spPr bwMode="auto">
          <a:xfrm>
            <a:off x="6561138" y="4191000"/>
            <a:ext cx="14160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en-US" altLang="zh-CN" sz="4800" b="1">
                <a:solidFill>
                  <a:srgbClr val="4B649F"/>
                </a:solidFill>
                <a:sym typeface="Arial" panose="020B0604020202020204" pitchFamily="34" charset="0"/>
              </a:rPr>
              <a:t>85%</a:t>
            </a:r>
            <a:endParaRPr lang="zh-CN" altLang="en-US" sz="4800" b="1">
              <a:solidFill>
                <a:srgbClr val="4B649F"/>
              </a:solidFill>
              <a:sym typeface="Arial" panose="020B0604020202020204" pitchFamily="34" charset="0"/>
            </a:endParaRPr>
          </a:p>
        </p:txBody>
      </p:sp>
      <p:sp>
        <p:nvSpPr>
          <p:cNvPr id="39958" name="文本框 24">
            <a:extLst>
              <a:ext uri="{FF2B5EF4-FFF2-40B4-BE49-F238E27FC236}">
                <a16:creationId xmlns:a16="http://schemas.microsoft.com/office/drawing/2014/main" id="{63A690F0-61CE-4A73-BD7E-BAA9A5455DFA}"/>
              </a:ext>
            </a:extLst>
          </p:cNvPr>
          <p:cNvSpPr txBox="1">
            <a:spLocks noChangeArrowheads="1"/>
          </p:cNvSpPr>
          <p:nvPr/>
        </p:nvSpPr>
        <p:spPr bwMode="auto">
          <a:xfrm>
            <a:off x="8947150" y="4191000"/>
            <a:ext cx="14176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en-US" altLang="zh-CN" sz="4800" b="1">
                <a:solidFill>
                  <a:srgbClr val="4B649F"/>
                </a:solidFill>
                <a:sym typeface="Arial" panose="020B0604020202020204" pitchFamily="34" charset="0"/>
              </a:rPr>
              <a:t>60%</a:t>
            </a:r>
            <a:endParaRPr lang="zh-CN" altLang="en-US" sz="4800" b="1">
              <a:solidFill>
                <a:srgbClr val="4B649F"/>
              </a:solidFill>
              <a:sym typeface="Arial" panose="020B0604020202020204" pitchFamily="34" charset="0"/>
            </a:endParaRPr>
          </a:p>
        </p:txBody>
      </p:sp>
      <p:sp>
        <p:nvSpPr>
          <p:cNvPr id="39959" name="文本框 25">
            <a:extLst>
              <a:ext uri="{FF2B5EF4-FFF2-40B4-BE49-F238E27FC236}">
                <a16:creationId xmlns:a16="http://schemas.microsoft.com/office/drawing/2014/main" id="{11A59A93-22D1-42C9-80C5-6218D9205581}"/>
              </a:ext>
            </a:extLst>
          </p:cNvPr>
          <p:cNvSpPr txBox="1">
            <a:spLocks noChangeArrowheads="1"/>
          </p:cNvSpPr>
          <p:nvPr/>
        </p:nvSpPr>
        <p:spPr bwMode="auto">
          <a:xfrm>
            <a:off x="1536700" y="5021263"/>
            <a:ext cx="2008188"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400">
                <a:solidFill>
                  <a:srgbClr val="808080"/>
                </a:solidFill>
                <a:sym typeface="Arial" panose="020B0604020202020204" pitchFamily="34" charset="0"/>
              </a:rPr>
              <a:t>请在这里添加相应的文字内容请在这里添加相应的文字内容</a:t>
            </a:r>
          </a:p>
        </p:txBody>
      </p:sp>
      <p:sp>
        <p:nvSpPr>
          <p:cNvPr id="39960" name="文本框 26">
            <a:extLst>
              <a:ext uri="{FF2B5EF4-FFF2-40B4-BE49-F238E27FC236}">
                <a16:creationId xmlns:a16="http://schemas.microsoft.com/office/drawing/2014/main" id="{63D69837-6C99-48C2-B037-9295E69F67CF}"/>
              </a:ext>
            </a:extLst>
          </p:cNvPr>
          <p:cNvSpPr txBox="1">
            <a:spLocks noChangeArrowheads="1"/>
          </p:cNvSpPr>
          <p:nvPr/>
        </p:nvSpPr>
        <p:spPr bwMode="auto">
          <a:xfrm>
            <a:off x="3890963" y="5021263"/>
            <a:ext cx="2008187"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400">
                <a:solidFill>
                  <a:srgbClr val="808080"/>
                </a:solidFill>
                <a:sym typeface="Arial" panose="020B0604020202020204" pitchFamily="34" charset="0"/>
              </a:rPr>
              <a:t>请在这里添加相应的文字内容请在这里添加相应的文字内容</a:t>
            </a:r>
          </a:p>
        </p:txBody>
      </p:sp>
      <p:sp>
        <p:nvSpPr>
          <p:cNvPr id="39961" name="文本框 27">
            <a:extLst>
              <a:ext uri="{FF2B5EF4-FFF2-40B4-BE49-F238E27FC236}">
                <a16:creationId xmlns:a16="http://schemas.microsoft.com/office/drawing/2014/main" id="{9910BAB7-0AB3-4948-A53B-A8F5D0BF130B}"/>
              </a:ext>
            </a:extLst>
          </p:cNvPr>
          <p:cNvSpPr txBox="1">
            <a:spLocks noChangeArrowheads="1"/>
          </p:cNvSpPr>
          <p:nvPr/>
        </p:nvSpPr>
        <p:spPr bwMode="auto">
          <a:xfrm>
            <a:off x="6230938" y="5021263"/>
            <a:ext cx="2008187"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400">
                <a:solidFill>
                  <a:srgbClr val="808080"/>
                </a:solidFill>
                <a:sym typeface="Arial" panose="020B0604020202020204" pitchFamily="34" charset="0"/>
              </a:rPr>
              <a:t>请在这里添加相应的文字内容请在这里添加相应的文字内容</a:t>
            </a:r>
          </a:p>
        </p:txBody>
      </p:sp>
      <p:sp>
        <p:nvSpPr>
          <p:cNvPr id="39962" name="文本框 28">
            <a:extLst>
              <a:ext uri="{FF2B5EF4-FFF2-40B4-BE49-F238E27FC236}">
                <a16:creationId xmlns:a16="http://schemas.microsoft.com/office/drawing/2014/main" id="{06C9153F-965D-4053-A003-E848D595E017}"/>
              </a:ext>
            </a:extLst>
          </p:cNvPr>
          <p:cNvSpPr txBox="1">
            <a:spLocks noChangeArrowheads="1"/>
          </p:cNvSpPr>
          <p:nvPr/>
        </p:nvSpPr>
        <p:spPr bwMode="auto">
          <a:xfrm>
            <a:off x="8639175" y="5021263"/>
            <a:ext cx="2008188"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400">
                <a:solidFill>
                  <a:srgbClr val="808080"/>
                </a:solidFill>
                <a:sym typeface="Arial" panose="020B0604020202020204" pitchFamily="34" charset="0"/>
              </a:rPr>
              <a:t>请在这里添加相应的文字内容请在这里添加相应的文字内容</a:t>
            </a:r>
          </a:p>
        </p:txBody>
      </p:sp>
      <p:sp>
        <p:nvSpPr>
          <p:cNvPr id="39963" name="文本框 29">
            <a:extLst>
              <a:ext uri="{FF2B5EF4-FFF2-40B4-BE49-F238E27FC236}">
                <a16:creationId xmlns:a16="http://schemas.microsoft.com/office/drawing/2014/main" id="{68B19A1D-1CE7-4637-9D1A-BCC34F74A941}"/>
              </a:ext>
            </a:extLst>
          </p:cNvPr>
          <p:cNvSpPr txBox="1">
            <a:spLocks noChangeArrowheads="1"/>
          </p:cNvSpPr>
          <p:nvPr/>
        </p:nvSpPr>
        <p:spPr bwMode="auto">
          <a:xfrm>
            <a:off x="1512888" y="1955800"/>
            <a:ext cx="203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rgbClr val="4B649F"/>
                </a:solidFill>
                <a:sym typeface="Arial" panose="020B0604020202020204" pitchFamily="34" charset="0"/>
              </a:rPr>
              <a:t>这里添加标题</a:t>
            </a:r>
          </a:p>
        </p:txBody>
      </p:sp>
      <p:sp>
        <p:nvSpPr>
          <p:cNvPr id="39964" name="文本框 30">
            <a:extLst>
              <a:ext uri="{FF2B5EF4-FFF2-40B4-BE49-F238E27FC236}">
                <a16:creationId xmlns:a16="http://schemas.microsoft.com/office/drawing/2014/main" id="{C2F40BA6-5F1F-490B-BB1E-726E4F302700}"/>
              </a:ext>
            </a:extLst>
          </p:cNvPr>
          <p:cNvSpPr txBox="1">
            <a:spLocks noChangeArrowheads="1"/>
          </p:cNvSpPr>
          <p:nvPr/>
        </p:nvSpPr>
        <p:spPr bwMode="auto">
          <a:xfrm>
            <a:off x="3868738" y="1955800"/>
            <a:ext cx="2030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rgbClr val="4B649F"/>
                </a:solidFill>
                <a:sym typeface="Arial" panose="020B0604020202020204" pitchFamily="34" charset="0"/>
              </a:rPr>
              <a:t>这里添加标题</a:t>
            </a:r>
          </a:p>
        </p:txBody>
      </p:sp>
      <p:sp>
        <p:nvSpPr>
          <p:cNvPr id="39965" name="文本框 31">
            <a:extLst>
              <a:ext uri="{FF2B5EF4-FFF2-40B4-BE49-F238E27FC236}">
                <a16:creationId xmlns:a16="http://schemas.microsoft.com/office/drawing/2014/main" id="{D9CCECD8-3014-45DD-B31B-F41AFAB56AA2}"/>
              </a:ext>
            </a:extLst>
          </p:cNvPr>
          <p:cNvSpPr txBox="1">
            <a:spLocks noChangeArrowheads="1"/>
          </p:cNvSpPr>
          <p:nvPr/>
        </p:nvSpPr>
        <p:spPr bwMode="auto">
          <a:xfrm>
            <a:off x="6208713" y="1955800"/>
            <a:ext cx="2030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rgbClr val="4B649F"/>
                </a:solidFill>
                <a:sym typeface="Arial" panose="020B0604020202020204" pitchFamily="34" charset="0"/>
              </a:rPr>
              <a:t>这里添加标题</a:t>
            </a:r>
          </a:p>
        </p:txBody>
      </p:sp>
      <p:sp>
        <p:nvSpPr>
          <p:cNvPr id="39966" name="文本框 32">
            <a:extLst>
              <a:ext uri="{FF2B5EF4-FFF2-40B4-BE49-F238E27FC236}">
                <a16:creationId xmlns:a16="http://schemas.microsoft.com/office/drawing/2014/main" id="{FD1027CD-D057-408F-A7DD-F345CF86FCE4}"/>
              </a:ext>
            </a:extLst>
          </p:cNvPr>
          <p:cNvSpPr txBox="1">
            <a:spLocks noChangeArrowheads="1"/>
          </p:cNvSpPr>
          <p:nvPr/>
        </p:nvSpPr>
        <p:spPr bwMode="auto">
          <a:xfrm>
            <a:off x="8605838" y="1955800"/>
            <a:ext cx="2030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rgbClr val="4B649F"/>
                </a:solidFill>
                <a:sym typeface="Arial" panose="020B0604020202020204" pitchFamily="34" charset="0"/>
              </a:rPr>
              <a:t>这里添加标题</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D73BD8D-7B00-439F-94BF-D4DA8C494A87}"/>
              </a:ext>
            </a:extLst>
          </p:cNvPr>
          <p:cNvSpPr/>
          <p:nvPr/>
        </p:nvSpPr>
        <p:spPr>
          <a:xfrm>
            <a:off x="0" y="2540000"/>
            <a:ext cx="5619750" cy="19653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0963" name="文本框 2">
            <a:extLst>
              <a:ext uri="{FF2B5EF4-FFF2-40B4-BE49-F238E27FC236}">
                <a16:creationId xmlns:a16="http://schemas.microsoft.com/office/drawing/2014/main" id="{34144BC0-D50D-497C-990B-6AB98A0E87E1}"/>
              </a:ext>
            </a:extLst>
          </p:cNvPr>
          <p:cNvSpPr txBox="1">
            <a:spLocks noChangeArrowheads="1"/>
          </p:cNvSpPr>
          <p:nvPr/>
        </p:nvSpPr>
        <p:spPr bwMode="auto">
          <a:xfrm>
            <a:off x="5854700" y="2292350"/>
            <a:ext cx="5708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3600" b="1">
                <a:solidFill>
                  <a:srgbClr val="4B649F"/>
                </a:solidFill>
              </a:rPr>
              <a:t>添加论文内容第三部分标题</a:t>
            </a:r>
          </a:p>
        </p:txBody>
      </p:sp>
      <p:sp>
        <p:nvSpPr>
          <p:cNvPr id="40964" name="文本框 4">
            <a:extLst>
              <a:ext uri="{FF2B5EF4-FFF2-40B4-BE49-F238E27FC236}">
                <a16:creationId xmlns:a16="http://schemas.microsoft.com/office/drawing/2014/main" id="{9FA87010-A342-44BB-A0C4-41BDD057D435}"/>
              </a:ext>
            </a:extLst>
          </p:cNvPr>
          <p:cNvSpPr txBox="1">
            <a:spLocks noChangeArrowheads="1"/>
          </p:cNvSpPr>
          <p:nvPr/>
        </p:nvSpPr>
        <p:spPr bwMode="auto">
          <a:xfrm>
            <a:off x="5854700" y="3216275"/>
            <a:ext cx="570865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1800">
                <a:solidFill>
                  <a:srgbClr val="808080"/>
                </a:solidFill>
              </a:rPr>
              <a:t>培养学生综合运用、巩固与扩展所学的基础理论和专业知识，培养学生独立分析、解决实际问题能力、培养学生处理数据和信息的能力。</a:t>
            </a:r>
          </a:p>
        </p:txBody>
      </p:sp>
      <p:pic>
        <p:nvPicPr>
          <p:cNvPr id="40965" name="图片 9">
            <a:extLst>
              <a:ext uri="{FF2B5EF4-FFF2-40B4-BE49-F238E27FC236}">
                <a16:creationId xmlns:a16="http://schemas.microsoft.com/office/drawing/2014/main" id="{93D9BC30-6786-4AA6-A428-FB7944C772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图片 10">
            <a:extLst>
              <a:ext uri="{FF2B5EF4-FFF2-40B4-BE49-F238E27FC236}">
                <a16:creationId xmlns:a16="http://schemas.microsoft.com/office/drawing/2014/main" id="{4CAFE58C-24B4-4214-8A31-487BD6D643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7878763"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67" name="组合 11">
            <a:extLst>
              <a:ext uri="{FF2B5EF4-FFF2-40B4-BE49-F238E27FC236}">
                <a16:creationId xmlns:a16="http://schemas.microsoft.com/office/drawing/2014/main" id="{AB33DBD9-56B6-4B13-975A-C4B8F9DDB3F8}"/>
              </a:ext>
            </a:extLst>
          </p:cNvPr>
          <p:cNvGrpSpPr>
            <a:grpSpLocks/>
          </p:cNvGrpSpPr>
          <p:nvPr/>
        </p:nvGrpSpPr>
        <p:grpSpPr bwMode="auto">
          <a:xfrm>
            <a:off x="1511300" y="2216150"/>
            <a:ext cx="2597150" cy="2598738"/>
            <a:chOff x="5288161" y="2234042"/>
            <a:chExt cx="1607262" cy="1607262"/>
          </a:xfrm>
        </p:grpSpPr>
        <p:sp>
          <p:nvSpPr>
            <p:cNvPr id="13" name="椭圆 12">
              <a:extLst>
                <a:ext uri="{FF2B5EF4-FFF2-40B4-BE49-F238E27FC236}">
                  <a16:creationId xmlns:a16="http://schemas.microsoft.com/office/drawing/2014/main" id="{F03F46C9-404F-420E-88E1-096624F15E35}"/>
                </a:ext>
              </a:extLst>
            </p:cNvPr>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4" name="椭圆 13">
              <a:extLst>
                <a:ext uri="{FF2B5EF4-FFF2-40B4-BE49-F238E27FC236}">
                  <a16:creationId xmlns:a16="http://schemas.microsoft.com/office/drawing/2014/main" id="{799FE66D-5DEF-4F11-A4EC-9C62CC3C945C}"/>
                </a:ext>
              </a:extLst>
            </p:cNvPr>
            <p:cNvSpPr/>
            <p:nvPr/>
          </p:nvSpPr>
          <p:spPr>
            <a:xfrm>
              <a:off x="5397211" y="2335171"/>
              <a:ext cx="1389162" cy="1388313"/>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0970" name="KSO_Shape">
              <a:extLst>
                <a:ext uri="{FF2B5EF4-FFF2-40B4-BE49-F238E27FC236}">
                  <a16:creationId xmlns:a16="http://schemas.microsoft.com/office/drawing/2014/main" id="{3D8F5AB5-9457-43D4-A967-5E57E8980371}"/>
                </a:ext>
              </a:extLst>
            </p:cNvPr>
            <p:cNvSpPr>
              <a:spLocks noChangeArrowheads="1"/>
            </p:cNvSpPr>
            <p:nvPr/>
          </p:nvSpPr>
          <p:spPr bwMode="auto">
            <a:xfrm>
              <a:off x="5547153" y="2697761"/>
              <a:ext cx="1089278" cy="662788"/>
            </a:xfrm>
            <a:custGeom>
              <a:avLst/>
              <a:gdLst>
                <a:gd name="T0" fmla="*/ 2147483646 w 3931"/>
                <a:gd name="T1" fmla="*/ 2147483646 h 2392"/>
                <a:gd name="T2" fmla="*/ 2147483646 w 3931"/>
                <a:gd name="T3" fmla="*/ 2147483646 h 2392"/>
                <a:gd name="T4" fmla="*/ 2147483646 w 3931"/>
                <a:gd name="T5" fmla="*/ 2147483646 h 2392"/>
                <a:gd name="T6" fmla="*/ 2147483646 w 3931"/>
                <a:gd name="T7" fmla="*/ 2147483646 h 2392"/>
                <a:gd name="T8" fmla="*/ 2147483646 w 3931"/>
                <a:gd name="T9" fmla="*/ 2147483646 h 2392"/>
                <a:gd name="T10" fmla="*/ 2147483646 w 3931"/>
                <a:gd name="T11" fmla="*/ 2147483646 h 2392"/>
                <a:gd name="T12" fmla="*/ 2147483646 w 3931"/>
                <a:gd name="T13" fmla="*/ 2147483646 h 2392"/>
                <a:gd name="T14" fmla="*/ 2147483646 w 3931"/>
                <a:gd name="T15" fmla="*/ 2147483646 h 2392"/>
                <a:gd name="T16" fmla="*/ 2147483646 w 3931"/>
                <a:gd name="T17" fmla="*/ 2147483646 h 2392"/>
                <a:gd name="T18" fmla="*/ 2147483646 w 3931"/>
                <a:gd name="T19" fmla="*/ 2147483646 h 2392"/>
                <a:gd name="T20" fmla="*/ 2147483646 w 3931"/>
                <a:gd name="T21" fmla="*/ 2147483646 h 2392"/>
                <a:gd name="T22" fmla="*/ 2147483646 w 3931"/>
                <a:gd name="T23" fmla="*/ 2147483646 h 2392"/>
                <a:gd name="T24" fmla="*/ 2147483646 w 3931"/>
                <a:gd name="T25" fmla="*/ 2147483646 h 2392"/>
                <a:gd name="T26" fmla="*/ 0 w 3931"/>
                <a:gd name="T27" fmla="*/ 2147483646 h 2392"/>
                <a:gd name="T28" fmla="*/ 2147483646 w 3931"/>
                <a:gd name="T29" fmla="*/ 0 h 2392"/>
                <a:gd name="T30" fmla="*/ 2147483646 w 3931"/>
                <a:gd name="T31" fmla="*/ 2147483646 h 2392"/>
                <a:gd name="T32" fmla="*/ 2147483646 w 3931"/>
                <a:gd name="T33" fmla="*/ 2147483646 h 2392"/>
                <a:gd name="T34" fmla="*/ 2147483646 w 3931"/>
                <a:gd name="T35" fmla="*/ 2147483646 h 2392"/>
                <a:gd name="T36" fmla="*/ 2147483646 w 3931"/>
                <a:gd name="T37" fmla="*/ 2147483646 h 2392"/>
                <a:gd name="T38" fmla="*/ 2147483646 w 3931"/>
                <a:gd name="T39" fmla="*/ 2147483646 h 2392"/>
                <a:gd name="T40" fmla="*/ 2147483646 w 3931"/>
                <a:gd name="T41" fmla="*/ 2147483646 h 2392"/>
                <a:gd name="T42" fmla="*/ 2147483646 w 3931"/>
                <a:gd name="T43" fmla="*/ 2147483646 h 2392"/>
                <a:gd name="T44" fmla="*/ 2147483646 w 3931"/>
                <a:gd name="T45" fmla="*/ 2147483646 h 2392"/>
                <a:gd name="T46" fmla="*/ 2147483646 w 3931"/>
                <a:gd name="T47" fmla="*/ 2147483646 h 2392"/>
                <a:gd name="T48" fmla="*/ 2147483646 w 3931"/>
                <a:gd name="T49" fmla="*/ 2147483646 h 2392"/>
                <a:gd name="T50" fmla="*/ 2147483646 w 3931"/>
                <a:gd name="T51" fmla="*/ 2147483646 h 2392"/>
                <a:gd name="T52" fmla="*/ 2147483646 w 3931"/>
                <a:gd name="T53" fmla="*/ 2147483646 h 2392"/>
                <a:gd name="T54" fmla="*/ 2147483646 w 3931"/>
                <a:gd name="T55" fmla="*/ 2147483646 h 2392"/>
                <a:gd name="T56" fmla="*/ 2147483646 w 3931"/>
                <a:gd name="T57" fmla="*/ 2147483646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图片 1">
            <a:extLst>
              <a:ext uri="{FF2B5EF4-FFF2-40B4-BE49-F238E27FC236}">
                <a16:creationId xmlns:a16="http://schemas.microsoft.com/office/drawing/2014/main" id="{DAC94904-6E37-4E2B-8DB9-FB7022DBA7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文本框 2">
            <a:extLst>
              <a:ext uri="{FF2B5EF4-FFF2-40B4-BE49-F238E27FC236}">
                <a16:creationId xmlns:a16="http://schemas.microsoft.com/office/drawing/2014/main" id="{FA4C8F5F-2045-42ED-84E8-01D399DAD9F9}"/>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添加论文内容第三部分标题</a:t>
            </a:r>
          </a:p>
        </p:txBody>
      </p:sp>
      <p:cxnSp>
        <p:nvCxnSpPr>
          <p:cNvPr id="4" name="直接连接符 3">
            <a:extLst>
              <a:ext uri="{FF2B5EF4-FFF2-40B4-BE49-F238E27FC236}">
                <a16:creationId xmlns:a16="http://schemas.microsoft.com/office/drawing/2014/main" id="{D90C3EB6-7EC4-4E19-93E3-7F3059C128FD}"/>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C04E4C15-1AB9-420C-A3A2-1BDD39133791}"/>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41990" name="组合 5">
            <a:extLst>
              <a:ext uri="{FF2B5EF4-FFF2-40B4-BE49-F238E27FC236}">
                <a16:creationId xmlns:a16="http://schemas.microsoft.com/office/drawing/2014/main" id="{746A4311-5B02-4371-9CCA-E8C2AA88B27E}"/>
              </a:ext>
            </a:extLst>
          </p:cNvPr>
          <p:cNvGrpSpPr>
            <a:grpSpLocks/>
          </p:cNvGrpSpPr>
          <p:nvPr/>
        </p:nvGrpSpPr>
        <p:grpSpPr bwMode="auto">
          <a:xfrm>
            <a:off x="233363" y="125413"/>
            <a:ext cx="635000" cy="635000"/>
            <a:chOff x="5288161" y="2234042"/>
            <a:chExt cx="1607262" cy="1607262"/>
          </a:xfrm>
        </p:grpSpPr>
        <p:sp>
          <p:nvSpPr>
            <p:cNvPr id="7" name="椭圆 6">
              <a:extLst>
                <a:ext uri="{FF2B5EF4-FFF2-40B4-BE49-F238E27FC236}">
                  <a16:creationId xmlns:a16="http://schemas.microsoft.com/office/drawing/2014/main" id="{10C0F382-EF28-4F0F-96F7-E252A9D51FBA}"/>
                </a:ext>
              </a:extLst>
            </p:cNvPr>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53DC7477-727C-4AFD-83A3-84ED9A61EAAC}"/>
                </a:ext>
              </a:extLst>
            </p:cNvPr>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2016" name="KSO_Shape">
              <a:extLst>
                <a:ext uri="{FF2B5EF4-FFF2-40B4-BE49-F238E27FC236}">
                  <a16:creationId xmlns:a16="http://schemas.microsoft.com/office/drawing/2014/main" id="{A22BBA1F-6517-40E2-BBA4-8A6D9907ED00}"/>
                </a:ext>
              </a:extLst>
            </p:cNvPr>
            <p:cNvSpPr>
              <a:spLocks noChangeArrowheads="1"/>
            </p:cNvSpPr>
            <p:nvPr/>
          </p:nvSpPr>
          <p:spPr bwMode="auto">
            <a:xfrm>
              <a:off x="5547153" y="2697761"/>
              <a:ext cx="1089278" cy="662788"/>
            </a:xfrm>
            <a:custGeom>
              <a:avLst/>
              <a:gdLst>
                <a:gd name="T0" fmla="*/ 2147483646 w 3931"/>
                <a:gd name="T1" fmla="*/ 2147483646 h 2392"/>
                <a:gd name="T2" fmla="*/ 2147483646 w 3931"/>
                <a:gd name="T3" fmla="*/ 2147483646 h 2392"/>
                <a:gd name="T4" fmla="*/ 2147483646 w 3931"/>
                <a:gd name="T5" fmla="*/ 2147483646 h 2392"/>
                <a:gd name="T6" fmla="*/ 2147483646 w 3931"/>
                <a:gd name="T7" fmla="*/ 2147483646 h 2392"/>
                <a:gd name="T8" fmla="*/ 2147483646 w 3931"/>
                <a:gd name="T9" fmla="*/ 2147483646 h 2392"/>
                <a:gd name="T10" fmla="*/ 2147483646 w 3931"/>
                <a:gd name="T11" fmla="*/ 2147483646 h 2392"/>
                <a:gd name="T12" fmla="*/ 2147483646 w 3931"/>
                <a:gd name="T13" fmla="*/ 2147483646 h 2392"/>
                <a:gd name="T14" fmla="*/ 2147483646 w 3931"/>
                <a:gd name="T15" fmla="*/ 2147483646 h 2392"/>
                <a:gd name="T16" fmla="*/ 2147483646 w 3931"/>
                <a:gd name="T17" fmla="*/ 2147483646 h 2392"/>
                <a:gd name="T18" fmla="*/ 2147483646 w 3931"/>
                <a:gd name="T19" fmla="*/ 2147483646 h 2392"/>
                <a:gd name="T20" fmla="*/ 2147483646 w 3931"/>
                <a:gd name="T21" fmla="*/ 2147483646 h 2392"/>
                <a:gd name="T22" fmla="*/ 2147483646 w 3931"/>
                <a:gd name="T23" fmla="*/ 2147483646 h 2392"/>
                <a:gd name="T24" fmla="*/ 2147483646 w 3931"/>
                <a:gd name="T25" fmla="*/ 2147483646 h 2392"/>
                <a:gd name="T26" fmla="*/ 0 w 3931"/>
                <a:gd name="T27" fmla="*/ 2147483646 h 2392"/>
                <a:gd name="T28" fmla="*/ 2147483646 w 3931"/>
                <a:gd name="T29" fmla="*/ 0 h 2392"/>
                <a:gd name="T30" fmla="*/ 2147483646 w 3931"/>
                <a:gd name="T31" fmla="*/ 2147483646 h 2392"/>
                <a:gd name="T32" fmla="*/ 2147483646 w 3931"/>
                <a:gd name="T33" fmla="*/ 2147483646 h 2392"/>
                <a:gd name="T34" fmla="*/ 2147483646 w 3931"/>
                <a:gd name="T35" fmla="*/ 2147483646 h 2392"/>
                <a:gd name="T36" fmla="*/ 2147483646 w 3931"/>
                <a:gd name="T37" fmla="*/ 2147483646 h 2392"/>
                <a:gd name="T38" fmla="*/ 2147483646 w 3931"/>
                <a:gd name="T39" fmla="*/ 2147483646 h 2392"/>
                <a:gd name="T40" fmla="*/ 2147483646 w 3931"/>
                <a:gd name="T41" fmla="*/ 2147483646 h 2392"/>
                <a:gd name="T42" fmla="*/ 2147483646 w 3931"/>
                <a:gd name="T43" fmla="*/ 2147483646 h 2392"/>
                <a:gd name="T44" fmla="*/ 2147483646 w 3931"/>
                <a:gd name="T45" fmla="*/ 2147483646 h 2392"/>
                <a:gd name="T46" fmla="*/ 2147483646 w 3931"/>
                <a:gd name="T47" fmla="*/ 2147483646 h 2392"/>
                <a:gd name="T48" fmla="*/ 2147483646 w 3931"/>
                <a:gd name="T49" fmla="*/ 2147483646 h 2392"/>
                <a:gd name="T50" fmla="*/ 2147483646 w 3931"/>
                <a:gd name="T51" fmla="*/ 2147483646 h 2392"/>
                <a:gd name="T52" fmla="*/ 2147483646 w 3931"/>
                <a:gd name="T53" fmla="*/ 2147483646 h 2392"/>
                <a:gd name="T54" fmla="*/ 2147483646 w 3931"/>
                <a:gd name="T55" fmla="*/ 2147483646 h 2392"/>
                <a:gd name="T56" fmla="*/ 2147483646 w 3931"/>
                <a:gd name="T57" fmla="*/ 2147483646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
        <p:nvSpPr>
          <p:cNvPr id="10" name="任意多边形 9">
            <a:extLst>
              <a:ext uri="{FF2B5EF4-FFF2-40B4-BE49-F238E27FC236}">
                <a16:creationId xmlns:a16="http://schemas.microsoft.com/office/drawing/2014/main" id="{9C0581DF-0FD2-447E-9BBC-A583D79C9A16}"/>
              </a:ext>
            </a:extLst>
          </p:cNvPr>
          <p:cNvSpPr/>
          <p:nvPr/>
        </p:nvSpPr>
        <p:spPr>
          <a:xfrm>
            <a:off x="1168400" y="3292475"/>
            <a:ext cx="2836863" cy="935038"/>
          </a:xfrm>
          <a:custGeom>
            <a:avLst/>
            <a:gdLst>
              <a:gd name="connsiteX0" fmla="*/ 0 w 2837889"/>
              <a:gd name="connsiteY0" fmla="*/ 0 h 935213"/>
              <a:gd name="connsiteX1" fmla="*/ 2837889 w 2837889"/>
              <a:gd name="connsiteY1" fmla="*/ 0 h 935213"/>
              <a:gd name="connsiteX2" fmla="*/ 2837889 w 2837889"/>
              <a:gd name="connsiteY2" fmla="*/ 935213 h 935213"/>
              <a:gd name="connsiteX3" fmla="*/ 0 w 2837889"/>
              <a:gd name="connsiteY3" fmla="*/ 935213 h 935213"/>
              <a:gd name="connsiteX4" fmla="*/ 0 w 2837889"/>
              <a:gd name="connsiteY4" fmla="*/ 0 h 935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7889" h="935213">
                <a:moveTo>
                  <a:pt x="0" y="0"/>
                </a:moveTo>
                <a:lnTo>
                  <a:pt x="2837889" y="0"/>
                </a:lnTo>
                <a:lnTo>
                  <a:pt x="2837889" y="935213"/>
                </a:lnTo>
                <a:lnTo>
                  <a:pt x="0" y="935213"/>
                </a:lnTo>
                <a:lnTo>
                  <a:pt x="0" y="0"/>
                </a:lnTo>
                <a:close/>
              </a:path>
            </a:pathLst>
          </a:custGeom>
          <a:ln>
            <a:noFill/>
          </a:ln>
        </p:spPr>
        <p:style>
          <a:lnRef idx="0">
            <a:scrgbClr r="0" g="0" b="0"/>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25400" tIns="25400" rIns="25400" bIns="25400" spcCol="1270" anchor="ctr"/>
          <a:lstStyle/>
          <a:p>
            <a:pPr algn="ctr" defTabSz="889000" eaLnBrk="1" fontAlgn="auto" hangingPunct="1">
              <a:lnSpc>
                <a:spcPct val="90000"/>
              </a:lnSpc>
              <a:spcAft>
                <a:spcPct val="35000"/>
              </a:spcAft>
              <a:defRPr/>
            </a:pPr>
            <a:r>
              <a:rPr lang="zh-CN" altLang="en-US" sz="2000" b="1" noProof="1">
                <a:solidFill>
                  <a:schemeClr val="bg1">
                    <a:lumMod val="65000"/>
                  </a:schemeClr>
                </a:solidFill>
                <a:cs typeface="+mn-ea"/>
                <a:sym typeface="+mn-lt"/>
              </a:rPr>
              <a:t>这里添加文字</a:t>
            </a:r>
            <a:endParaRPr lang="en-US" sz="2000" b="1" noProof="1">
              <a:solidFill>
                <a:schemeClr val="bg1">
                  <a:lumMod val="65000"/>
                </a:schemeClr>
              </a:solidFill>
              <a:cs typeface="+mn-ea"/>
              <a:sym typeface="+mn-lt"/>
            </a:endParaRPr>
          </a:p>
        </p:txBody>
      </p:sp>
      <p:sp>
        <p:nvSpPr>
          <p:cNvPr id="11" name="椭圆 10">
            <a:extLst>
              <a:ext uri="{FF2B5EF4-FFF2-40B4-BE49-F238E27FC236}">
                <a16:creationId xmlns:a16="http://schemas.microsoft.com/office/drawing/2014/main" id="{A532ABC5-7C9F-418B-891B-2BBA5C29ED23}"/>
              </a:ext>
            </a:extLst>
          </p:cNvPr>
          <p:cNvSpPr/>
          <p:nvPr/>
        </p:nvSpPr>
        <p:spPr>
          <a:xfrm>
            <a:off x="1165225" y="3008313"/>
            <a:ext cx="225425" cy="225425"/>
          </a:xfrm>
          <a:prstGeom prst="ellipse">
            <a:avLst/>
          </a:prstGeom>
          <a:solidFill>
            <a:srgbClr val="4B649F"/>
          </a:solidFill>
          <a:ln>
            <a:noFill/>
          </a:ln>
        </p:spPr>
        <p:style>
          <a:lnRef idx="2">
            <a:scrgbClr r="0" g="0" b="0"/>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2" name="椭圆 11">
            <a:extLst>
              <a:ext uri="{FF2B5EF4-FFF2-40B4-BE49-F238E27FC236}">
                <a16:creationId xmlns:a16="http://schemas.microsoft.com/office/drawing/2014/main" id="{0DBF39C7-59EF-45FC-AD15-3F9660DE6BFC}"/>
              </a:ext>
            </a:extLst>
          </p:cNvPr>
          <p:cNvSpPr/>
          <p:nvPr/>
        </p:nvSpPr>
        <p:spPr>
          <a:xfrm>
            <a:off x="1322388" y="2692400"/>
            <a:ext cx="225425" cy="225425"/>
          </a:xfrm>
          <a:prstGeom prst="ellipse">
            <a:avLst/>
          </a:prstGeom>
          <a:solidFill>
            <a:srgbClr val="4B649F"/>
          </a:solidFill>
          <a:ln>
            <a:noFill/>
          </a:ln>
        </p:spPr>
        <p:style>
          <a:lnRef idx="2">
            <a:scrgbClr r="0" g="0" b="0"/>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3" name="椭圆 12">
            <a:extLst>
              <a:ext uri="{FF2B5EF4-FFF2-40B4-BE49-F238E27FC236}">
                <a16:creationId xmlns:a16="http://schemas.microsoft.com/office/drawing/2014/main" id="{053D4D9C-F7B3-4DA1-A3E6-F298895F1C21}"/>
              </a:ext>
            </a:extLst>
          </p:cNvPr>
          <p:cNvSpPr/>
          <p:nvPr/>
        </p:nvSpPr>
        <p:spPr>
          <a:xfrm>
            <a:off x="1701800" y="2755900"/>
            <a:ext cx="355600" cy="354013"/>
          </a:xfrm>
          <a:prstGeom prst="ellipse">
            <a:avLst/>
          </a:prstGeom>
          <a:solidFill>
            <a:srgbClr val="4B649F"/>
          </a:solidFill>
          <a:ln>
            <a:noFill/>
          </a:ln>
        </p:spPr>
        <p:style>
          <a:lnRef idx="2">
            <a:scrgbClr r="0" g="0" b="0"/>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4" name="椭圆 13">
            <a:extLst>
              <a:ext uri="{FF2B5EF4-FFF2-40B4-BE49-F238E27FC236}">
                <a16:creationId xmlns:a16="http://schemas.microsoft.com/office/drawing/2014/main" id="{830E0BA7-EDF7-4CDF-ABA2-C737A2930CEA}"/>
              </a:ext>
            </a:extLst>
          </p:cNvPr>
          <p:cNvSpPr/>
          <p:nvPr/>
        </p:nvSpPr>
        <p:spPr>
          <a:xfrm>
            <a:off x="2017713" y="2408238"/>
            <a:ext cx="225425" cy="225425"/>
          </a:xfrm>
          <a:prstGeom prst="ellipse">
            <a:avLst/>
          </a:prstGeom>
          <a:solidFill>
            <a:srgbClr val="4B649F"/>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5" name="椭圆 14">
            <a:extLst>
              <a:ext uri="{FF2B5EF4-FFF2-40B4-BE49-F238E27FC236}">
                <a16:creationId xmlns:a16="http://schemas.microsoft.com/office/drawing/2014/main" id="{8C2AC030-6B86-40AF-A220-3ABFDC1697E3}"/>
              </a:ext>
            </a:extLst>
          </p:cNvPr>
          <p:cNvSpPr/>
          <p:nvPr/>
        </p:nvSpPr>
        <p:spPr>
          <a:xfrm>
            <a:off x="2428875" y="2281238"/>
            <a:ext cx="225425" cy="225425"/>
          </a:xfrm>
          <a:prstGeom prst="ellipse">
            <a:avLst/>
          </a:prstGeom>
          <a:solidFill>
            <a:srgbClr val="4B649F"/>
          </a:solidFill>
          <a:ln>
            <a:noFill/>
          </a:ln>
        </p:spPr>
        <p:style>
          <a:lnRef idx="2">
            <a:scrgbClr r="0" g="0" b="0"/>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6" name="椭圆 15">
            <a:extLst>
              <a:ext uri="{FF2B5EF4-FFF2-40B4-BE49-F238E27FC236}">
                <a16:creationId xmlns:a16="http://schemas.microsoft.com/office/drawing/2014/main" id="{5014108F-F618-4C49-AB6E-9B14F122D625}"/>
              </a:ext>
            </a:extLst>
          </p:cNvPr>
          <p:cNvSpPr/>
          <p:nvPr/>
        </p:nvSpPr>
        <p:spPr>
          <a:xfrm>
            <a:off x="2935288" y="2503488"/>
            <a:ext cx="225425" cy="225425"/>
          </a:xfrm>
          <a:prstGeom prst="ellipse">
            <a:avLst/>
          </a:prstGeom>
          <a:solidFill>
            <a:srgbClr val="4B649F"/>
          </a:solidFill>
          <a:ln>
            <a:noFill/>
          </a:ln>
        </p:spPr>
        <p:style>
          <a:lnRef idx="2">
            <a:scrgbClr r="0" g="0" b="0"/>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7" name="椭圆 16">
            <a:extLst>
              <a:ext uri="{FF2B5EF4-FFF2-40B4-BE49-F238E27FC236}">
                <a16:creationId xmlns:a16="http://schemas.microsoft.com/office/drawing/2014/main" id="{07A4BDEF-CBD5-4839-B988-C7B97E221B77}"/>
              </a:ext>
            </a:extLst>
          </p:cNvPr>
          <p:cNvSpPr/>
          <p:nvPr/>
        </p:nvSpPr>
        <p:spPr>
          <a:xfrm>
            <a:off x="3251200" y="2660650"/>
            <a:ext cx="354013" cy="355600"/>
          </a:xfrm>
          <a:prstGeom prst="ellipse">
            <a:avLst/>
          </a:prstGeom>
          <a:solidFill>
            <a:srgbClr val="4B649F"/>
          </a:solidFill>
          <a:ln>
            <a:noFill/>
          </a:ln>
        </p:spPr>
        <p:style>
          <a:lnRef idx="2">
            <a:scrgbClr r="0" g="0" b="0"/>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8" name="椭圆 17">
            <a:extLst>
              <a:ext uri="{FF2B5EF4-FFF2-40B4-BE49-F238E27FC236}">
                <a16:creationId xmlns:a16="http://schemas.microsoft.com/office/drawing/2014/main" id="{1D0E50F7-27C3-43B0-83D9-37D04EE9E972}"/>
              </a:ext>
            </a:extLst>
          </p:cNvPr>
          <p:cNvSpPr/>
          <p:nvPr/>
        </p:nvSpPr>
        <p:spPr>
          <a:xfrm>
            <a:off x="3692525" y="3008313"/>
            <a:ext cx="227013" cy="225425"/>
          </a:xfrm>
          <a:prstGeom prst="ellipse">
            <a:avLst/>
          </a:prstGeom>
          <a:solidFill>
            <a:srgbClr val="4B649F"/>
          </a:solidFill>
          <a:ln>
            <a:noFill/>
          </a:ln>
        </p:spPr>
        <p:style>
          <a:lnRef idx="2">
            <a:scrgbClr r="0" g="0" b="0"/>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9" name="椭圆 18">
            <a:extLst>
              <a:ext uri="{FF2B5EF4-FFF2-40B4-BE49-F238E27FC236}">
                <a16:creationId xmlns:a16="http://schemas.microsoft.com/office/drawing/2014/main" id="{A7A4B7A5-02A0-4B72-9526-433AA21DDBBD}"/>
              </a:ext>
            </a:extLst>
          </p:cNvPr>
          <p:cNvSpPr/>
          <p:nvPr/>
        </p:nvSpPr>
        <p:spPr>
          <a:xfrm>
            <a:off x="3883025" y="3355975"/>
            <a:ext cx="225425" cy="225425"/>
          </a:xfrm>
          <a:prstGeom prst="ellipse">
            <a:avLst/>
          </a:prstGeom>
          <a:solidFill>
            <a:srgbClr val="4B649F"/>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20" name="椭圆 19">
            <a:extLst>
              <a:ext uri="{FF2B5EF4-FFF2-40B4-BE49-F238E27FC236}">
                <a16:creationId xmlns:a16="http://schemas.microsoft.com/office/drawing/2014/main" id="{223A0B71-EB2A-47CE-B05A-3918099C1D0F}"/>
              </a:ext>
            </a:extLst>
          </p:cNvPr>
          <p:cNvSpPr/>
          <p:nvPr/>
        </p:nvSpPr>
        <p:spPr>
          <a:xfrm>
            <a:off x="2239963" y="2692400"/>
            <a:ext cx="579437" cy="581025"/>
          </a:xfrm>
          <a:prstGeom prst="ellipse">
            <a:avLst/>
          </a:prstGeom>
          <a:solidFill>
            <a:srgbClr val="4B649F"/>
          </a:solidFill>
          <a:ln>
            <a:noFill/>
          </a:ln>
        </p:spPr>
        <p:style>
          <a:lnRef idx="2">
            <a:scrgbClr r="0" g="0" b="0"/>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21" name="椭圆 20">
            <a:extLst>
              <a:ext uri="{FF2B5EF4-FFF2-40B4-BE49-F238E27FC236}">
                <a16:creationId xmlns:a16="http://schemas.microsoft.com/office/drawing/2014/main" id="{B0B38078-7A6A-4104-897C-098134AB66A0}"/>
              </a:ext>
            </a:extLst>
          </p:cNvPr>
          <p:cNvSpPr/>
          <p:nvPr/>
        </p:nvSpPr>
        <p:spPr>
          <a:xfrm>
            <a:off x="1006475" y="3894138"/>
            <a:ext cx="225425" cy="225425"/>
          </a:xfrm>
          <a:prstGeom prst="ellipse">
            <a:avLst/>
          </a:prstGeom>
          <a:solidFill>
            <a:srgbClr val="4B649F"/>
          </a:solidFill>
          <a:ln>
            <a:noFill/>
          </a:ln>
        </p:spPr>
        <p:style>
          <a:lnRef idx="2">
            <a:scrgbClr r="0" g="0" b="0"/>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2" name="椭圆 21">
            <a:extLst>
              <a:ext uri="{FF2B5EF4-FFF2-40B4-BE49-F238E27FC236}">
                <a16:creationId xmlns:a16="http://schemas.microsoft.com/office/drawing/2014/main" id="{6E8294B8-DDDC-4338-9B47-D32BCEFAEB4D}"/>
              </a:ext>
            </a:extLst>
          </p:cNvPr>
          <p:cNvSpPr/>
          <p:nvPr/>
        </p:nvSpPr>
        <p:spPr>
          <a:xfrm>
            <a:off x="1196975" y="4178300"/>
            <a:ext cx="354013" cy="354013"/>
          </a:xfrm>
          <a:prstGeom prst="ellipse">
            <a:avLst/>
          </a:prstGeom>
          <a:solidFill>
            <a:srgbClr val="4B649F"/>
          </a:solidFill>
          <a:ln>
            <a:noFill/>
          </a:ln>
        </p:spPr>
        <p:style>
          <a:lnRef idx="2">
            <a:scrgbClr r="0" g="0" b="0"/>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23" name="椭圆 22">
            <a:extLst>
              <a:ext uri="{FF2B5EF4-FFF2-40B4-BE49-F238E27FC236}">
                <a16:creationId xmlns:a16="http://schemas.microsoft.com/office/drawing/2014/main" id="{4EED400F-3A7C-4B98-A7C6-7394CA2FD23B}"/>
              </a:ext>
            </a:extLst>
          </p:cNvPr>
          <p:cNvSpPr/>
          <p:nvPr/>
        </p:nvSpPr>
        <p:spPr>
          <a:xfrm>
            <a:off x="1670050" y="4430713"/>
            <a:ext cx="515938" cy="515937"/>
          </a:xfrm>
          <a:prstGeom prst="ellipse">
            <a:avLst/>
          </a:prstGeom>
          <a:solidFill>
            <a:srgbClr val="4B649F"/>
          </a:solidFill>
          <a:ln>
            <a:noFill/>
          </a:ln>
        </p:spPr>
        <p:style>
          <a:lnRef idx="2">
            <a:scrgbClr r="0" g="0" b="0"/>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24" name="椭圆 23">
            <a:extLst>
              <a:ext uri="{FF2B5EF4-FFF2-40B4-BE49-F238E27FC236}">
                <a16:creationId xmlns:a16="http://schemas.microsoft.com/office/drawing/2014/main" id="{CE4D97FC-7FE1-478B-BE27-8C5F29CF5E6E}"/>
              </a:ext>
            </a:extLst>
          </p:cNvPr>
          <p:cNvSpPr/>
          <p:nvPr/>
        </p:nvSpPr>
        <p:spPr>
          <a:xfrm>
            <a:off x="2333625" y="4841875"/>
            <a:ext cx="227013" cy="225425"/>
          </a:xfrm>
          <a:prstGeom prst="ellipse">
            <a:avLst/>
          </a:prstGeom>
          <a:solidFill>
            <a:srgbClr val="4B649F"/>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25" name="椭圆 24">
            <a:extLst>
              <a:ext uri="{FF2B5EF4-FFF2-40B4-BE49-F238E27FC236}">
                <a16:creationId xmlns:a16="http://schemas.microsoft.com/office/drawing/2014/main" id="{33158E4A-376C-453C-838C-BA9FF809683D}"/>
              </a:ext>
            </a:extLst>
          </p:cNvPr>
          <p:cNvSpPr/>
          <p:nvPr/>
        </p:nvSpPr>
        <p:spPr>
          <a:xfrm>
            <a:off x="2460625" y="4430713"/>
            <a:ext cx="354013" cy="354012"/>
          </a:xfrm>
          <a:prstGeom prst="ellipse">
            <a:avLst/>
          </a:prstGeom>
          <a:solidFill>
            <a:srgbClr val="4B649F"/>
          </a:solidFill>
          <a:ln>
            <a:noFill/>
          </a:ln>
        </p:spPr>
        <p:style>
          <a:lnRef idx="2">
            <a:scrgbClr r="0" g="0" b="0"/>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26" name="椭圆 25">
            <a:extLst>
              <a:ext uri="{FF2B5EF4-FFF2-40B4-BE49-F238E27FC236}">
                <a16:creationId xmlns:a16="http://schemas.microsoft.com/office/drawing/2014/main" id="{444429EF-00A4-4557-941A-B24D974B4232}"/>
              </a:ext>
            </a:extLst>
          </p:cNvPr>
          <p:cNvSpPr/>
          <p:nvPr/>
        </p:nvSpPr>
        <p:spPr>
          <a:xfrm>
            <a:off x="2776538" y="4873625"/>
            <a:ext cx="225425" cy="225425"/>
          </a:xfrm>
          <a:prstGeom prst="ellipse">
            <a:avLst/>
          </a:prstGeom>
          <a:solidFill>
            <a:srgbClr val="4B649F"/>
          </a:solidFill>
          <a:ln>
            <a:noFill/>
          </a:ln>
        </p:spPr>
        <p:style>
          <a:lnRef idx="2">
            <a:scrgbClr r="0" g="0" b="0"/>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7" name="椭圆 26">
            <a:extLst>
              <a:ext uri="{FF2B5EF4-FFF2-40B4-BE49-F238E27FC236}">
                <a16:creationId xmlns:a16="http://schemas.microsoft.com/office/drawing/2014/main" id="{EB733E25-E1B7-4AFF-9E15-0D341063E751}"/>
              </a:ext>
            </a:extLst>
          </p:cNvPr>
          <p:cNvSpPr/>
          <p:nvPr/>
        </p:nvSpPr>
        <p:spPr>
          <a:xfrm>
            <a:off x="3060700" y="4367213"/>
            <a:ext cx="515938" cy="515937"/>
          </a:xfrm>
          <a:prstGeom prst="ellipse">
            <a:avLst/>
          </a:prstGeom>
          <a:solidFill>
            <a:srgbClr val="4B649F"/>
          </a:solidFill>
          <a:ln>
            <a:noFill/>
          </a:ln>
        </p:spPr>
        <p:style>
          <a:lnRef idx="2">
            <a:scrgbClr r="0" g="0" b="0"/>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28" name="椭圆 27">
            <a:extLst>
              <a:ext uri="{FF2B5EF4-FFF2-40B4-BE49-F238E27FC236}">
                <a16:creationId xmlns:a16="http://schemas.microsoft.com/office/drawing/2014/main" id="{7BC8F3E4-36F6-4580-8B0A-8D9FDF738082}"/>
              </a:ext>
            </a:extLst>
          </p:cNvPr>
          <p:cNvSpPr/>
          <p:nvPr/>
        </p:nvSpPr>
        <p:spPr>
          <a:xfrm>
            <a:off x="3756025" y="4241800"/>
            <a:ext cx="355600" cy="354013"/>
          </a:xfrm>
          <a:prstGeom prst="ellipse">
            <a:avLst/>
          </a:prstGeom>
          <a:solidFill>
            <a:srgbClr val="4B649F"/>
          </a:solidFill>
          <a:ln>
            <a:noFill/>
          </a:ln>
        </p:spPr>
        <p:style>
          <a:lnRef idx="2">
            <a:scrgbClr r="0" g="0" b="0"/>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29" name="燕尾形 28">
            <a:extLst>
              <a:ext uri="{FF2B5EF4-FFF2-40B4-BE49-F238E27FC236}">
                <a16:creationId xmlns:a16="http://schemas.microsoft.com/office/drawing/2014/main" id="{50D18EA6-54C6-47D6-97CF-6958A78249AB}"/>
              </a:ext>
            </a:extLst>
          </p:cNvPr>
          <p:cNvSpPr/>
          <p:nvPr/>
        </p:nvSpPr>
        <p:spPr>
          <a:xfrm>
            <a:off x="4111625" y="2755900"/>
            <a:ext cx="1041400" cy="1987550"/>
          </a:xfrm>
          <a:prstGeom prst="chevron">
            <a:avLst>
              <a:gd name="adj" fmla="val 62310"/>
            </a:avLst>
          </a:prstGeom>
          <a:solidFill>
            <a:srgbClr val="4B649F"/>
          </a:solidFill>
          <a:ln>
            <a:noFill/>
          </a:ln>
        </p:spPr>
        <p:style>
          <a:lnRef idx="0">
            <a:scrgbClr r="0" g="0" b="0"/>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30" name="任意多边形 29">
            <a:extLst>
              <a:ext uri="{FF2B5EF4-FFF2-40B4-BE49-F238E27FC236}">
                <a16:creationId xmlns:a16="http://schemas.microsoft.com/office/drawing/2014/main" id="{676B07A4-9407-4C29-8A08-F9CB44378272}"/>
              </a:ext>
            </a:extLst>
          </p:cNvPr>
          <p:cNvSpPr/>
          <p:nvPr/>
        </p:nvSpPr>
        <p:spPr>
          <a:xfrm>
            <a:off x="5153025" y="2755900"/>
            <a:ext cx="2841625" cy="1989138"/>
          </a:xfrm>
          <a:custGeom>
            <a:avLst/>
            <a:gdLst>
              <a:gd name="connsiteX0" fmla="*/ 0 w 2841299"/>
              <a:gd name="connsiteY0" fmla="*/ 0 h 1988909"/>
              <a:gd name="connsiteX1" fmla="*/ 2841299 w 2841299"/>
              <a:gd name="connsiteY1" fmla="*/ 0 h 1988909"/>
              <a:gd name="connsiteX2" fmla="*/ 2841299 w 2841299"/>
              <a:gd name="connsiteY2" fmla="*/ 1988909 h 1988909"/>
              <a:gd name="connsiteX3" fmla="*/ 0 w 2841299"/>
              <a:gd name="connsiteY3" fmla="*/ 1988909 h 1988909"/>
              <a:gd name="connsiteX4" fmla="*/ 0 w 2841299"/>
              <a:gd name="connsiteY4" fmla="*/ 0 h 1988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1299" h="1988909">
                <a:moveTo>
                  <a:pt x="0" y="0"/>
                </a:moveTo>
                <a:lnTo>
                  <a:pt x="2841299" y="0"/>
                </a:lnTo>
                <a:lnTo>
                  <a:pt x="2841299" y="1988909"/>
                </a:lnTo>
                <a:lnTo>
                  <a:pt x="0" y="1988909"/>
                </a:lnTo>
                <a:lnTo>
                  <a:pt x="0" y="0"/>
                </a:lnTo>
                <a:close/>
              </a:path>
            </a:pathLst>
          </a:custGeom>
          <a:ln>
            <a:noFill/>
          </a:ln>
        </p:spPr>
        <p:style>
          <a:lnRef idx="0">
            <a:scrgbClr r="0" g="0" b="0"/>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25400" tIns="25400" rIns="25400" bIns="25400" spcCol="1270" anchor="ctr"/>
          <a:lstStyle/>
          <a:p>
            <a:pPr algn="ctr" defTabSz="889000" eaLnBrk="1" fontAlgn="auto" hangingPunct="1">
              <a:lnSpc>
                <a:spcPct val="90000"/>
              </a:lnSpc>
              <a:spcAft>
                <a:spcPct val="35000"/>
              </a:spcAft>
              <a:defRPr/>
            </a:pPr>
            <a:r>
              <a:rPr lang="zh-CN" altLang="en-US" sz="2000" b="1" noProof="1">
                <a:solidFill>
                  <a:schemeClr val="bg1">
                    <a:lumMod val="65000"/>
                  </a:schemeClr>
                </a:solidFill>
                <a:cs typeface="+mn-ea"/>
                <a:sym typeface="+mn-lt"/>
              </a:rPr>
              <a:t>这里添加文字</a:t>
            </a:r>
            <a:endParaRPr lang="en-US" sz="2000" b="1" noProof="1">
              <a:solidFill>
                <a:schemeClr val="bg1">
                  <a:lumMod val="65000"/>
                </a:schemeClr>
              </a:solidFill>
              <a:cs typeface="+mn-ea"/>
              <a:sym typeface="+mn-lt"/>
            </a:endParaRPr>
          </a:p>
        </p:txBody>
      </p:sp>
      <p:sp>
        <p:nvSpPr>
          <p:cNvPr id="31" name="燕尾形 30">
            <a:extLst>
              <a:ext uri="{FF2B5EF4-FFF2-40B4-BE49-F238E27FC236}">
                <a16:creationId xmlns:a16="http://schemas.microsoft.com/office/drawing/2014/main" id="{406ECB4F-9980-4DA9-B025-EE82BF2480DC}"/>
              </a:ext>
            </a:extLst>
          </p:cNvPr>
          <p:cNvSpPr/>
          <p:nvPr/>
        </p:nvSpPr>
        <p:spPr>
          <a:xfrm>
            <a:off x="7994650" y="2755900"/>
            <a:ext cx="1041400" cy="1987550"/>
          </a:xfrm>
          <a:prstGeom prst="chevron">
            <a:avLst>
              <a:gd name="adj" fmla="val 62310"/>
            </a:avLst>
          </a:prstGeom>
          <a:solidFill>
            <a:srgbClr val="4B649F"/>
          </a:solidFill>
          <a:ln>
            <a:noFill/>
          </a:ln>
        </p:spPr>
        <p:style>
          <a:lnRef idx="0">
            <a:scrgbClr r="0" g="0" b="0"/>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2" name="任意多边形 31">
            <a:extLst>
              <a:ext uri="{FF2B5EF4-FFF2-40B4-BE49-F238E27FC236}">
                <a16:creationId xmlns:a16="http://schemas.microsoft.com/office/drawing/2014/main" id="{16F4107A-55BB-4315-8175-16809EE4FE6D}"/>
              </a:ext>
            </a:extLst>
          </p:cNvPr>
          <p:cNvSpPr/>
          <p:nvPr/>
        </p:nvSpPr>
        <p:spPr>
          <a:xfrm>
            <a:off x="9150350" y="2590800"/>
            <a:ext cx="2414588" cy="2414588"/>
          </a:xfrm>
          <a:custGeom>
            <a:avLst/>
            <a:gdLst>
              <a:gd name="connsiteX0" fmla="*/ 0 w 2415104"/>
              <a:gd name="connsiteY0" fmla="*/ 1207552 h 2415104"/>
              <a:gd name="connsiteX1" fmla="*/ 1207552 w 2415104"/>
              <a:gd name="connsiteY1" fmla="*/ 0 h 2415104"/>
              <a:gd name="connsiteX2" fmla="*/ 2415104 w 2415104"/>
              <a:gd name="connsiteY2" fmla="*/ 1207552 h 2415104"/>
              <a:gd name="connsiteX3" fmla="*/ 1207552 w 2415104"/>
              <a:gd name="connsiteY3" fmla="*/ 2415104 h 2415104"/>
              <a:gd name="connsiteX4" fmla="*/ 0 w 2415104"/>
              <a:gd name="connsiteY4" fmla="*/ 1207552 h 2415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104" h="2415104">
                <a:moveTo>
                  <a:pt x="0" y="1207552"/>
                </a:moveTo>
                <a:cubicBezTo>
                  <a:pt x="0" y="540639"/>
                  <a:pt x="540639" y="0"/>
                  <a:pt x="1207552" y="0"/>
                </a:cubicBezTo>
                <a:cubicBezTo>
                  <a:pt x="1874465" y="0"/>
                  <a:pt x="2415104" y="540639"/>
                  <a:pt x="2415104" y="1207552"/>
                </a:cubicBezTo>
                <a:cubicBezTo>
                  <a:pt x="2415104" y="1874465"/>
                  <a:pt x="1874465" y="2415104"/>
                  <a:pt x="1207552" y="2415104"/>
                </a:cubicBezTo>
                <a:cubicBezTo>
                  <a:pt x="540639" y="2415104"/>
                  <a:pt x="0" y="1874465"/>
                  <a:pt x="0" y="1207552"/>
                </a:cubicBezTo>
                <a:close/>
              </a:path>
            </a:pathLst>
          </a:custGeom>
          <a:solidFill>
            <a:srgbClr val="4B649F"/>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353684" tIns="353684" rIns="353684" bIns="353684" spcCol="1270" anchor="ctr"/>
          <a:lstStyle/>
          <a:p>
            <a:pPr algn="ctr" defTabSz="889000" eaLnBrk="1" fontAlgn="auto" hangingPunct="1">
              <a:lnSpc>
                <a:spcPct val="90000"/>
              </a:lnSpc>
              <a:spcAft>
                <a:spcPct val="35000"/>
              </a:spcAft>
              <a:defRPr/>
            </a:pPr>
            <a:r>
              <a:rPr lang="zh-CN" altLang="en-US" sz="2000" b="1" noProof="1">
                <a:solidFill>
                  <a:schemeClr val="bg1"/>
                </a:solidFill>
                <a:cs typeface="+mn-ea"/>
                <a:sym typeface="+mn-lt"/>
              </a:rPr>
              <a:t>这里添加文字</a:t>
            </a:r>
            <a:endParaRPr lang="en-US" sz="2000" b="1" noProof="1">
              <a:solidFill>
                <a:schemeClr val="bg1"/>
              </a:solidFill>
              <a:cs typeface="+mn-ea"/>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3010" name="图片 1">
            <a:extLst>
              <a:ext uri="{FF2B5EF4-FFF2-40B4-BE49-F238E27FC236}">
                <a16:creationId xmlns:a16="http://schemas.microsoft.com/office/drawing/2014/main" id="{96807A96-BD16-4064-B844-7AE6A9673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文本框 2">
            <a:extLst>
              <a:ext uri="{FF2B5EF4-FFF2-40B4-BE49-F238E27FC236}">
                <a16:creationId xmlns:a16="http://schemas.microsoft.com/office/drawing/2014/main" id="{0DC9EF9F-652D-4FEC-B67D-FA7733AD3F32}"/>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添加论文内容第三部分标题</a:t>
            </a:r>
          </a:p>
        </p:txBody>
      </p:sp>
      <p:cxnSp>
        <p:nvCxnSpPr>
          <p:cNvPr id="4" name="直接连接符 3">
            <a:extLst>
              <a:ext uri="{FF2B5EF4-FFF2-40B4-BE49-F238E27FC236}">
                <a16:creationId xmlns:a16="http://schemas.microsoft.com/office/drawing/2014/main" id="{BAF7B4F3-B1DE-47BA-9C17-804533A6A156}"/>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20EC98B8-68F2-4A7B-A156-34F62413CC26}"/>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43014" name="组合 5">
            <a:extLst>
              <a:ext uri="{FF2B5EF4-FFF2-40B4-BE49-F238E27FC236}">
                <a16:creationId xmlns:a16="http://schemas.microsoft.com/office/drawing/2014/main" id="{6AA5BE2B-10AF-44D5-A22E-F91744A17A1A}"/>
              </a:ext>
            </a:extLst>
          </p:cNvPr>
          <p:cNvGrpSpPr>
            <a:grpSpLocks/>
          </p:cNvGrpSpPr>
          <p:nvPr/>
        </p:nvGrpSpPr>
        <p:grpSpPr bwMode="auto">
          <a:xfrm>
            <a:off x="233363" y="125413"/>
            <a:ext cx="635000" cy="635000"/>
            <a:chOff x="5288161" y="2234042"/>
            <a:chExt cx="1607262" cy="1607262"/>
          </a:xfrm>
        </p:grpSpPr>
        <p:sp>
          <p:nvSpPr>
            <p:cNvPr id="7" name="椭圆 6">
              <a:extLst>
                <a:ext uri="{FF2B5EF4-FFF2-40B4-BE49-F238E27FC236}">
                  <a16:creationId xmlns:a16="http://schemas.microsoft.com/office/drawing/2014/main" id="{45C3A200-C083-4293-AEB3-8CDE560C83AB}"/>
                </a:ext>
              </a:extLst>
            </p:cNvPr>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D7C6B223-4505-41CB-8717-69C492F4727D}"/>
                </a:ext>
              </a:extLst>
            </p:cNvPr>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3033" name="KSO_Shape">
              <a:extLst>
                <a:ext uri="{FF2B5EF4-FFF2-40B4-BE49-F238E27FC236}">
                  <a16:creationId xmlns:a16="http://schemas.microsoft.com/office/drawing/2014/main" id="{ED1D64BF-A7E6-4022-8073-0F138A87F9CD}"/>
                </a:ext>
              </a:extLst>
            </p:cNvPr>
            <p:cNvSpPr>
              <a:spLocks noChangeArrowheads="1"/>
            </p:cNvSpPr>
            <p:nvPr/>
          </p:nvSpPr>
          <p:spPr bwMode="auto">
            <a:xfrm>
              <a:off x="5547153" y="2697761"/>
              <a:ext cx="1089278" cy="662788"/>
            </a:xfrm>
            <a:custGeom>
              <a:avLst/>
              <a:gdLst>
                <a:gd name="T0" fmla="*/ 2147483646 w 3931"/>
                <a:gd name="T1" fmla="*/ 2147483646 h 2392"/>
                <a:gd name="T2" fmla="*/ 2147483646 w 3931"/>
                <a:gd name="T3" fmla="*/ 2147483646 h 2392"/>
                <a:gd name="T4" fmla="*/ 2147483646 w 3931"/>
                <a:gd name="T5" fmla="*/ 2147483646 h 2392"/>
                <a:gd name="T6" fmla="*/ 2147483646 w 3931"/>
                <a:gd name="T7" fmla="*/ 2147483646 h 2392"/>
                <a:gd name="T8" fmla="*/ 2147483646 w 3931"/>
                <a:gd name="T9" fmla="*/ 2147483646 h 2392"/>
                <a:gd name="T10" fmla="*/ 2147483646 w 3931"/>
                <a:gd name="T11" fmla="*/ 2147483646 h 2392"/>
                <a:gd name="T12" fmla="*/ 2147483646 w 3931"/>
                <a:gd name="T13" fmla="*/ 2147483646 h 2392"/>
                <a:gd name="T14" fmla="*/ 2147483646 w 3931"/>
                <a:gd name="T15" fmla="*/ 2147483646 h 2392"/>
                <a:gd name="T16" fmla="*/ 2147483646 w 3931"/>
                <a:gd name="T17" fmla="*/ 2147483646 h 2392"/>
                <a:gd name="T18" fmla="*/ 2147483646 w 3931"/>
                <a:gd name="T19" fmla="*/ 2147483646 h 2392"/>
                <a:gd name="T20" fmla="*/ 2147483646 w 3931"/>
                <a:gd name="T21" fmla="*/ 2147483646 h 2392"/>
                <a:gd name="T22" fmla="*/ 2147483646 w 3931"/>
                <a:gd name="T23" fmla="*/ 2147483646 h 2392"/>
                <a:gd name="T24" fmla="*/ 2147483646 w 3931"/>
                <a:gd name="T25" fmla="*/ 2147483646 h 2392"/>
                <a:gd name="T26" fmla="*/ 0 w 3931"/>
                <a:gd name="T27" fmla="*/ 2147483646 h 2392"/>
                <a:gd name="T28" fmla="*/ 2147483646 w 3931"/>
                <a:gd name="T29" fmla="*/ 0 h 2392"/>
                <a:gd name="T30" fmla="*/ 2147483646 w 3931"/>
                <a:gd name="T31" fmla="*/ 2147483646 h 2392"/>
                <a:gd name="T32" fmla="*/ 2147483646 w 3931"/>
                <a:gd name="T33" fmla="*/ 2147483646 h 2392"/>
                <a:gd name="T34" fmla="*/ 2147483646 w 3931"/>
                <a:gd name="T35" fmla="*/ 2147483646 h 2392"/>
                <a:gd name="T36" fmla="*/ 2147483646 w 3931"/>
                <a:gd name="T37" fmla="*/ 2147483646 h 2392"/>
                <a:gd name="T38" fmla="*/ 2147483646 w 3931"/>
                <a:gd name="T39" fmla="*/ 2147483646 h 2392"/>
                <a:gd name="T40" fmla="*/ 2147483646 w 3931"/>
                <a:gd name="T41" fmla="*/ 2147483646 h 2392"/>
                <a:gd name="T42" fmla="*/ 2147483646 w 3931"/>
                <a:gd name="T43" fmla="*/ 2147483646 h 2392"/>
                <a:gd name="T44" fmla="*/ 2147483646 w 3931"/>
                <a:gd name="T45" fmla="*/ 2147483646 h 2392"/>
                <a:gd name="T46" fmla="*/ 2147483646 w 3931"/>
                <a:gd name="T47" fmla="*/ 2147483646 h 2392"/>
                <a:gd name="T48" fmla="*/ 2147483646 w 3931"/>
                <a:gd name="T49" fmla="*/ 2147483646 h 2392"/>
                <a:gd name="T50" fmla="*/ 2147483646 w 3931"/>
                <a:gd name="T51" fmla="*/ 2147483646 h 2392"/>
                <a:gd name="T52" fmla="*/ 2147483646 w 3931"/>
                <a:gd name="T53" fmla="*/ 2147483646 h 2392"/>
                <a:gd name="T54" fmla="*/ 2147483646 w 3931"/>
                <a:gd name="T55" fmla="*/ 2147483646 h 2392"/>
                <a:gd name="T56" fmla="*/ 2147483646 w 3931"/>
                <a:gd name="T57" fmla="*/ 2147483646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cxnSp>
        <p:nvCxnSpPr>
          <p:cNvPr id="10" name="Straight Connector 31">
            <a:extLst>
              <a:ext uri="{FF2B5EF4-FFF2-40B4-BE49-F238E27FC236}">
                <a16:creationId xmlns:a16="http://schemas.microsoft.com/office/drawing/2014/main" id="{A7E526E7-D488-4ED7-82E4-8E318B360244}"/>
              </a:ext>
            </a:extLst>
          </p:cNvPr>
          <p:cNvCxnSpPr/>
          <p:nvPr/>
        </p:nvCxnSpPr>
        <p:spPr>
          <a:xfrm>
            <a:off x="1338263" y="2995613"/>
            <a:ext cx="9515475" cy="0"/>
          </a:xfrm>
          <a:prstGeom prst="line">
            <a:avLst/>
          </a:prstGeom>
          <a:ln>
            <a:solidFill>
              <a:schemeClr val="bg1">
                <a:lumMod val="50000"/>
              </a:schemeClr>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pSp>
        <p:nvGrpSpPr>
          <p:cNvPr id="11" name="Group 26">
            <a:extLst>
              <a:ext uri="{FF2B5EF4-FFF2-40B4-BE49-F238E27FC236}">
                <a16:creationId xmlns:a16="http://schemas.microsoft.com/office/drawing/2014/main" id="{6D9ECF0C-37E0-4D75-80A4-D4682EE4E8AA}"/>
              </a:ext>
            </a:extLst>
          </p:cNvPr>
          <p:cNvGrpSpPr>
            <a:grpSpLocks/>
          </p:cNvGrpSpPr>
          <p:nvPr/>
        </p:nvGrpSpPr>
        <p:grpSpPr bwMode="auto">
          <a:xfrm>
            <a:off x="4911725" y="1892300"/>
            <a:ext cx="2305050" cy="2305050"/>
            <a:chOff x="3431835" y="1635646"/>
            <a:chExt cx="1728192" cy="1728192"/>
          </a:xfrm>
        </p:grpSpPr>
        <p:sp>
          <p:nvSpPr>
            <p:cNvPr id="12" name="Oval 16">
              <a:extLst>
                <a:ext uri="{FF2B5EF4-FFF2-40B4-BE49-F238E27FC236}">
                  <a16:creationId xmlns:a16="http://schemas.microsoft.com/office/drawing/2014/main" id="{66F353D9-40DC-4706-83EF-706C3AF546F3}"/>
                </a:ext>
              </a:extLst>
            </p:cNvPr>
            <p:cNvSpPr/>
            <p:nvPr/>
          </p:nvSpPr>
          <p:spPr>
            <a:xfrm>
              <a:off x="3431835" y="1635646"/>
              <a:ext cx="1728192" cy="1728192"/>
            </a:xfrm>
            <a:prstGeom prst="ellipse">
              <a:avLst/>
            </a:prstGeom>
            <a:solidFill>
              <a:srgbClr val="5E80B0"/>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fontAlgn="auto" hangingPunct="1">
                <a:defRPr/>
              </a:pPr>
              <a:endParaRPr lang="en-US" sz="1465" b="1" noProof="1">
                <a:cs typeface="+mn-ea"/>
                <a:sym typeface="+mn-lt"/>
              </a:endParaRPr>
            </a:p>
            <a:p>
              <a:pPr algn="ctr" eaLnBrk="1" fontAlgn="auto" hangingPunct="1">
                <a:defRPr/>
              </a:pPr>
              <a:endParaRPr lang="en-US" sz="1465" b="1" noProof="1">
                <a:cs typeface="+mn-ea"/>
                <a:sym typeface="+mn-lt"/>
              </a:endParaRPr>
            </a:p>
            <a:p>
              <a:pPr algn="ctr" eaLnBrk="1" fontAlgn="auto" hangingPunct="1">
                <a:defRPr/>
              </a:pPr>
              <a:endParaRPr lang="en-US" sz="1465" b="1" noProof="1">
                <a:cs typeface="+mn-ea"/>
                <a:sym typeface="+mn-lt"/>
              </a:endParaRPr>
            </a:p>
          </p:txBody>
        </p:sp>
        <p:sp>
          <p:nvSpPr>
            <p:cNvPr id="43030" name="Freeform 6">
              <a:extLst>
                <a:ext uri="{FF2B5EF4-FFF2-40B4-BE49-F238E27FC236}">
                  <a16:creationId xmlns:a16="http://schemas.microsoft.com/office/drawing/2014/main" id="{AA202D40-DB34-4061-959E-2FD8C6402ED7}"/>
                </a:ext>
              </a:extLst>
            </p:cNvPr>
            <p:cNvSpPr>
              <a:spLocks noEditPoints="1" noChangeArrowheads="1"/>
            </p:cNvSpPr>
            <p:nvPr/>
          </p:nvSpPr>
          <p:spPr bwMode="auto">
            <a:xfrm>
              <a:off x="3993004" y="1995686"/>
              <a:ext cx="605854" cy="619396"/>
            </a:xfrm>
            <a:custGeom>
              <a:avLst/>
              <a:gdLst>
                <a:gd name="T0" fmla="*/ 2147483646 w 360"/>
                <a:gd name="T1" fmla="*/ 2147483646 h 368"/>
                <a:gd name="T2" fmla="*/ 2147483646 w 360"/>
                <a:gd name="T3" fmla="*/ 2147483646 h 368"/>
                <a:gd name="T4" fmla="*/ 2147483646 w 360"/>
                <a:gd name="T5" fmla="*/ 2147483646 h 368"/>
                <a:gd name="T6" fmla="*/ 2147483646 w 360"/>
                <a:gd name="T7" fmla="*/ 2147483646 h 368"/>
                <a:gd name="T8" fmla="*/ 2147483646 w 360"/>
                <a:gd name="T9" fmla="*/ 2147483646 h 368"/>
                <a:gd name="T10" fmla="*/ 2147483646 w 360"/>
                <a:gd name="T11" fmla="*/ 0 h 368"/>
                <a:gd name="T12" fmla="*/ 2147483646 w 360"/>
                <a:gd name="T13" fmla="*/ 2147483646 h 368"/>
                <a:gd name="T14" fmla="*/ 2147483646 w 360"/>
                <a:gd name="T15" fmla="*/ 2147483646 h 368"/>
                <a:gd name="T16" fmla="*/ 0 w 360"/>
                <a:gd name="T17" fmla="*/ 2147483646 h 368"/>
                <a:gd name="T18" fmla="*/ 2147483646 w 360"/>
                <a:gd name="T19" fmla="*/ 2147483646 h 368"/>
                <a:gd name="T20" fmla="*/ 2147483646 w 360"/>
                <a:gd name="T21" fmla="*/ 2147483646 h 368"/>
                <a:gd name="T22" fmla="*/ 2147483646 w 360"/>
                <a:gd name="T23" fmla="*/ 2147483646 h 368"/>
                <a:gd name="T24" fmla="*/ 2147483646 w 360"/>
                <a:gd name="T25" fmla="*/ 2147483646 h 368"/>
                <a:gd name="T26" fmla="*/ 2147483646 w 360"/>
                <a:gd name="T27" fmla="*/ 2147483646 h 368"/>
                <a:gd name="T28" fmla="*/ 2147483646 w 360"/>
                <a:gd name="T29" fmla="*/ 2147483646 h 368"/>
                <a:gd name="T30" fmla="*/ 2147483646 w 360"/>
                <a:gd name="T31" fmla="*/ 2147483646 h 368"/>
                <a:gd name="T32" fmla="*/ 2147483646 w 360"/>
                <a:gd name="T33" fmla="*/ 2147483646 h 368"/>
                <a:gd name="T34" fmla="*/ 2147483646 w 360"/>
                <a:gd name="T35" fmla="*/ 2147483646 h 368"/>
                <a:gd name="T36" fmla="*/ 2147483646 w 360"/>
                <a:gd name="T37" fmla="*/ 2147483646 h 368"/>
                <a:gd name="T38" fmla="*/ 2147483646 w 360"/>
                <a:gd name="T39" fmla="*/ 2147483646 h 368"/>
                <a:gd name="T40" fmla="*/ 2147483646 w 360"/>
                <a:gd name="T41" fmla="*/ 2147483646 h 368"/>
                <a:gd name="T42" fmla="*/ 2147483646 w 360"/>
                <a:gd name="T43" fmla="*/ 2147483646 h 368"/>
                <a:gd name="T44" fmla="*/ 2147483646 w 360"/>
                <a:gd name="T45" fmla="*/ 2147483646 h 368"/>
                <a:gd name="T46" fmla="*/ 2147483646 w 360"/>
                <a:gd name="T47" fmla="*/ 2147483646 h 368"/>
                <a:gd name="T48" fmla="*/ 2147483646 w 360"/>
                <a:gd name="T49" fmla="*/ 2147483646 h 368"/>
                <a:gd name="T50" fmla="*/ 2147483646 w 360"/>
                <a:gd name="T51" fmla="*/ 2147483646 h 368"/>
                <a:gd name="T52" fmla="*/ 2147483646 w 360"/>
                <a:gd name="T53" fmla="*/ 2147483646 h 368"/>
                <a:gd name="T54" fmla="*/ 2147483646 w 360"/>
                <a:gd name="T55" fmla="*/ 2147483646 h 368"/>
                <a:gd name="T56" fmla="*/ 2147483646 w 360"/>
                <a:gd name="T57" fmla="*/ 2147483646 h 368"/>
                <a:gd name="T58" fmla="*/ 2147483646 w 360"/>
                <a:gd name="T59" fmla="*/ 2147483646 h 3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grpSp>
      <p:grpSp>
        <p:nvGrpSpPr>
          <p:cNvPr id="14" name="Group 25">
            <a:extLst>
              <a:ext uri="{FF2B5EF4-FFF2-40B4-BE49-F238E27FC236}">
                <a16:creationId xmlns:a16="http://schemas.microsoft.com/office/drawing/2014/main" id="{B38F8A67-2ADB-4871-976C-B0A2BE8E9701}"/>
              </a:ext>
            </a:extLst>
          </p:cNvPr>
          <p:cNvGrpSpPr>
            <a:grpSpLocks/>
          </p:cNvGrpSpPr>
          <p:nvPr/>
        </p:nvGrpSpPr>
        <p:grpSpPr bwMode="auto">
          <a:xfrm>
            <a:off x="2143125" y="2144713"/>
            <a:ext cx="1792288" cy="1792287"/>
            <a:chOff x="1355564" y="1824373"/>
            <a:chExt cx="1344227" cy="1344227"/>
          </a:xfrm>
        </p:grpSpPr>
        <p:sp>
          <p:nvSpPr>
            <p:cNvPr id="15" name="Oval 14">
              <a:extLst>
                <a:ext uri="{FF2B5EF4-FFF2-40B4-BE49-F238E27FC236}">
                  <a16:creationId xmlns:a16="http://schemas.microsoft.com/office/drawing/2014/main" id="{93EC3256-DC20-42D7-BC91-D95952DE7CD0}"/>
                </a:ext>
              </a:extLst>
            </p:cNvPr>
            <p:cNvSpPr/>
            <p:nvPr/>
          </p:nvSpPr>
          <p:spPr>
            <a:xfrm>
              <a:off x="1355564" y="1824373"/>
              <a:ext cx="1344227" cy="1344227"/>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43028" name="Freeform 11">
              <a:extLst>
                <a:ext uri="{FF2B5EF4-FFF2-40B4-BE49-F238E27FC236}">
                  <a16:creationId xmlns:a16="http://schemas.microsoft.com/office/drawing/2014/main" id="{CC948BC4-F9F1-491B-BE1F-A8FF5ECB7757}"/>
                </a:ext>
              </a:extLst>
            </p:cNvPr>
            <p:cNvSpPr>
              <a:spLocks noEditPoints="1" noChangeArrowheads="1"/>
            </p:cNvSpPr>
            <p:nvPr/>
          </p:nvSpPr>
          <p:spPr bwMode="auto">
            <a:xfrm>
              <a:off x="1867010" y="2142357"/>
              <a:ext cx="321333" cy="320479"/>
            </a:xfrm>
            <a:custGeom>
              <a:avLst/>
              <a:gdLst>
                <a:gd name="T0" fmla="*/ 2147483646 w 319"/>
                <a:gd name="T1" fmla="*/ 2147483646 h 318"/>
                <a:gd name="T2" fmla="*/ 2147483646 w 319"/>
                <a:gd name="T3" fmla="*/ 2147483646 h 318"/>
                <a:gd name="T4" fmla="*/ 2147483646 w 319"/>
                <a:gd name="T5" fmla="*/ 2147483646 h 318"/>
                <a:gd name="T6" fmla="*/ 2147483646 w 319"/>
                <a:gd name="T7" fmla="*/ 2147483646 h 318"/>
                <a:gd name="T8" fmla="*/ 2147483646 w 319"/>
                <a:gd name="T9" fmla="*/ 2147483646 h 318"/>
                <a:gd name="T10" fmla="*/ 2147483646 w 319"/>
                <a:gd name="T11" fmla="*/ 2147483646 h 318"/>
                <a:gd name="T12" fmla="*/ 2147483646 w 319"/>
                <a:gd name="T13" fmla="*/ 0 h 318"/>
                <a:gd name="T14" fmla="*/ 2147483646 w 319"/>
                <a:gd name="T15" fmla="*/ 2147483646 h 318"/>
                <a:gd name="T16" fmla="*/ 2147483646 w 319"/>
                <a:gd name="T17" fmla="*/ 2147483646 h 318"/>
                <a:gd name="T18" fmla="*/ 2147483646 w 319"/>
                <a:gd name="T19" fmla="*/ 2147483646 h 318"/>
                <a:gd name="T20" fmla="*/ 2147483646 w 319"/>
                <a:gd name="T21" fmla="*/ 2147483646 h 318"/>
                <a:gd name="T22" fmla="*/ 2147483646 w 319"/>
                <a:gd name="T23" fmla="*/ 2147483646 h 318"/>
                <a:gd name="T24" fmla="*/ 2147483646 w 319"/>
                <a:gd name="T25" fmla="*/ 2147483646 h 318"/>
                <a:gd name="T26" fmla="*/ 2147483646 w 319"/>
                <a:gd name="T27" fmla="*/ 2147483646 h 318"/>
                <a:gd name="T28" fmla="*/ 2147483646 w 319"/>
                <a:gd name="T29" fmla="*/ 2147483646 h 318"/>
                <a:gd name="T30" fmla="*/ 2147483646 w 319"/>
                <a:gd name="T31" fmla="*/ 2147483646 h 3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19" h="318">
                  <a:moveTo>
                    <a:pt x="7" y="291"/>
                  </a:moveTo>
                  <a:cubicBezTo>
                    <a:pt x="26" y="310"/>
                    <a:pt x="26" y="310"/>
                    <a:pt x="26" y="310"/>
                  </a:cubicBezTo>
                  <a:cubicBezTo>
                    <a:pt x="33" y="318"/>
                    <a:pt x="46" y="318"/>
                    <a:pt x="53" y="310"/>
                  </a:cubicBezTo>
                  <a:cubicBezTo>
                    <a:pt x="129" y="234"/>
                    <a:pt x="129" y="234"/>
                    <a:pt x="129" y="234"/>
                  </a:cubicBezTo>
                  <a:cubicBezTo>
                    <a:pt x="147" y="245"/>
                    <a:pt x="169" y="251"/>
                    <a:pt x="191" y="251"/>
                  </a:cubicBezTo>
                  <a:cubicBezTo>
                    <a:pt x="260" y="251"/>
                    <a:pt x="319" y="192"/>
                    <a:pt x="319" y="124"/>
                  </a:cubicBezTo>
                  <a:cubicBezTo>
                    <a:pt x="319" y="55"/>
                    <a:pt x="263" y="0"/>
                    <a:pt x="195" y="0"/>
                  </a:cubicBezTo>
                  <a:cubicBezTo>
                    <a:pt x="127" y="0"/>
                    <a:pt x="67" y="59"/>
                    <a:pt x="67" y="127"/>
                  </a:cubicBezTo>
                  <a:cubicBezTo>
                    <a:pt x="67" y="151"/>
                    <a:pt x="74" y="173"/>
                    <a:pt x="85" y="192"/>
                  </a:cubicBezTo>
                  <a:cubicBezTo>
                    <a:pt x="10" y="267"/>
                    <a:pt x="10" y="267"/>
                    <a:pt x="10" y="267"/>
                  </a:cubicBezTo>
                  <a:cubicBezTo>
                    <a:pt x="2" y="275"/>
                    <a:pt x="0" y="284"/>
                    <a:pt x="7" y="291"/>
                  </a:cubicBezTo>
                  <a:close/>
                  <a:moveTo>
                    <a:pt x="191" y="213"/>
                  </a:moveTo>
                  <a:cubicBezTo>
                    <a:pt x="144" y="213"/>
                    <a:pt x="106" y="175"/>
                    <a:pt x="106" y="127"/>
                  </a:cubicBezTo>
                  <a:cubicBezTo>
                    <a:pt x="106" y="80"/>
                    <a:pt x="148" y="38"/>
                    <a:pt x="195" y="38"/>
                  </a:cubicBezTo>
                  <a:cubicBezTo>
                    <a:pt x="242" y="38"/>
                    <a:pt x="281" y="76"/>
                    <a:pt x="281" y="124"/>
                  </a:cubicBezTo>
                  <a:cubicBezTo>
                    <a:pt x="281" y="171"/>
                    <a:pt x="239" y="213"/>
                    <a:pt x="191" y="21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grpSp>
      <p:grpSp>
        <p:nvGrpSpPr>
          <p:cNvPr id="17" name="Group 27">
            <a:extLst>
              <a:ext uri="{FF2B5EF4-FFF2-40B4-BE49-F238E27FC236}">
                <a16:creationId xmlns:a16="http://schemas.microsoft.com/office/drawing/2014/main" id="{1D5A5478-AFC3-41AA-869C-2E31617C8044}"/>
              </a:ext>
            </a:extLst>
          </p:cNvPr>
          <p:cNvGrpSpPr>
            <a:grpSpLocks/>
          </p:cNvGrpSpPr>
          <p:nvPr/>
        </p:nvGrpSpPr>
        <p:grpSpPr bwMode="auto">
          <a:xfrm>
            <a:off x="8256588" y="2144713"/>
            <a:ext cx="1792287" cy="1792287"/>
            <a:chOff x="5940151" y="1824373"/>
            <a:chExt cx="1344227" cy="1344227"/>
          </a:xfrm>
        </p:grpSpPr>
        <p:sp>
          <p:nvSpPr>
            <p:cNvPr id="18" name="Oval 19">
              <a:extLst>
                <a:ext uri="{FF2B5EF4-FFF2-40B4-BE49-F238E27FC236}">
                  <a16:creationId xmlns:a16="http://schemas.microsoft.com/office/drawing/2014/main" id="{BA2650C1-EB7E-4ACA-96F9-3AD8184FA162}"/>
                </a:ext>
              </a:extLst>
            </p:cNvPr>
            <p:cNvSpPr/>
            <p:nvPr/>
          </p:nvSpPr>
          <p:spPr>
            <a:xfrm>
              <a:off x="5940151" y="1824373"/>
              <a:ext cx="1344227" cy="1344227"/>
            </a:xfrm>
            <a:prstGeom prst="ellipse">
              <a:avLst/>
            </a:prstGeom>
            <a:solidFill>
              <a:srgbClr val="4B649F"/>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43026" name="Freeform 16">
              <a:extLst>
                <a:ext uri="{FF2B5EF4-FFF2-40B4-BE49-F238E27FC236}">
                  <a16:creationId xmlns:a16="http://schemas.microsoft.com/office/drawing/2014/main" id="{C72F365F-CEEA-4309-89AA-35934ACCBDE0}"/>
                </a:ext>
              </a:extLst>
            </p:cNvPr>
            <p:cNvSpPr>
              <a:spLocks noEditPoints="1" noChangeArrowheads="1"/>
            </p:cNvSpPr>
            <p:nvPr/>
          </p:nvSpPr>
          <p:spPr bwMode="auto">
            <a:xfrm>
              <a:off x="6456527" y="2146859"/>
              <a:ext cx="311472" cy="311472"/>
            </a:xfrm>
            <a:custGeom>
              <a:avLst/>
              <a:gdLst>
                <a:gd name="T0" fmla="*/ 2147483646 w 360"/>
                <a:gd name="T1" fmla="*/ 2147483646 h 360"/>
                <a:gd name="T2" fmla="*/ 2147483646 w 360"/>
                <a:gd name="T3" fmla="*/ 2147483646 h 360"/>
                <a:gd name="T4" fmla="*/ 2147483646 w 360"/>
                <a:gd name="T5" fmla="*/ 2147483646 h 360"/>
                <a:gd name="T6" fmla="*/ 2147483646 w 360"/>
                <a:gd name="T7" fmla="*/ 2147483646 h 360"/>
                <a:gd name="T8" fmla="*/ 2147483646 w 360"/>
                <a:gd name="T9" fmla="*/ 2147483646 h 360"/>
                <a:gd name="T10" fmla="*/ 2147483646 w 360"/>
                <a:gd name="T11" fmla="*/ 2147483646 h 360"/>
                <a:gd name="T12" fmla="*/ 2147483646 w 360"/>
                <a:gd name="T13" fmla="*/ 2147483646 h 360"/>
                <a:gd name="T14" fmla="*/ 2147483646 w 360"/>
                <a:gd name="T15" fmla="*/ 2147483646 h 360"/>
                <a:gd name="T16" fmla="*/ 2147483646 w 360"/>
                <a:gd name="T17" fmla="*/ 2147483646 h 360"/>
                <a:gd name="T18" fmla="*/ 2147483646 w 360"/>
                <a:gd name="T19" fmla="*/ 2147483646 h 360"/>
                <a:gd name="T20" fmla="*/ 0 w 360"/>
                <a:gd name="T21" fmla="*/ 2147483646 h 360"/>
                <a:gd name="T22" fmla="*/ 0 w 360"/>
                <a:gd name="T23" fmla="*/ 2147483646 h 360"/>
                <a:gd name="T24" fmla="*/ 2147483646 w 360"/>
                <a:gd name="T25" fmla="*/ 2147483646 h 360"/>
                <a:gd name="T26" fmla="*/ 2147483646 w 360"/>
                <a:gd name="T27" fmla="*/ 2147483646 h 360"/>
                <a:gd name="T28" fmla="*/ 2147483646 w 360"/>
                <a:gd name="T29" fmla="*/ 2147483646 h 360"/>
                <a:gd name="T30" fmla="*/ 2147483646 w 360"/>
                <a:gd name="T31" fmla="*/ 2147483646 h 360"/>
                <a:gd name="T32" fmla="*/ 2147483646 w 360"/>
                <a:gd name="T33" fmla="*/ 2147483646 h 360"/>
                <a:gd name="T34" fmla="*/ 2147483646 w 360"/>
                <a:gd name="T35" fmla="*/ 2147483646 h 360"/>
                <a:gd name="T36" fmla="*/ 2147483646 w 360"/>
                <a:gd name="T37" fmla="*/ 2147483646 h 360"/>
                <a:gd name="T38" fmla="*/ 2147483646 w 360"/>
                <a:gd name="T39" fmla="*/ 2147483646 h 360"/>
                <a:gd name="T40" fmla="*/ 2147483646 w 360"/>
                <a:gd name="T41" fmla="*/ 2147483646 h 360"/>
                <a:gd name="T42" fmla="*/ 2147483646 w 360"/>
                <a:gd name="T43" fmla="*/ 2147483646 h 360"/>
                <a:gd name="T44" fmla="*/ 2147483646 w 360"/>
                <a:gd name="T45" fmla="*/ 0 h 360"/>
                <a:gd name="T46" fmla="*/ 2147483646 w 360"/>
                <a:gd name="T47" fmla="*/ 0 h 360"/>
                <a:gd name="T48" fmla="*/ 2147483646 w 360"/>
                <a:gd name="T49" fmla="*/ 2147483646 h 360"/>
                <a:gd name="T50" fmla="*/ 2147483646 w 360"/>
                <a:gd name="T51" fmla="*/ 2147483646 h 360"/>
                <a:gd name="T52" fmla="*/ 2147483646 w 360"/>
                <a:gd name="T53" fmla="*/ 0 h 360"/>
                <a:gd name="T54" fmla="*/ 2147483646 w 360"/>
                <a:gd name="T55" fmla="*/ 0 h 360"/>
                <a:gd name="T56" fmla="*/ 2147483646 w 360"/>
                <a:gd name="T57" fmla="*/ 0 h 360"/>
                <a:gd name="T58" fmla="*/ 2147483646 w 360"/>
                <a:gd name="T59" fmla="*/ 2147483646 h 360"/>
                <a:gd name="T60" fmla="*/ 2147483646 w 360"/>
                <a:gd name="T61" fmla="*/ 2147483646 h 360"/>
                <a:gd name="T62" fmla="*/ 2147483646 w 360"/>
                <a:gd name="T63" fmla="*/ 0 h 3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60" h="360">
                  <a:moveTo>
                    <a:pt x="320" y="40"/>
                  </a:moveTo>
                  <a:cubicBezTo>
                    <a:pt x="302" y="40"/>
                    <a:pt x="302" y="40"/>
                    <a:pt x="302" y="40"/>
                  </a:cubicBezTo>
                  <a:cubicBezTo>
                    <a:pt x="302" y="80"/>
                    <a:pt x="302" y="80"/>
                    <a:pt x="302" y="80"/>
                  </a:cubicBezTo>
                  <a:cubicBezTo>
                    <a:pt x="238" y="80"/>
                    <a:pt x="238" y="80"/>
                    <a:pt x="238" y="80"/>
                  </a:cubicBezTo>
                  <a:cubicBezTo>
                    <a:pt x="238" y="40"/>
                    <a:pt x="238" y="40"/>
                    <a:pt x="238" y="40"/>
                  </a:cubicBezTo>
                  <a:cubicBezTo>
                    <a:pt x="122" y="40"/>
                    <a:pt x="122" y="40"/>
                    <a:pt x="122" y="40"/>
                  </a:cubicBezTo>
                  <a:cubicBezTo>
                    <a:pt x="122" y="80"/>
                    <a:pt x="122" y="80"/>
                    <a:pt x="122" y="80"/>
                  </a:cubicBezTo>
                  <a:cubicBezTo>
                    <a:pt x="58" y="80"/>
                    <a:pt x="58" y="80"/>
                    <a:pt x="58" y="80"/>
                  </a:cubicBezTo>
                  <a:cubicBezTo>
                    <a:pt x="58" y="40"/>
                    <a:pt x="58" y="40"/>
                    <a:pt x="58" y="40"/>
                  </a:cubicBezTo>
                  <a:cubicBezTo>
                    <a:pt x="40" y="40"/>
                    <a:pt x="40" y="40"/>
                    <a:pt x="40" y="40"/>
                  </a:cubicBezTo>
                  <a:cubicBezTo>
                    <a:pt x="18" y="40"/>
                    <a:pt x="0" y="58"/>
                    <a:pt x="0" y="80"/>
                  </a:cubicBezTo>
                  <a:cubicBezTo>
                    <a:pt x="0" y="320"/>
                    <a:pt x="0" y="320"/>
                    <a:pt x="0" y="320"/>
                  </a:cubicBezTo>
                  <a:cubicBezTo>
                    <a:pt x="0" y="342"/>
                    <a:pt x="18" y="360"/>
                    <a:pt x="40" y="360"/>
                  </a:cubicBezTo>
                  <a:cubicBezTo>
                    <a:pt x="320" y="360"/>
                    <a:pt x="320" y="360"/>
                    <a:pt x="320" y="360"/>
                  </a:cubicBezTo>
                  <a:cubicBezTo>
                    <a:pt x="342" y="360"/>
                    <a:pt x="360" y="342"/>
                    <a:pt x="360" y="320"/>
                  </a:cubicBezTo>
                  <a:cubicBezTo>
                    <a:pt x="360" y="80"/>
                    <a:pt x="360" y="80"/>
                    <a:pt x="360" y="80"/>
                  </a:cubicBezTo>
                  <a:cubicBezTo>
                    <a:pt x="360" y="58"/>
                    <a:pt x="342" y="40"/>
                    <a:pt x="320" y="40"/>
                  </a:cubicBezTo>
                  <a:close/>
                  <a:moveTo>
                    <a:pt x="320" y="320"/>
                  </a:moveTo>
                  <a:cubicBezTo>
                    <a:pt x="40" y="320"/>
                    <a:pt x="40" y="320"/>
                    <a:pt x="40" y="320"/>
                  </a:cubicBezTo>
                  <a:cubicBezTo>
                    <a:pt x="40" y="160"/>
                    <a:pt x="40" y="160"/>
                    <a:pt x="40" y="160"/>
                  </a:cubicBezTo>
                  <a:cubicBezTo>
                    <a:pt x="320" y="160"/>
                    <a:pt x="320" y="160"/>
                    <a:pt x="320" y="160"/>
                  </a:cubicBezTo>
                  <a:lnTo>
                    <a:pt x="320" y="320"/>
                  </a:lnTo>
                  <a:close/>
                  <a:moveTo>
                    <a:pt x="104" y="0"/>
                  </a:moveTo>
                  <a:cubicBezTo>
                    <a:pt x="76" y="0"/>
                    <a:pt x="76" y="0"/>
                    <a:pt x="76" y="0"/>
                  </a:cubicBezTo>
                  <a:cubicBezTo>
                    <a:pt x="76" y="68"/>
                    <a:pt x="76" y="68"/>
                    <a:pt x="76" y="68"/>
                  </a:cubicBezTo>
                  <a:cubicBezTo>
                    <a:pt x="104" y="68"/>
                    <a:pt x="104" y="68"/>
                    <a:pt x="104" y="68"/>
                  </a:cubicBezTo>
                  <a:lnTo>
                    <a:pt x="104" y="0"/>
                  </a:lnTo>
                  <a:close/>
                  <a:moveTo>
                    <a:pt x="284" y="0"/>
                  </a:moveTo>
                  <a:cubicBezTo>
                    <a:pt x="256" y="0"/>
                    <a:pt x="256" y="0"/>
                    <a:pt x="256" y="0"/>
                  </a:cubicBezTo>
                  <a:cubicBezTo>
                    <a:pt x="256" y="68"/>
                    <a:pt x="256" y="68"/>
                    <a:pt x="256" y="68"/>
                  </a:cubicBezTo>
                  <a:cubicBezTo>
                    <a:pt x="284" y="68"/>
                    <a:pt x="284" y="68"/>
                    <a:pt x="284" y="68"/>
                  </a:cubicBezTo>
                  <a:lnTo>
                    <a:pt x="28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grpSp>
      <p:sp>
        <p:nvSpPr>
          <p:cNvPr id="20" name="Title 13">
            <a:extLst>
              <a:ext uri="{FF2B5EF4-FFF2-40B4-BE49-F238E27FC236}">
                <a16:creationId xmlns:a16="http://schemas.microsoft.com/office/drawing/2014/main" id="{6B6E47D4-B460-4EAE-A3E2-5860C7721035}"/>
              </a:ext>
            </a:extLst>
          </p:cNvPr>
          <p:cNvSpPr txBox="1"/>
          <p:nvPr/>
        </p:nvSpPr>
        <p:spPr>
          <a:xfrm>
            <a:off x="1627188" y="4376738"/>
            <a:ext cx="2792412" cy="534987"/>
          </a:xfrm>
          <a:prstGeom prst="rect">
            <a:avLst/>
          </a:prstGeom>
        </p:spPr>
        <p:txBody>
          <a:bodyPr lIns="121920" tIns="60960" rIns="121920" bIns="6096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fontAlgn="auto">
              <a:defRPr/>
            </a:pPr>
            <a:r>
              <a:rPr lang="en-US" sz="2665" noProof="1">
                <a:latin typeface="+mn-lt"/>
                <a:ea typeface="+mn-ea"/>
                <a:cs typeface="+mn-ea"/>
                <a:sym typeface="+mn-lt"/>
              </a:rPr>
              <a:t>Step 1</a:t>
            </a:r>
          </a:p>
        </p:txBody>
      </p:sp>
      <p:sp>
        <p:nvSpPr>
          <p:cNvPr id="21" name="Title 13">
            <a:extLst>
              <a:ext uri="{FF2B5EF4-FFF2-40B4-BE49-F238E27FC236}">
                <a16:creationId xmlns:a16="http://schemas.microsoft.com/office/drawing/2014/main" id="{6102DCBC-4615-4188-88B7-78A2C8B806C0}"/>
              </a:ext>
            </a:extLst>
          </p:cNvPr>
          <p:cNvSpPr txBox="1"/>
          <p:nvPr/>
        </p:nvSpPr>
        <p:spPr>
          <a:xfrm>
            <a:off x="4687888" y="4376738"/>
            <a:ext cx="2792412" cy="534987"/>
          </a:xfrm>
          <a:prstGeom prst="rect">
            <a:avLst/>
          </a:prstGeom>
        </p:spPr>
        <p:txBody>
          <a:bodyPr lIns="121920" tIns="60960" rIns="121920" bIns="6096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fontAlgn="auto">
              <a:defRPr/>
            </a:pPr>
            <a:r>
              <a:rPr lang="en-US" sz="2665" noProof="1">
                <a:latin typeface="+mn-lt"/>
                <a:ea typeface="+mn-ea"/>
                <a:cs typeface="+mn-ea"/>
                <a:sym typeface="+mn-lt"/>
              </a:rPr>
              <a:t>Step 2</a:t>
            </a:r>
          </a:p>
        </p:txBody>
      </p:sp>
      <p:sp>
        <p:nvSpPr>
          <p:cNvPr id="22" name="Title 13">
            <a:extLst>
              <a:ext uri="{FF2B5EF4-FFF2-40B4-BE49-F238E27FC236}">
                <a16:creationId xmlns:a16="http://schemas.microsoft.com/office/drawing/2014/main" id="{0792CA0C-E778-40C0-987C-950BB297B20B}"/>
              </a:ext>
            </a:extLst>
          </p:cNvPr>
          <p:cNvSpPr txBox="1"/>
          <p:nvPr/>
        </p:nvSpPr>
        <p:spPr>
          <a:xfrm>
            <a:off x="7743825" y="4376738"/>
            <a:ext cx="2794000" cy="534987"/>
          </a:xfrm>
          <a:prstGeom prst="rect">
            <a:avLst/>
          </a:prstGeom>
        </p:spPr>
        <p:txBody>
          <a:bodyPr lIns="121920" tIns="60960" rIns="121920" bIns="6096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fontAlgn="auto">
              <a:defRPr/>
            </a:pPr>
            <a:r>
              <a:rPr lang="en-US" sz="2665" noProof="1">
                <a:latin typeface="+mn-lt"/>
                <a:ea typeface="+mn-ea"/>
                <a:cs typeface="+mn-ea"/>
                <a:sym typeface="+mn-lt"/>
              </a:rPr>
              <a:t>Step 3</a:t>
            </a:r>
          </a:p>
        </p:txBody>
      </p:sp>
      <p:sp>
        <p:nvSpPr>
          <p:cNvPr id="43022" name="文本框 22">
            <a:extLst>
              <a:ext uri="{FF2B5EF4-FFF2-40B4-BE49-F238E27FC236}">
                <a16:creationId xmlns:a16="http://schemas.microsoft.com/office/drawing/2014/main" id="{85748A09-2AE3-4319-A62C-B4CE49CED445}"/>
              </a:ext>
            </a:extLst>
          </p:cNvPr>
          <p:cNvSpPr txBox="1">
            <a:spLocks noChangeArrowheads="1"/>
          </p:cNvSpPr>
          <p:nvPr/>
        </p:nvSpPr>
        <p:spPr bwMode="auto">
          <a:xfrm>
            <a:off x="2238375" y="3198813"/>
            <a:ext cx="157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a:solidFill>
                  <a:schemeClr val="bg1"/>
                </a:solidFill>
              </a:rPr>
              <a:t>这里添加文字</a:t>
            </a:r>
          </a:p>
        </p:txBody>
      </p:sp>
      <p:sp>
        <p:nvSpPr>
          <p:cNvPr id="43023" name="文本框 23">
            <a:extLst>
              <a:ext uri="{FF2B5EF4-FFF2-40B4-BE49-F238E27FC236}">
                <a16:creationId xmlns:a16="http://schemas.microsoft.com/office/drawing/2014/main" id="{2E5CE284-5788-49C9-9A6B-CBD1723AB5F3}"/>
              </a:ext>
            </a:extLst>
          </p:cNvPr>
          <p:cNvSpPr txBox="1">
            <a:spLocks noChangeArrowheads="1"/>
          </p:cNvSpPr>
          <p:nvPr/>
        </p:nvSpPr>
        <p:spPr bwMode="auto">
          <a:xfrm>
            <a:off x="5303838" y="3382963"/>
            <a:ext cx="1568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a:solidFill>
                  <a:schemeClr val="bg1"/>
                </a:solidFill>
              </a:rPr>
              <a:t>这里添加文字</a:t>
            </a:r>
          </a:p>
        </p:txBody>
      </p:sp>
      <p:sp>
        <p:nvSpPr>
          <p:cNvPr id="43024" name="文本框 24">
            <a:extLst>
              <a:ext uri="{FF2B5EF4-FFF2-40B4-BE49-F238E27FC236}">
                <a16:creationId xmlns:a16="http://schemas.microsoft.com/office/drawing/2014/main" id="{60481DEB-F561-47ED-8971-16FE5C6CEFAD}"/>
              </a:ext>
            </a:extLst>
          </p:cNvPr>
          <p:cNvSpPr txBox="1">
            <a:spLocks noChangeArrowheads="1"/>
          </p:cNvSpPr>
          <p:nvPr/>
        </p:nvSpPr>
        <p:spPr bwMode="auto">
          <a:xfrm>
            <a:off x="8356600" y="3198813"/>
            <a:ext cx="1568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a:solidFill>
                  <a:schemeClr val="bg1"/>
                </a:solidFill>
              </a:rPr>
              <a:t>这里添加文字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outVertical)">
                                      <p:cBhvr>
                                        <p:cTn id="7" dur="500"/>
                                        <p:tgtEl>
                                          <p:spTgt spid="10"/>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par>
                          <p:cTn id="14" fill="hold" nodeType="afterGroup">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par>
                          <p:cTn id="18" fill="hold" nodeType="afterGroup">
                            <p:stCondLst>
                              <p:cond delay="1500"/>
                            </p:stCondLst>
                            <p:childTnLst>
                              <p:par>
                                <p:cTn id="19" presetID="53" presetClass="entr" presetSubtype="16"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par>
                          <p:cTn id="24" fill="hold" nodeType="afterGroup">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par>
                          <p:cTn id="28" fill="hold" nodeType="afterGroup">
                            <p:stCondLst>
                              <p:cond delay="2500"/>
                            </p:stCondLst>
                            <p:childTnLst>
                              <p:par>
                                <p:cTn id="29" presetID="53" presetClass="entr" presetSubtype="16"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childTnLst>
                          </p:cTn>
                        </p:par>
                        <p:par>
                          <p:cTn id="34" fill="hold" nodeType="afterGroup">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4034" name="图片 1">
            <a:extLst>
              <a:ext uri="{FF2B5EF4-FFF2-40B4-BE49-F238E27FC236}">
                <a16:creationId xmlns:a16="http://schemas.microsoft.com/office/drawing/2014/main" id="{C4CF866F-E6F6-4187-A183-4F0B90BCD6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文本框 2">
            <a:extLst>
              <a:ext uri="{FF2B5EF4-FFF2-40B4-BE49-F238E27FC236}">
                <a16:creationId xmlns:a16="http://schemas.microsoft.com/office/drawing/2014/main" id="{267CC5A1-89B5-43C1-AF38-88556E7D54BE}"/>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添加论文内容第三部分标题</a:t>
            </a:r>
          </a:p>
        </p:txBody>
      </p:sp>
      <p:cxnSp>
        <p:nvCxnSpPr>
          <p:cNvPr id="4" name="直接连接符 3">
            <a:extLst>
              <a:ext uri="{FF2B5EF4-FFF2-40B4-BE49-F238E27FC236}">
                <a16:creationId xmlns:a16="http://schemas.microsoft.com/office/drawing/2014/main" id="{CDE357C7-2668-42F1-AE6B-E66656B5B167}"/>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D75B9473-7328-423C-90B5-F44C6E8634AF}"/>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44038" name="组合 5">
            <a:extLst>
              <a:ext uri="{FF2B5EF4-FFF2-40B4-BE49-F238E27FC236}">
                <a16:creationId xmlns:a16="http://schemas.microsoft.com/office/drawing/2014/main" id="{6A7F7291-3344-48B8-87E6-40852FF434ED}"/>
              </a:ext>
            </a:extLst>
          </p:cNvPr>
          <p:cNvGrpSpPr>
            <a:grpSpLocks/>
          </p:cNvGrpSpPr>
          <p:nvPr/>
        </p:nvGrpSpPr>
        <p:grpSpPr bwMode="auto">
          <a:xfrm>
            <a:off x="233363" y="125413"/>
            <a:ext cx="635000" cy="635000"/>
            <a:chOff x="5288161" y="2234042"/>
            <a:chExt cx="1607262" cy="1607262"/>
          </a:xfrm>
        </p:grpSpPr>
        <p:sp>
          <p:nvSpPr>
            <p:cNvPr id="7" name="椭圆 6">
              <a:extLst>
                <a:ext uri="{FF2B5EF4-FFF2-40B4-BE49-F238E27FC236}">
                  <a16:creationId xmlns:a16="http://schemas.microsoft.com/office/drawing/2014/main" id="{CBF8DD6F-62B6-4619-9721-58AE60A1D19A}"/>
                </a:ext>
              </a:extLst>
            </p:cNvPr>
            <p:cNvSpPr/>
            <p:nvPr/>
          </p:nvSpPr>
          <p:spPr>
            <a:xfrm>
              <a:off x="5288161"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D8A829B6-05A7-4512-BBE4-D936A1DE9A44}"/>
                </a:ext>
              </a:extLst>
            </p:cNvPr>
            <p:cNvSpPr/>
            <p:nvPr/>
          </p:nvSpPr>
          <p:spPr>
            <a:xfrm>
              <a:off x="5396650" y="2334495"/>
              <a:ext cx="1390282" cy="1390282"/>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4067" name="KSO_Shape">
              <a:extLst>
                <a:ext uri="{FF2B5EF4-FFF2-40B4-BE49-F238E27FC236}">
                  <a16:creationId xmlns:a16="http://schemas.microsoft.com/office/drawing/2014/main" id="{02246770-7C6D-4740-853F-F9926F6EB3FE}"/>
                </a:ext>
              </a:extLst>
            </p:cNvPr>
            <p:cNvSpPr>
              <a:spLocks noChangeArrowheads="1"/>
            </p:cNvSpPr>
            <p:nvPr/>
          </p:nvSpPr>
          <p:spPr bwMode="auto">
            <a:xfrm>
              <a:off x="5547153" y="2697761"/>
              <a:ext cx="1089278" cy="662788"/>
            </a:xfrm>
            <a:custGeom>
              <a:avLst/>
              <a:gdLst>
                <a:gd name="T0" fmla="*/ 2147483646 w 3931"/>
                <a:gd name="T1" fmla="*/ 2147483646 h 2392"/>
                <a:gd name="T2" fmla="*/ 2147483646 w 3931"/>
                <a:gd name="T3" fmla="*/ 2147483646 h 2392"/>
                <a:gd name="T4" fmla="*/ 2147483646 w 3931"/>
                <a:gd name="T5" fmla="*/ 2147483646 h 2392"/>
                <a:gd name="T6" fmla="*/ 2147483646 w 3931"/>
                <a:gd name="T7" fmla="*/ 2147483646 h 2392"/>
                <a:gd name="T8" fmla="*/ 2147483646 w 3931"/>
                <a:gd name="T9" fmla="*/ 2147483646 h 2392"/>
                <a:gd name="T10" fmla="*/ 2147483646 w 3931"/>
                <a:gd name="T11" fmla="*/ 2147483646 h 2392"/>
                <a:gd name="T12" fmla="*/ 2147483646 w 3931"/>
                <a:gd name="T13" fmla="*/ 2147483646 h 2392"/>
                <a:gd name="T14" fmla="*/ 2147483646 w 3931"/>
                <a:gd name="T15" fmla="*/ 2147483646 h 2392"/>
                <a:gd name="T16" fmla="*/ 2147483646 w 3931"/>
                <a:gd name="T17" fmla="*/ 2147483646 h 2392"/>
                <a:gd name="T18" fmla="*/ 2147483646 w 3931"/>
                <a:gd name="T19" fmla="*/ 2147483646 h 2392"/>
                <a:gd name="T20" fmla="*/ 2147483646 w 3931"/>
                <a:gd name="T21" fmla="*/ 2147483646 h 2392"/>
                <a:gd name="T22" fmla="*/ 2147483646 w 3931"/>
                <a:gd name="T23" fmla="*/ 2147483646 h 2392"/>
                <a:gd name="T24" fmla="*/ 2147483646 w 3931"/>
                <a:gd name="T25" fmla="*/ 2147483646 h 2392"/>
                <a:gd name="T26" fmla="*/ 0 w 3931"/>
                <a:gd name="T27" fmla="*/ 2147483646 h 2392"/>
                <a:gd name="T28" fmla="*/ 2147483646 w 3931"/>
                <a:gd name="T29" fmla="*/ 0 h 2392"/>
                <a:gd name="T30" fmla="*/ 2147483646 w 3931"/>
                <a:gd name="T31" fmla="*/ 2147483646 h 2392"/>
                <a:gd name="T32" fmla="*/ 2147483646 w 3931"/>
                <a:gd name="T33" fmla="*/ 2147483646 h 2392"/>
                <a:gd name="T34" fmla="*/ 2147483646 w 3931"/>
                <a:gd name="T35" fmla="*/ 2147483646 h 2392"/>
                <a:gd name="T36" fmla="*/ 2147483646 w 3931"/>
                <a:gd name="T37" fmla="*/ 2147483646 h 2392"/>
                <a:gd name="T38" fmla="*/ 2147483646 w 3931"/>
                <a:gd name="T39" fmla="*/ 2147483646 h 2392"/>
                <a:gd name="T40" fmla="*/ 2147483646 w 3931"/>
                <a:gd name="T41" fmla="*/ 2147483646 h 2392"/>
                <a:gd name="T42" fmla="*/ 2147483646 w 3931"/>
                <a:gd name="T43" fmla="*/ 2147483646 h 2392"/>
                <a:gd name="T44" fmla="*/ 2147483646 w 3931"/>
                <a:gd name="T45" fmla="*/ 2147483646 h 2392"/>
                <a:gd name="T46" fmla="*/ 2147483646 w 3931"/>
                <a:gd name="T47" fmla="*/ 2147483646 h 2392"/>
                <a:gd name="T48" fmla="*/ 2147483646 w 3931"/>
                <a:gd name="T49" fmla="*/ 2147483646 h 2392"/>
                <a:gd name="T50" fmla="*/ 2147483646 w 3931"/>
                <a:gd name="T51" fmla="*/ 2147483646 h 2392"/>
                <a:gd name="T52" fmla="*/ 2147483646 w 3931"/>
                <a:gd name="T53" fmla="*/ 2147483646 h 2392"/>
                <a:gd name="T54" fmla="*/ 2147483646 w 3931"/>
                <a:gd name="T55" fmla="*/ 2147483646 h 2392"/>
                <a:gd name="T56" fmla="*/ 2147483646 w 3931"/>
                <a:gd name="T57" fmla="*/ 2147483646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cxnSp>
        <p:nvCxnSpPr>
          <p:cNvPr id="10" name="Straight Connector 3">
            <a:extLst>
              <a:ext uri="{FF2B5EF4-FFF2-40B4-BE49-F238E27FC236}">
                <a16:creationId xmlns:a16="http://schemas.microsoft.com/office/drawing/2014/main" id="{9EA5DEBE-4F70-4FC8-9601-2EC01E58441A}"/>
              </a:ext>
            </a:extLst>
          </p:cNvPr>
          <p:cNvCxnSpPr>
            <a:stCxn id="27" idx="5"/>
            <a:endCxn id="21" idx="1"/>
          </p:cNvCxnSpPr>
          <p:nvPr/>
        </p:nvCxnSpPr>
        <p:spPr>
          <a:xfrm>
            <a:off x="1903413" y="2503488"/>
            <a:ext cx="601662" cy="598487"/>
          </a:xfrm>
          <a:prstGeom prst="line">
            <a:avLst/>
          </a:prstGeom>
          <a:ln w="9525" cap="rnd">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5">
            <a:extLst>
              <a:ext uri="{FF2B5EF4-FFF2-40B4-BE49-F238E27FC236}">
                <a16:creationId xmlns:a16="http://schemas.microsoft.com/office/drawing/2014/main" id="{D2B15414-92EA-4523-8F13-D18B2AB1842B}"/>
              </a:ext>
            </a:extLst>
          </p:cNvPr>
          <p:cNvCxnSpPr>
            <a:stCxn id="21" idx="3"/>
            <a:endCxn id="33" idx="7"/>
          </p:cNvCxnSpPr>
          <p:nvPr/>
        </p:nvCxnSpPr>
        <p:spPr>
          <a:xfrm flipH="1">
            <a:off x="1524000" y="4051300"/>
            <a:ext cx="981075" cy="693738"/>
          </a:xfrm>
          <a:prstGeom prst="line">
            <a:avLst/>
          </a:prstGeom>
          <a:ln w="9525" cap="rnd">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8">
            <a:extLst>
              <a:ext uri="{FF2B5EF4-FFF2-40B4-BE49-F238E27FC236}">
                <a16:creationId xmlns:a16="http://schemas.microsoft.com/office/drawing/2014/main" id="{C2689542-422C-4777-9B89-38D3A4CC69BC}"/>
              </a:ext>
            </a:extLst>
          </p:cNvPr>
          <p:cNvCxnSpPr>
            <a:stCxn id="21" idx="5"/>
            <a:endCxn id="24" idx="1"/>
          </p:cNvCxnSpPr>
          <p:nvPr/>
        </p:nvCxnSpPr>
        <p:spPr>
          <a:xfrm>
            <a:off x="3455988" y="4051300"/>
            <a:ext cx="241300" cy="242888"/>
          </a:xfrm>
          <a:prstGeom prst="line">
            <a:avLst/>
          </a:prstGeom>
          <a:ln w="9525" cap="rnd">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1">
            <a:extLst>
              <a:ext uri="{FF2B5EF4-FFF2-40B4-BE49-F238E27FC236}">
                <a16:creationId xmlns:a16="http://schemas.microsoft.com/office/drawing/2014/main" id="{2CE190BF-93E7-4FDB-A57F-F462AACA3536}"/>
              </a:ext>
            </a:extLst>
          </p:cNvPr>
          <p:cNvCxnSpPr>
            <a:stCxn id="21" idx="7"/>
            <a:endCxn id="30" idx="2"/>
          </p:cNvCxnSpPr>
          <p:nvPr/>
        </p:nvCxnSpPr>
        <p:spPr>
          <a:xfrm flipV="1">
            <a:off x="3455988" y="2832100"/>
            <a:ext cx="1073150" cy="269875"/>
          </a:xfrm>
          <a:prstGeom prst="line">
            <a:avLst/>
          </a:prstGeom>
          <a:ln w="9525" cap="rnd">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20">
            <a:extLst>
              <a:ext uri="{FF2B5EF4-FFF2-40B4-BE49-F238E27FC236}">
                <a16:creationId xmlns:a16="http://schemas.microsoft.com/office/drawing/2014/main" id="{FCC34FA6-11BC-48EA-83FD-9AE1BD3B6777}"/>
              </a:ext>
            </a:extLst>
          </p:cNvPr>
          <p:cNvCxnSpPr>
            <a:stCxn id="30" idx="6"/>
            <a:endCxn id="18" idx="1"/>
          </p:cNvCxnSpPr>
          <p:nvPr/>
        </p:nvCxnSpPr>
        <p:spPr>
          <a:xfrm>
            <a:off x="5153025" y="2832100"/>
            <a:ext cx="984250" cy="528638"/>
          </a:xfrm>
          <a:prstGeom prst="line">
            <a:avLst/>
          </a:prstGeom>
          <a:ln w="9525" cap="rnd">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35">
            <a:extLst>
              <a:ext uri="{FF2B5EF4-FFF2-40B4-BE49-F238E27FC236}">
                <a16:creationId xmlns:a16="http://schemas.microsoft.com/office/drawing/2014/main" id="{6C6D3210-A496-414E-8007-37662486BEFC}"/>
              </a:ext>
            </a:extLst>
          </p:cNvPr>
          <p:cNvCxnSpPr>
            <a:stCxn id="24" idx="6"/>
            <a:endCxn id="16" idx="2"/>
          </p:cNvCxnSpPr>
          <p:nvPr/>
        </p:nvCxnSpPr>
        <p:spPr>
          <a:xfrm flipV="1">
            <a:off x="4516438" y="4370388"/>
            <a:ext cx="800100" cy="261937"/>
          </a:xfrm>
          <a:prstGeom prst="line">
            <a:avLst/>
          </a:prstGeom>
          <a:ln w="9525" cap="rnd">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6" name="Oval 30">
            <a:extLst>
              <a:ext uri="{FF2B5EF4-FFF2-40B4-BE49-F238E27FC236}">
                <a16:creationId xmlns:a16="http://schemas.microsoft.com/office/drawing/2014/main" id="{185D1812-A5E4-4E36-89AB-421782BED509}"/>
              </a:ext>
            </a:extLst>
          </p:cNvPr>
          <p:cNvSpPr/>
          <p:nvPr/>
        </p:nvSpPr>
        <p:spPr>
          <a:xfrm>
            <a:off x="5316538" y="4130675"/>
            <a:ext cx="479425" cy="479425"/>
          </a:xfrm>
          <a:prstGeom prst="ellipse">
            <a:avLst/>
          </a:prstGeom>
          <a:solidFill>
            <a:srgbClr val="4B649F"/>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18" name="Oval 33">
            <a:extLst>
              <a:ext uri="{FF2B5EF4-FFF2-40B4-BE49-F238E27FC236}">
                <a16:creationId xmlns:a16="http://schemas.microsoft.com/office/drawing/2014/main" id="{6DBFC14A-7F82-457E-8F48-DCDB7CFCE34A}"/>
              </a:ext>
            </a:extLst>
          </p:cNvPr>
          <p:cNvSpPr/>
          <p:nvPr/>
        </p:nvSpPr>
        <p:spPr>
          <a:xfrm>
            <a:off x="5967413" y="3192463"/>
            <a:ext cx="1152525" cy="1150937"/>
          </a:xfrm>
          <a:prstGeom prst="ellipse">
            <a:avLst/>
          </a:prstGeom>
          <a:solidFill>
            <a:srgbClr val="7DB1CD"/>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44047" name="Freeform 6">
            <a:extLst>
              <a:ext uri="{FF2B5EF4-FFF2-40B4-BE49-F238E27FC236}">
                <a16:creationId xmlns:a16="http://schemas.microsoft.com/office/drawing/2014/main" id="{B7A05553-C2BE-4536-B028-B7ADAB8E2AB0}"/>
              </a:ext>
            </a:extLst>
          </p:cNvPr>
          <p:cNvSpPr>
            <a:spLocks noEditPoints="1" noChangeArrowheads="1"/>
          </p:cNvSpPr>
          <p:nvPr/>
        </p:nvSpPr>
        <p:spPr bwMode="auto">
          <a:xfrm>
            <a:off x="6310313" y="3533775"/>
            <a:ext cx="468312" cy="468313"/>
          </a:xfrm>
          <a:custGeom>
            <a:avLst/>
            <a:gdLst>
              <a:gd name="T0" fmla="*/ 2147483646 w 360"/>
              <a:gd name="T1" fmla="*/ 2147483646 h 360"/>
              <a:gd name="T2" fmla="*/ 2147483646 w 360"/>
              <a:gd name="T3" fmla="*/ 2147483646 h 360"/>
              <a:gd name="T4" fmla="*/ 2147483646 w 360"/>
              <a:gd name="T5" fmla="*/ 2147483646 h 360"/>
              <a:gd name="T6" fmla="*/ 2147483646 w 360"/>
              <a:gd name="T7" fmla="*/ 2147483646 h 360"/>
              <a:gd name="T8" fmla="*/ 2147483646 w 360"/>
              <a:gd name="T9" fmla="*/ 2147483646 h 360"/>
              <a:gd name="T10" fmla="*/ 2147483646 w 360"/>
              <a:gd name="T11" fmla="*/ 2147483646 h 360"/>
              <a:gd name="T12" fmla="*/ 2147483646 w 360"/>
              <a:gd name="T13" fmla="*/ 2147483646 h 360"/>
              <a:gd name="T14" fmla="*/ 2147483646 w 360"/>
              <a:gd name="T15" fmla="*/ 2147483646 h 360"/>
              <a:gd name="T16" fmla="*/ 2147483646 w 360"/>
              <a:gd name="T17" fmla="*/ 2147483646 h 360"/>
              <a:gd name="T18" fmla="*/ 2147483646 w 360"/>
              <a:gd name="T19" fmla="*/ 2147483646 h 360"/>
              <a:gd name="T20" fmla="*/ 2147483646 w 360"/>
              <a:gd name="T21" fmla="*/ 2147483646 h 360"/>
              <a:gd name="T22" fmla="*/ 2147483646 w 360"/>
              <a:gd name="T23" fmla="*/ 2147483646 h 360"/>
              <a:gd name="T24" fmla="*/ 2147483646 w 360"/>
              <a:gd name="T25" fmla="*/ 2147483646 h 360"/>
              <a:gd name="T26" fmla="*/ 2147483646 w 360"/>
              <a:gd name="T27" fmla="*/ 2147483646 h 360"/>
              <a:gd name="T28" fmla="*/ 2147483646 w 360"/>
              <a:gd name="T29" fmla="*/ 2147483646 h 360"/>
              <a:gd name="T30" fmla="*/ 2147483646 w 360"/>
              <a:gd name="T31" fmla="*/ 2147483646 h 360"/>
              <a:gd name="T32" fmla="*/ 2147483646 w 360"/>
              <a:gd name="T33" fmla="*/ 0 h 360"/>
              <a:gd name="T34" fmla="*/ 2147483646 w 360"/>
              <a:gd name="T35" fmla="*/ 0 h 360"/>
              <a:gd name="T36" fmla="*/ 0 w 360"/>
              <a:gd name="T37" fmla="*/ 2147483646 h 360"/>
              <a:gd name="T38" fmla="*/ 0 w 360"/>
              <a:gd name="T39" fmla="*/ 2147483646 h 360"/>
              <a:gd name="T40" fmla="*/ 2147483646 w 360"/>
              <a:gd name="T41" fmla="*/ 2147483646 h 360"/>
              <a:gd name="T42" fmla="*/ 2147483646 w 360"/>
              <a:gd name="T43" fmla="*/ 2147483646 h 360"/>
              <a:gd name="T44" fmla="*/ 2147483646 w 360"/>
              <a:gd name="T45" fmla="*/ 2147483646 h 360"/>
              <a:gd name="T46" fmla="*/ 2147483646 w 360"/>
              <a:gd name="T47" fmla="*/ 2147483646 h 360"/>
              <a:gd name="T48" fmla="*/ 2147483646 w 360"/>
              <a:gd name="T49" fmla="*/ 2147483646 h 360"/>
              <a:gd name="T50" fmla="*/ 2147483646 w 360"/>
              <a:gd name="T51" fmla="*/ 2147483646 h 360"/>
              <a:gd name="T52" fmla="*/ 2147483646 w 360"/>
              <a:gd name="T53" fmla="*/ 2147483646 h 360"/>
              <a:gd name="T54" fmla="*/ 2147483646 w 360"/>
              <a:gd name="T55" fmla="*/ 2147483646 h 360"/>
              <a:gd name="T56" fmla="*/ 2147483646 w 360"/>
              <a:gd name="T57" fmla="*/ 2147483646 h 360"/>
              <a:gd name="T58" fmla="*/ 2147483646 w 360"/>
              <a:gd name="T59" fmla="*/ 2147483646 h 360"/>
              <a:gd name="T60" fmla="*/ 2147483646 w 360"/>
              <a:gd name="T61" fmla="*/ 2147483646 h 360"/>
              <a:gd name="T62" fmla="*/ 2147483646 w 360"/>
              <a:gd name="T63" fmla="*/ 2147483646 h 3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60" h="360">
                <a:moveTo>
                  <a:pt x="60" y="320"/>
                </a:moveTo>
                <a:cubicBezTo>
                  <a:pt x="60" y="342"/>
                  <a:pt x="78" y="360"/>
                  <a:pt x="100" y="360"/>
                </a:cubicBezTo>
                <a:cubicBezTo>
                  <a:pt x="122" y="360"/>
                  <a:pt x="140" y="342"/>
                  <a:pt x="140" y="320"/>
                </a:cubicBezTo>
                <a:cubicBezTo>
                  <a:pt x="140" y="298"/>
                  <a:pt x="122" y="280"/>
                  <a:pt x="100" y="280"/>
                </a:cubicBezTo>
                <a:cubicBezTo>
                  <a:pt x="78" y="280"/>
                  <a:pt x="60" y="298"/>
                  <a:pt x="60" y="320"/>
                </a:cubicBezTo>
                <a:close/>
                <a:moveTo>
                  <a:pt x="260" y="320"/>
                </a:moveTo>
                <a:cubicBezTo>
                  <a:pt x="260" y="342"/>
                  <a:pt x="278" y="360"/>
                  <a:pt x="300" y="360"/>
                </a:cubicBezTo>
                <a:cubicBezTo>
                  <a:pt x="322" y="360"/>
                  <a:pt x="340" y="342"/>
                  <a:pt x="340" y="320"/>
                </a:cubicBezTo>
                <a:cubicBezTo>
                  <a:pt x="340" y="298"/>
                  <a:pt x="322" y="280"/>
                  <a:pt x="300" y="280"/>
                </a:cubicBezTo>
                <a:cubicBezTo>
                  <a:pt x="278" y="280"/>
                  <a:pt x="260" y="298"/>
                  <a:pt x="260" y="320"/>
                </a:cubicBezTo>
                <a:close/>
                <a:moveTo>
                  <a:pt x="131" y="225"/>
                </a:moveTo>
                <a:cubicBezTo>
                  <a:pt x="352" y="162"/>
                  <a:pt x="352" y="162"/>
                  <a:pt x="352" y="162"/>
                </a:cubicBezTo>
                <a:cubicBezTo>
                  <a:pt x="356" y="161"/>
                  <a:pt x="360" y="156"/>
                  <a:pt x="360" y="152"/>
                </a:cubicBezTo>
                <a:cubicBezTo>
                  <a:pt x="360" y="42"/>
                  <a:pt x="360" y="42"/>
                  <a:pt x="360" y="42"/>
                </a:cubicBezTo>
                <a:cubicBezTo>
                  <a:pt x="78" y="42"/>
                  <a:pt x="78" y="42"/>
                  <a:pt x="78" y="42"/>
                </a:cubicBezTo>
                <a:cubicBezTo>
                  <a:pt x="78" y="8"/>
                  <a:pt x="78" y="8"/>
                  <a:pt x="78" y="8"/>
                </a:cubicBezTo>
                <a:cubicBezTo>
                  <a:pt x="78" y="3"/>
                  <a:pt x="74" y="0"/>
                  <a:pt x="70" y="0"/>
                </a:cubicBezTo>
                <a:cubicBezTo>
                  <a:pt x="8" y="0"/>
                  <a:pt x="8" y="0"/>
                  <a:pt x="8" y="0"/>
                </a:cubicBezTo>
                <a:cubicBezTo>
                  <a:pt x="3" y="0"/>
                  <a:pt x="0" y="3"/>
                  <a:pt x="0" y="8"/>
                </a:cubicBezTo>
                <a:cubicBezTo>
                  <a:pt x="0" y="40"/>
                  <a:pt x="0" y="40"/>
                  <a:pt x="0" y="40"/>
                </a:cubicBezTo>
                <a:cubicBezTo>
                  <a:pt x="39" y="40"/>
                  <a:pt x="39" y="40"/>
                  <a:pt x="39" y="40"/>
                </a:cubicBezTo>
                <a:cubicBezTo>
                  <a:pt x="78" y="221"/>
                  <a:pt x="78" y="221"/>
                  <a:pt x="78" y="221"/>
                </a:cubicBezTo>
                <a:cubicBezTo>
                  <a:pt x="82" y="240"/>
                  <a:pt x="82" y="240"/>
                  <a:pt x="82" y="240"/>
                </a:cubicBezTo>
                <a:cubicBezTo>
                  <a:pt x="82" y="270"/>
                  <a:pt x="82" y="270"/>
                  <a:pt x="82" y="270"/>
                </a:cubicBezTo>
                <a:cubicBezTo>
                  <a:pt x="82" y="274"/>
                  <a:pt x="85" y="278"/>
                  <a:pt x="90" y="278"/>
                </a:cubicBezTo>
                <a:cubicBezTo>
                  <a:pt x="100" y="278"/>
                  <a:pt x="100" y="278"/>
                  <a:pt x="100" y="278"/>
                </a:cubicBezTo>
                <a:cubicBezTo>
                  <a:pt x="300" y="278"/>
                  <a:pt x="300" y="278"/>
                  <a:pt x="300" y="278"/>
                </a:cubicBezTo>
                <a:cubicBezTo>
                  <a:pt x="352" y="278"/>
                  <a:pt x="352" y="278"/>
                  <a:pt x="352" y="278"/>
                </a:cubicBezTo>
                <a:cubicBezTo>
                  <a:pt x="356" y="278"/>
                  <a:pt x="360" y="274"/>
                  <a:pt x="360" y="270"/>
                </a:cubicBezTo>
                <a:cubicBezTo>
                  <a:pt x="360" y="240"/>
                  <a:pt x="360" y="240"/>
                  <a:pt x="360" y="240"/>
                </a:cubicBezTo>
                <a:cubicBezTo>
                  <a:pt x="135" y="240"/>
                  <a:pt x="135" y="240"/>
                  <a:pt x="135" y="240"/>
                </a:cubicBezTo>
                <a:cubicBezTo>
                  <a:pt x="112" y="240"/>
                  <a:pt x="111" y="231"/>
                  <a:pt x="131" y="2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sp>
        <p:nvSpPr>
          <p:cNvPr id="21" name="Oval 22">
            <a:extLst>
              <a:ext uri="{FF2B5EF4-FFF2-40B4-BE49-F238E27FC236}">
                <a16:creationId xmlns:a16="http://schemas.microsoft.com/office/drawing/2014/main" id="{CFD877D5-DFB1-4D68-8617-C04EA77364A7}"/>
              </a:ext>
            </a:extLst>
          </p:cNvPr>
          <p:cNvSpPr/>
          <p:nvPr/>
        </p:nvSpPr>
        <p:spPr>
          <a:xfrm>
            <a:off x="2308225" y="2905125"/>
            <a:ext cx="1344613" cy="1343025"/>
          </a:xfrm>
          <a:prstGeom prst="ellipse">
            <a:avLst/>
          </a:prstGeom>
          <a:solidFill>
            <a:srgbClr val="7DB1CD"/>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44049" name="Freeform 11">
            <a:extLst>
              <a:ext uri="{FF2B5EF4-FFF2-40B4-BE49-F238E27FC236}">
                <a16:creationId xmlns:a16="http://schemas.microsoft.com/office/drawing/2014/main" id="{016603B4-74C4-44F4-96C4-CA3D69E1404E}"/>
              </a:ext>
            </a:extLst>
          </p:cNvPr>
          <p:cNvSpPr>
            <a:spLocks noChangeArrowheads="1"/>
          </p:cNvSpPr>
          <p:nvPr/>
        </p:nvSpPr>
        <p:spPr bwMode="auto">
          <a:xfrm>
            <a:off x="2578100" y="3192463"/>
            <a:ext cx="803275" cy="709612"/>
          </a:xfrm>
          <a:custGeom>
            <a:avLst/>
            <a:gdLst>
              <a:gd name="T0" fmla="*/ 2147483646 w 367"/>
              <a:gd name="T1" fmla="*/ 2147483646 h 324"/>
              <a:gd name="T2" fmla="*/ 2147483646 w 367"/>
              <a:gd name="T3" fmla="*/ 2147483646 h 324"/>
              <a:gd name="T4" fmla="*/ 2147483646 w 367"/>
              <a:gd name="T5" fmla="*/ 2147483646 h 324"/>
              <a:gd name="T6" fmla="*/ 2147483646 w 367"/>
              <a:gd name="T7" fmla="*/ 2147483646 h 324"/>
              <a:gd name="T8" fmla="*/ 2147483646 w 367"/>
              <a:gd name="T9" fmla="*/ 2147483646 h 324"/>
              <a:gd name="T10" fmla="*/ 2147483646 w 367"/>
              <a:gd name="T11" fmla="*/ 2147483646 h 324"/>
              <a:gd name="T12" fmla="*/ 2147483646 w 367"/>
              <a:gd name="T13" fmla="*/ 2147483646 h 324"/>
              <a:gd name="T14" fmla="*/ 2147483646 w 367"/>
              <a:gd name="T15" fmla="*/ 2147483646 h 324"/>
              <a:gd name="T16" fmla="*/ 2147483646 w 367"/>
              <a:gd name="T17" fmla="*/ 2147483646 h 324"/>
              <a:gd name="T18" fmla="*/ 2147483646 w 367"/>
              <a:gd name="T19" fmla="*/ 2147483646 h 324"/>
              <a:gd name="T20" fmla="*/ 2147483646 w 367"/>
              <a:gd name="T21" fmla="*/ 2147483646 h 324"/>
              <a:gd name="T22" fmla="*/ 2147483646 w 367"/>
              <a:gd name="T23" fmla="*/ 2147483646 h 324"/>
              <a:gd name="T24" fmla="*/ 2147483646 w 367"/>
              <a:gd name="T25" fmla="*/ 2147483646 h 324"/>
              <a:gd name="T26" fmla="*/ 2147483646 w 367"/>
              <a:gd name="T27" fmla="*/ 2147483646 h 324"/>
              <a:gd name="T28" fmla="*/ 2147483646 w 367"/>
              <a:gd name="T29" fmla="*/ 2147483646 h 324"/>
              <a:gd name="T30" fmla="*/ 2147483646 w 367"/>
              <a:gd name="T31" fmla="*/ 2147483646 h 324"/>
              <a:gd name="T32" fmla="*/ 2147483646 w 367"/>
              <a:gd name="T33" fmla="*/ 2147483646 h 3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67" h="324">
                <a:moveTo>
                  <a:pt x="359" y="169"/>
                </a:moveTo>
                <a:cubicBezTo>
                  <a:pt x="199" y="8"/>
                  <a:pt x="199" y="8"/>
                  <a:pt x="199" y="8"/>
                </a:cubicBezTo>
                <a:cubicBezTo>
                  <a:pt x="190" y="0"/>
                  <a:pt x="177" y="0"/>
                  <a:pt x="169" y="8"/>
                </a:cubicBezTo>
                <a:cubicBezTo>
                  <a:pt x="8" y="169"/>
                  <a:pt x="8" y="169"/>
                  <a:pt x="8" y="169"/>
                </a:cubicBezTo>
                <a:cubicBezTo>
                  <a:pt x="0" y="177"/>
                  <a:pt x="3" y="184"/>
                  <a:pt x="15" y="184"/>
                </a:cubicBezTo>
                <a:cubicBezTo>
                  <a:pt x="49" y="184"/>
                  <a:pt x="49" y="184"/>
                  <a:pt x="49" y="184"/>
                </a:cubicBezTo>
                <a:cubicBezTo>
                  <a:pt x="49" y="308"/>
                  <a:pt x="49" y="308"/>
                  <a:pt x="49" y="308"/>
                </a:cubicBezTo>
                <a:cubicBezTo>
                  <a:pt x="49" y="317"/>
                  <a:pt x="49" y="324"/>
                  <a:pt x="65" y="324"/>
                </a:cubicBezTo>
                <a:cubicBezTo>
                  <a:pt x="143" y="324"/>
                  <a:pt x="143" y="324"/>
                  <a:pt x="143" y="324"/>
                </a:cubicBezTo>
                <a:cubicBezTo>
                  <a:pt x="143" y="200"/>
                  <a:pt x="143" y="200"/>
                  <a:pt x="143" y="200"/>
                </a:cubicBezTo>
                <a:cubicBezTo>
                  <a:pt x="225" y="200"/>
                  <a:pt x="225" y="200"/>
                  <a:pt x="225" y="200"/>
                </a:cubicBezTo>
                <a:cubicBezTo>
                  <a:pt x="225" y="324"/>
                  <a:pt x="225" y="324"/>
                  <a:pt x="225" y="324"/>
                </a:cubicBezTo>
                <a:cubicBezTo>
                  <a:pt x="306" y="324"/>
                  <a:pt x="306" y="324"/>
                  <a:pt x="306" y="324"/>
                </a:cubicBezTo>
                <a:cubicBezTo>
                  <a:pt x="319" y="324"/>
                  <a:pt x="319" y="317"/>
                  <a:pt x="319" y="308"/>
                </a:cubicBezTo>
                <a:cubicBezTo>
                  <a:pt x="319" y="184"/>
                  <a:pt x="319" y="184"/>
                  <a:pt x="319" y="184"/>
                </a:cubicBezTo>
                <a:cubicBezTo>
                  <a:pt x="352" y="184"/>
                  <a:pt x="352" y="184"/>
                  <a:pt x="352" y="184"/>
                </a:cubicBezTo>
                <a:cubicBezTo>
                  <a:pt x="364" y="184"/>
                  <a:pt x="367" y="177"/>
                  <a:pt x="359" y="16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sp>
        <p:nvSpPr>
          <p:cNvPr id="24" name="Oval 29">
            <a:extLst>
              <a:ext uri="{FF2B5EF4-FFF2-40B4-BE49-F238E27FC236}">
                <a16:creationId xmlns:a16="http://schemas.microsoft.com/office/drawing/2014/main" id="{88055841-A619-469E-AA02-AB4B2178078E}"/>
              </a:ext>
            </a:extLst>
          </p:cNvPr>
          <p:cNvSpPr/>
          <p:nvPr/>
        </p:nvSpPr>
        <p:spPr>
          <a:xfrm>
            <a:off x="3556000" y="4152900"/>
            <a:ext cx="960438" cy="960438"/>
          </a:xfrm>
          <a:prstGeom prst="ellipse">
            <a:avLst/>
          </a:prstGeom>
          <a:solidFill>
            <a:srgbClr val="4B649F"/>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44051" name="Freeform 16">
            <a:extLst>
              <a:ext uri="{FF2B5EF4-FFF2-40B4-BE49-F238E27FC236}">
                <a16:creationId xmlns:a16="http://schemas.microsoft.com/office/drawing/2014/main" id="{A79C66D2-9BFB-4241-8B90-9DD58FE7F4BD}"/>
              </a:ext>
            </a:extLst>
          </p:cNvPr>
          <p:cNvSpPr>
            <a:spLocks noEditPoints="1" noChangeArrowheads="1"/>
          </p:cNvSpPr>
          <p:nvPr/>
        </p:nvSpPr>
        <p:spPr bwMode="auto">
          <a:xfrm>
            <a:off x="3906838" y="4432300"/>
            <a:ext cx="242887" cy="409575"/>
          </a:xfrm>
          <a:custGeom>
            <a:avLst/>
            <a:gdLst>
              <a:gd name="T0" fmla="*/ 2147483646 w 232"/>
              <a:gd name="T1" fmla="*/ 0 h 392"/>
              <a:gd name="T2" fmla="*/ 2147483646 w 232"/>
              <a:gd name="T3" fmla="*/ 0 h 392"/>
              <a:gd name="T4" fmla="*/ 0 w 232"/>
              <a:gd name="T5" fmla="*/ 2147483646 h 392"/>
              <a:gd name="T6" fmla="*/ 0 w 232"/>
              <a:gd name="T7" fmla="*/ 2147483646 h 392"/>
              <a:gd name="T8" fmla="*/ 2147483646 w 232"/>
              <a:gd name="T9" fmla="*/ 2147483646 h 392"/>
              <a:gd name="T10" fmla="*/ 2147483646 w 232"/>
              <a:gd name="T11" fmla="*/ 2147483646 h 392"/>
              <a:gd name="T12" fmla="*/ 2147483646 w 232"/>
              <a:gd name="T13" fmla="*/ 2147483646 h 392"/>
              <a:gd name="T14" fmla="*/ 2147483646 w 232"/>
              <a:gd name="T15" fmla="*/ 2147483646 h 392"/>
              <a:gd name="T16" fmla="*/ 2147483646 w 232"/>
              <a:gd name="T17" fmla="*/ 0 h 392"/>
              <a:gd name="T18" fmla="*/ 2147483646 w 232"/>
              <a:gd name="T19" fmla="*/ 2147483646 h 392"/>
              <a:gd name="T20" fmla="*/ 2147483646 w 232"/>
              <a:gd name="T21" fmla="*/ 2147483646 h 392"/>
              <a:gd name="T22" fmla="*/ 2147483646 w 232"/>
              <a:gd name="T23" fmla="*/ 2147483646 h 392"/>
              <a:gd name="T24" fmla="*/ 2147483646 w 232"/>
              <a:gd name="T25" fmla="*/ 2147483646 h 392"/>
              <a:gd name="T26" fmla="*/ 2147483646 w 232"/>
              <a:gd name="T27" fmla="*/ 2147483646 h 392"/>
              <a:gd name="T28" fmla="*/ 2147483646 w 232"/>
              <a:gd name="T29" fmla="*/ 2147483646 h 392"/>
              <a:gd name="T30" fmla="*/ 2147483646 w 232"/>
              <a:gd name="T31" fmla="*/ 2147483646 h 392"/>
              <a:gd name="T32" fmla="*/ 2147483646 w 232"/>
              <a:gd name="T33" fmla="*/ 2147483646 h 392"/>
              <a:gd name="T34" fmla="*/ 2147483646 w 232"/>
              <a:gd name="T35" fmla="*/ 2147483646 h 392"/>
              <a:gd name="T36" fmla="*/ 2147483646 w 232"/>
              <a:gd name="T37" fmla="*/ 2147483646 h 3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32" h="392">
                <a:moveTo>
                  <a:pt x="192" y="0"/>
                </a:moveTo>
                <a:cubicBezTo>
                  <a:pt x="40" y="0"/>
                  <a:pt x="40" y="0"/>
                  <a:pt x="40" y="0"/>
                </a:cubicBezTo>
                <a:cubicBezTo>
                  <a:pt x="18" y="0"/>
                  <a:pt x="0" y="18"/>
                  <a:pt x="0" y="40"/>
                </a:cubicBezTo>
                <a:cubicBezTo>
                  <a:pt x="0" y="352"/>
                  <a:pt x="0" y="352"/>
                  <a:pt x="0" y="352"/>
                </a:cubicBezTo>
                <a:cubicBezTo>
                  <a:pt x="0" y="374"/>
                  <a:pt x="18" y="392"/>
                  <a:pt x="40" y="392"/>
                </a:cubicBezTo>
                <a:cubicBezTo>
                  <a:pt x="192" y="392"/>
                  <a:pt x="192" y="392"/>
                  <a:pt x="192" y="392"/>
                </a:cubicBezTo>
                <a:cubicBezTo>
                  <a:pt x="214" y="392"/>
                  <a:pt x="232" y="374"/>
                  <a:pt x="232" y="352"/>
                </a:cubicBezTo>
                <a:cubicBezTo>
                  <a:pt x="232" y="40"/>
                  <a:pt x="232" y="40"/>
                  <a:pt x="232" y="40"/>
                </a:cubicBezTo>
                <a:cubicBezTo>
                  <a:pt x="232" y="18"/>
                  <a:pt x="214" y="0"/>
                  <a:pt x="192" y="0"/>
                </a:cubicBezTo>
                <a:close/>
                <a:moveTo>
                  <a:pt x="116" y="376"/>
                </a:moveTo>
                <a:cubicBezTo>
                  <a:pt x="101" y="376"/>
                  <a:pt x="88" y="367"/>
                  <a:pt x="88" y="356"/>
                </a:cubicBezTo>
                <a:cubicBezTo>
                  <a:pt x="88" y="345"/>
                  <a:pt x="101" y="336"/>
                  <a:pt x="116" y="336"/>
                </a:cubicBezTo>
                <a:cubicBezTo>
                  <a:pt x="131" y="336"/>
                  <a:pt x="144" y="345"/>
                  <a:pt x="144" y="356"/>
                </a:cubicBezTo>
                <a:cubicBezTo>
                  <a:pt x="144" y="367"/>
                  <a:pt x="131" y="376"/>
                  <a:pt x="116" y="376"/>
                </a:cubicBezTo>
                <a:close/>
                <a:moveTo>
                  <a:pt x="200" y="316"/>
                </a:moveTo>
                <a:cubicBezTo>
                  <a:pt x="32" y="316"/>
                  <a:pt x="32" y="316"/>
                  <a:pt x="32" y="316"/>
                </a:cubicBezTo>
                <a:cubicBezTo>
                  <a:pt x="32" y="52"/>
                  <a:pt x="32" y="52"/>
                  <a:pt x="32" y="52"/>
                </a:cubicBezTo>
                <a:cubicBezTo>
                  <a:pt x="200" y="52"/>
                  <a:pt x="200" y="52"/>
                  <a:pt x="200" y="52"/>
                </a:cubicBezTo>
                <a:lnTo>
                  <a:pt x="200" y="31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sp>
        <p:nvSpPr>
          <p:cNvPr id="27" name="Oval 23">
            <a:extLst>
              <a:ext uri="{FF2B5EF4-FFF2-40B4-BE49-F238E27FC236}">
                <a16:creationId xmlns:a16="http://schemas.microsoft.com/office/drawing/2014/main" id="{48FBD5F6-7601-49D3-B87E-D9F08358566C}"/>
              </a:ext>
            </a:extLst>
          </p:cNvPr>
          <p:cNvSpPr/>
          <p:nvPr/>
        </p:nvSpPr>
        <p:spPr>
          <a:xfrm>
            <a:off x="1247775" y="1847850"/>
            <a:ext cx="768350" cy="768350"/>
          </a:xfrm>
          <a:prstGeom prst="ellipse">
            <a:avLst/>
          </a:prstGeom>
          <a:solidFill>
            <a:srgbClr val="4B649F"/>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44053" name="Freeform 21">
            <a:extLst>
              <a:ext uri="{FF2B5EF4-FFF2-40B4-BE49-F238E27FC236}">
                <a16:creationId xmlns:a16="http://schemas.microsoft.com/office/drawing/2014/main" id="{F6414697-BBF6-4B72-B9D0-76225E0060F2}"/>
              </a:ext>
            </a:extLst>
          </p:cNvPr>
          <p:cNvSpPr>
            <a:spLocks noEditPoints="1" noChangeArrowheads="1"/>
          </p:cNvSpPr>
          <p:nvPr/>
        </p:nvSpPr>
        <p:spPr bwMode="auto">
          <a:xfrm>
            <a:off x="1439863" y="2039938"/>
            <a:ext cx="384175" cy="261937"/>
          </a:xfrm>
          <a:custGeom>
            <a:avLst/>
            <a:gdLst>
              <a:gd name="T0" fmla="*/ 2147483646 w 400"/>
              <a:gd name="T1" fmla="*/ 2147483646 h 271"/>
              <a:gd name="T2" fmla="*/ 2147483646 w 400"/>
              <a:gd name="T3" fmla="*/ 2147483646 h 271"/>
              <a:gd name="T4" fmla="*/ 2147483646 w 400"/>
              <a:gd name="T5" fmla="*/ 2147483646 h 271"/>
              <a:gd name="T6" fmla="*/ 2147483646 w 400"/>
              <a:gd name="T7" fmla="*/ 2147483646 h 271"/>
              <a:gd name="T8" fmla="*/ 2147483646 w 400"/>
              <a:gd name="T9" fmla="*/ 2147483646 h 271"/>
              <a:gd name="T10" fmla="*/ 2147483646 w 400"/>
              <a:gd name="T11" fmla="*/ 2147483646 h 271"/>
              <a:gd name="T12" fmla="*/ 2147483646 w 400"/>
              <a:gd name="T13" fmla="*/ 2147483646 h 271"/>
              <a:gd name="T14" fmla="*/ 2147483646 w 400"/>
              <a:gd name="T15" fmla="*/ 2147483646 h 271"/>
              <a:gd name="T16" fmla="*/ 2147483646 w 400"/>
              <a:gd name="T17" fmla="*/ 2147483646 h 271"/>
              <a:gd name="T18" fmla="*/ 0 w 400"/>
              <a:gd name="T19" fmla="*/ 2147483646 h 271"/>
              <a:gd name="T20" fmla="*/ 885542584 w 400"/>
              <a:gd name="T21" fmla="*/ 2147483646 h 271"/>
              <a:gd name="T22" fmla="*/ 2147483646 w 400"/>
              <a:gd name="T23" fmla="*/ 2147483646 h 271"/>
              <a:gd name="T24" fmla="*/ 2147483646 w 400"/>
              <a:gd name="T25" fmla="*/ 2147483646 h 271"/>
              <a:gd name="T26" fmla="*/ 2147483646 w 400"/>
              <a:gd name="T27" fmla="*/ 2147483646 h 271"/>
              <a:gd name="T28" fmla="*/ 2147483646 w 400"/>
              <a:gd name="T29" fmla="*/ 2147483646 h 271"/>
              <a:gd name="T30" fmla="*/ 2147483646 w 400"/>
              <a:gd name="T31" fmla="*/ 2147483646 h 271"/>
              <a:gd name="T32" fmla="*/ 2147483646 w 400"/>
              <a:gd name="T33" fmla="*/ 2147483646 h 271"/>
              <a:gd name="T34" fmla="*/ 2147483646 w 400"/>
              <a:gd name="T35" fmla="*/ 2147483646 h 271"/>
              <a:gd name="T36" fmla="*/ 2147483646 w 400"/>
              <a:gd name="T37" fmla="*/ 2147483646 h 271"/>
              <a:gd name="T38" fmla="*/ 2147483646 w 400"/>
              <a:gd name="T39" fmla="*/ 2147483646 h 271"/>
              <a:gd name="T40" fmla="*/ 2147483646 w 400"/>
              <a:gd name="T41" fmla="*/ 2147483646 h 271"/>
              <a:gd name="T42" fmla="*/ 2147483646 w 400"/>
              <a:gd name="T43" fmla="*/ 2147483646 h 271"/>
              <a:gd name="T44" fmla="*/ 2147483646 w 400"/>
              <a:gd name="T45" fmla="*/ 2147483646 h 271"/>
              <a:gd name="T46" fmla="*/ 2147483646 w 400"/>
              <a:gd name="T47" fmla="*/ 2147483646 h 27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00" h="271">
                <a:moveTo>
                  <a:pt x="162" y="206"/>
                </a:moveTo>
                <a:cubicBezTo>
                  <a:pt x="149" y="230"/>
                  <a:pt x="158" y="249"/>
                  <a:pt x="177" y="260"/>
                </a:cubicBezTo>
                <a:cubicBezTo>
                  <a:pt x="196" y="271"/>
                  <a:pt x="218" y="270"/>
                  <a:pt x="232" y="246"/>
                </a:cubicBezTo>
                <a:cubicBezTo>
                  <a:pt x="245" y="222"/>
                  <a:pt x="333" y="8"/>
                  <a:pt x="325" y="4"/>
                </a:cubicBezTo>
                <a:cubicBezTo>
                  <a:pt x="317" y="0"/>
                  <a:pt x="176" y="182"/>
                  <a:pt x="162" y="206"/>
                </a:cubicBezTo>
                <a:close/>
                <a:moveTo>
                  <a:pt x="200" y="54"/>
                </a:moveTo>
                <a:cubicBezTo>
                  <a:pt x="209" y="54"/>
                  <a:pt x="217" y="55"/>
                  <a:pt x="225" y="56"/>
                </a:cubicBezTo>
                <a:cubicBezTo>
                  <a:pt x="234" y="45"/>
                  <a:pt x="244" y="33"/>
                  <a:pt x="254" y="21"/>
                </a:cubicBezTo>
                <a:cubicBezTo>
                  <a:pt x="236" y="16"/>
                  <a:pt x="218" y="14"/>
                  <a:pt x="200" y="14"/>
                </a:cubicBezTo>
                <a:cubicBezTo>
                  <a:pt x="88" y="14"/>
                  <a:pt x="0" y="108"/>
                  <a:pt x="0" y="229"/>
                </a:cubicBezTo>
                <a:cubicBezTo>
                  <a:pt x="0" y="236"/>
                  <a:pt x="0" y="244"/>
                  <a:pt x="1" y="251"/>
                </a:cubicBezTo>
                <a:cubicBezTo>
                  <a:pt x="2" y="262"/>
                  <a:pt x="12" y="270"/>
                  <a:pt x="22" y="269"/>
                </a:cubicBezTo>
                <a:cubicBezTo>
                  <a:pt x="33" y="268"/>
                  <a:pt x="42" y="259"/>
                  <a:pt x="41" y="248"/>
                </a:cubicBezTo>
                <a:cubicBezTo>
                  <a:pt x="40" y="242"/>
                  <a:pt x="40" y="235"/>
                  <a:pt x="40" y="229"/>
                </a:cubicBezTo>
                <a:cubicBezTo>
                  <a:pt x="40" y="131"/>
                  <a:pt x="110" y="54"/>
                  <a:pt x="200" y="54"/>
                </a:cubicBezTo>
                <a:close/>
                <a:moveTo>
                  <a:pt x="344" y="79"/>
                </a:moveTo>
                <a:cubicBezTo>
                  <a:pt x="339" y="94"/>
                  <a:pt x="333" y="109"/>
                  <a:pt x="327" y="122"/>
                </a:cubicBezTo>
                <a:cubicBezTo>
                  <a:pt x="348" y="152"/>
                  <a:pt x="360" y="189"/>
                  <a:pt x="360" y="229"/>
                </a:cubicBezTo>
                <a:cubicBezTo>
                  <a:pt x="360" y="235"/>
                  <a:pt x="359" y="242"/>
                  <a:pt x="359" y="248"/>
                </a:cubicBezTo>
                <a:cubicBezTo>
                  <a:pt x="358" y="259"/>
                  <a:pt x="366" y="269"/>
                  <a:pt x="377" y="270"/>
                </a:cubicBezTo>
                <a:cubicBezTo>
                  <a:pt x="378" y="270"/>
                  <a:pt x="378" y="270"/>
                  <a:pt x="379" y="270"/>
                </a:cubicBezTo>
                <a:cubicBezTo>
                  <a:pt x="389" y="270"/>
                  <a:pt x="398" y="262"/>
                  <a:pt x="399" y="252"/>
                </a:cubicBezTo>
                <a:cubicBezTo>
                  <a:pt x="399" y="244"/>
                  <a:pt x="400" y="237"/>
                  <a:pt x="400" y="229"/>
                </a:cubicBezTo>
                <a:cubicBezTo>
                  <a:pt x="400" y="170"/>
                  <a:pt x="379" y="117"/>
                  <a:pt x="344" y="7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sp>
        <p:nvSpPr>
          <p:cNvPr id="30" name="Oval 32">
            <a:extLst>
              <a:ext uri="{FF2B5EF4-FFF2-40B4-BE49-F238E27FC236}">
                <a16:creationId xmlns:a16="http://schemas.microsoft.com/office/drawing/2014/main" id="{F93B9BED-2D44-47D2-A6D4-A3EFA3684E7D}"/>
              </a:ext>
            </a:extLst>
          </p:cNvPr>
          <p:cNvSpPr/>
          <p:nvPr/>
        </p:nvSpPr>
        <p:spPr>
          <a:xfrm>
            <a:off x="4529138" y="2520950"/>
            <a:ext cx="623887" cy="623888"/>
          </a:xfrm>
          <a:prstGeom prst="ellipse">
            <a:avLst/>
          </a:prstGeom>
          <a:solidFill>
            <a:srgbClr val="4B649F"/>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44055" name="Freeform 26">
            <a:extLst>
              <a:ext uri="{FF2B5EF4-FFF2-40B4-BE49-F238E27FC236}">
                <a16:creationId xmlns:a16="http://schemas.microsoft.com/office/drawing/2014/main" id="{59365298-8881-4FB5-8197-7129E0D83A31}"/>
              </a:ext>
            </a:extLst>
          </p:cNvPr>
          <p:cNvSpPr>
            <a:spLocks noEditPoints="1" noChangeArrowheads="1"/>
          </p:cNvSpPr>
          <p:nvPr/>
        </p:nvSpPr>
        <p:spPr bwMode="auto">
          <a:xfrm>
            <a:off x="4683125" y="2676525"/>
            <a:ext cx="314325" cy="312738"/>
          </a:xfrm>
          <a:custGeom>
            <a:avLst/>
            <a:gdLst>
              <a:gd name="T0" fmla="*/ 2147483646 w 384"/>
              <a:gd name="T1" fmla="*/ 0 h 384"/>
              <a:gd name="T2" fmla="*/ 0 w 384"/>
              <a:gd name="T3" fmla="*/ 2147483646 h 384"/>
              <a:gd name="T4" fmla="*/ 2147483646 w 384"/>
              <a:gd name="T5" fmla="*/ 2147483646 h 384"/>
              <a:gd name="T6" fmla="*/ 2147483646 w 384"/>
              <a:gd name="T7" fmla="*/ 2147483646 h 384"/>
              <a:gd name="T8" fmla="*/ 2147483646 w 384"/>
              <a:gd name="T9" fmla="*/ 0 h 384"/>
              <a:gd name="T10" fmla="*/ 2147483646 w 384"/>
              <a:gd name="T11" fmla="*/ 2147483646 h 384"/>
              <a:gd name="T12" fmla="*/ 2147483646 w 384"/>
              <a:gd name="T13" fmla="*/ 2147483646 h 384"/>
              <a:gd name="T14" fmla="*/ 2147483646 w 384"/>
              <a:gd name="T15" fmla="*/ 2147483646 h 384"/>
              <a:gd name="T16" fmla="*/ 2147483646 w 384"/>
              <a:gd name="T17" fmla="*/ 2147483646 h 384"/>
              <a:gd name="T18" fmla="*/ 2147483646 w 384"/>
              <a:gd name="T19" fmla="*/ 2147483646 h 384"/>
              <a:gd name="T20" fmla="*/ 2147483646 w 384"/>
              <a:gd name="T21" fmla="*/ 2147483646 h 384"/>
              <a:gd name="T22" fmla="*/ 2147483646 w 384"/>
              <a:gd name="T23" fmla="*/ 2147483646 h 384"/>
              <a:gd name="T24" fmla="*/ 2147483646 w 384"/>
              <a:gd name="T25" fmla="*/ 2147483646 h 384"/>
              <a:gd name="T26" fmla="*/ 2147483646 w 384"/>
              <a:gd name="T27" fmla="*/ 2147483646 h 384"/>
              <a:gd name="T28" fmla="*/ 2147483646 w 384"/>
              <a:gd name="T29" fmla="*/ 2147483646 h 384"/>
              <a:gd name="T30" fmla="*/ 2147483646 w 384"/>
              <a:gd name="T31" fmla="*/ 2147483646 h 384"/>
              <a:gd name="T32" fmla="*/ 2147483646 w 384"/>
              <a:gd name="T33" fmla="*/ 2147483646 h 384"/>
              <a:gd name="T34" fmla="*/ 2147483646 w 384"/>
              <a:gd name="T35" fmla="*/ 2147483646 h 384"/>
              <a:gd name="T36" fmla="*/ 2147483646 w 384"/>
              <a:gd name="T37" fmla="*/ 2147483646 h 384"/>
              <a:gd name="T38" fmla="*/ 2147483646 w 384"/>
              <a:gd name="T39" fmla="*/ 2147483646 h 384"/>
              <a:gd name="T40" fmla="*/ 2147483646 w 384"/>
              <a:gd name="T41" fmla="*/ 2147483646 h 384"/>
              <a:gd name="T42" fmla="*/ 2147483646 w 384"/>
              <a:gd name="T43" fmla="*/ 2147483646 h 384"/>
              <a:gd name="T44" fmla="*/ 2147483646 w 384"/>
              <a:gd name="T45" fmla="*/ 2147483646 h 384"/>
              <a:gd name="T46" fmla="*/ 2147483646 w 384"/>
              <a:gd name="T47" fmla="*/ 2147483646 h 384"/>
              <a:gd name="T48" fmla="*/ 2147483646 w 384"/>
              <a:gd name="T49" fmla="*/ 2147483646 h 384"/>
              <a:gd name="T50" fmla="*/ 2147483646 w 384"/>
              <a:gd name="T51" fmla="*/ 2147483646 h 384"/>
              <a:gd name="T52" fmla="*/ 2147483646 w 384"/>
              <a:gd name="T53" fmla="*/ 2147483646 h 384"/>
              <a:gd name="T54" fmla="*/ 2147483646 w 384"/>
              <a:gd name="T55" fmla="*/ 2147483646 h 384"/>
              <a:gd name="T56" fmla="*/ 2147483646 w 384"/>
              <a:gd name="T57" fmla="*/ 2147483646 h 384"/>
              <a:gd name="T58" fmla="*/ 2147483646 w 384"/>
              <a:gd name="T59" fmla="*/ 2147483646 h 384"/>
              <a:gd name="T60" fmla="*/ 2147483646 w 384"/>
              <a:gd name="T61" fmla="*/ 2147483646 h 384"/>
              <a:gd name="T62" fmla="*/ 2147483646 w 384"/>
              <a:gd name="T63" fmla="*/ 2147483646 h 384"/>
              <a:gd name="T64" fmla="*/ 2147483646 w 384"/>
              <a:gd name="T65" fmla="*/ 2147483646 h 384"/>
              <a:gd name="T66" fmla="*/ 2147483646 w 384"/>
              <a:gd name="T67" fmla="*/ 2147483646 h 384"/>
              <a:gd name="T68" fmla="*/ 2147483646 w 384"/>
              <a:gd name="T69" fmla="*/ 2147483646 h 384"/>
              <a:gd name="T70" fmla="*/ 2147483646 w 384"/>
              <a:gd name="T71" fmla="*/ 2147483646 h 384"/>
              <a:gd name="T72" fmla="*/ 2147483646 w 384"/>
              <a:gd name="T73" fmla="*/ 2147483646 h 384"/>
              <a:gd name="T74" fmla="*/ 2147483646 w 384"/>
              <a:gd name="T75" fmla="*/ 2147483646 h 38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356" y="192"/>
                </a:moveTo>
                <a:cubicBezTo>
                  <a:pt x="356" y="229"/>
                  <a:pt x="343" y="264"/>
                  <a:pt x="322" y="292"/>
                </a:cubicBezTo>
                <a:cubicBezTo>
                  <a:pt x="316" y="287"/>
                  <a:pt x="309" y="274"/>
                  <a:pt x="315" y="261"/>
                </a:cubicBezTo>
                <a:cubicBezTo>
                  <a:pt x="321" y="248"/>
                  <a:pt x="323" y="217"/>
                  <a:pt x="321" y="205"/>
                </a:cubicBezTo>
                <a:cubicBezTo>
                  <a:pt x="320" y="194"/>
                  <a:pt x="314" y="165"/>
                  <a:pt x="297" y="165"/>
                </a:cubicBezTo>
                <a:cubicBezTo>
                  <a:pt x="280" y="164"/>
                  <a:pt x="269" y="159"/>
                  <a:pt x="259" y="139"/>
                </a:cubicBezTo>
                <a:cubicBezTo>
                  <a:pt x="238" y="98"/>
                  <a:pt x="298" y="90"/>
                  <a:pt x="277" y="67"/>
                </a:cubicBezTo>
                <a:cubicBezTo>
                  <a:pt x="271" y="60"/>
                  <a:pt x="241" y="93"/>
                  <a:pt x="237" y="49"/>
                </a:cubicBezTo>
                <a:cubicBezTo>
                  <a:pt x="237" y="46"/>
                  <a:pt x="240" y="42"/>
                  <a:pt x="244" y="37"/>
                </a:cubicBezTo>
                <a:cubicBezTo>
                  <a:pt x="309" y="58"/>
                  <a:pt x="356" y="120"/>
                  <a:pt x="356" y="192"/>
                </a:cubicBezTo>
                <a:close/>
                <a:moveTo>
                  <a:pt x="169" y="30"/>
                </a:moveTo>
                <a:cubicBezTo>
                  <a:pt x="165" y="37"/>
                  <a:pt x="155" y="40"/>
                  <a:pt x="149" y="46"/>
                </a:cubicBezTo>
                <a:cubicBezTo>
                  <a:pt x="135" y="59"/>
                  <a:pt x="129" y="57"/>
                  <a:pt x="122" y="69"/>
                </a:cubicBezTo>
                <a:cubicBezTo>
                  <a:pt x="114" y="81"/>
                  <a:pt x="90" y="98"/>
                  <a:pt x="90" y="106"/>
                </a:cubicBezTo>
                <a:cubicBezTo>
                  <a:pt x="90" y="115"/>
                  <a:pt x="103" y="125"/>
                  <a:pt x="109" y="123"/>
                </a:cubicBezTo>
                <a:cubicBezTo>
                  <a:pt x="115" y="121"/>
                  <a:pt x="131" y="121"/>
                  <a:pt x="140" y="125"/>
                </a:cubicBezTo>
                <a:cubicBezTo>
                  <a:pt x="149" y="128"/>
                  <a:pt x="218" y="131"/>
                  <a:pt x="196" y="189"/>
                </a:cubicBezTo>
                <a:cubicBezTo>
                  <a:pt x="189" y="208"/>
                  <a:pt x="159" y="205"/>
                  <a:pt x="151" y="235"/>
                </a:cubicBezTo>
                <a:cubicBezTo>
                  <a:pt x="149" y="240"/>
                  <a:pt x="145" y="259"/>
                  <a:pt x="145" y="265"/>
                </a:cubicBezTo>
                <a:cubicBezTo>
                  <a:pt x="144" y="275"/>
                  <a:pt x="152" y="312"/>
                  <a:pt x="142" y="312"/>
                </a:cubicBezTo>
                <a:cubicBezTo>
                  <a:pt x="133" y="312"/>
                  <a:pt x="108" y="279"/>
                  <a:pt x="108" y="273"/>
                </a:cubicBezTo>
                <a:cubicBezTo>
                  <a:pt x="108" y="267"/>
                  <a:pt x="101" y="246"/>
                  <a:pt x="101" y="229"/>
                </a:cubicBezTo>
                <a:cubicBezTo>
                  <a:pt x="101" y="211"/>
                  <a:pt x="71" y="211"/>
                  <a:pt x="71" y="187"/>
                </a:cubicBezTo>
                <a:cubicBezTo>
                  <a:pt x="71" y="166"/>
                  <a:pt x="87" y="155"/>
                  <a:pt x="84" y="145"/>
                </a:cubicBezTo>
                <a:cubicBezTo>
                  <a:pt x="80" y="135"/>
                  <a:pt x="51" y="134"/>
                  <a:pt x="39" y="133"/>
                </a:cubicBezTo>
                <a:cubicBezTo>
                  <a:pt x="60" y="79"/>
                  <a:pt x="110" y="38"/>
                  <a:pt x="169" y="30"/>
                </a:cubicBezTo>
                <a:close/>
                <a:moveTo>
                  <a:pt x="140" y="347"/>
                </a:moveTo>
                <a:cubicBezTo>
                  <a:pt x="150" y="342"/>
                  <a:pt x="151" y="335"/>
                  <a:pt x="160" y="335"/>
                </a:cubicBezTo>
                <a:cubicBezTo>
                  <a:pt x="170" y="335"/>
                  <a:pt x="179" y="331"/>
                  <a:pt x="190" y="329"/>
                </a:cubicBezTo>
                <a:cubicBezTo>
                  <a:pt x="200" y="326"/>
                  <a:pt x="218" y="316"/>
                  <a:pt x="235" y="315"/>
                </a:cubicBezTo>
                <a:cubicBezTo>
                  <a:pt x="248" y="313"/>
                  <a:pt x="275" y="315"/>
                  <a:pt x="282" y="328"/>
                </a:cubicBezTo>
                <a:cubicBezTo>
                  <a:pt x="256" y="346"/>
                  <a:pt x="225" y="356"/>
                  <a:pt x="192" y="356"/>
                </a:cubicBezTo>
                <a:cubicBezTo>
                  <a:pt x="174" y="356"/>
                  <a:pt x="156" y="353"/>
                  <a:pt x="140" y="34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sp>
        <p:nvSpPr>
          <p:cNvPr id="33" name="Oval 24">
            <a:extLst>
              <a:ext uri="{FF2B5EF4-FFF2-40B4-BE49-F238E27FC236}">
                <a16:creationId xmlns:a16="http://schemas.microsoft.com/office/drawing/2014/main" id="{7B0A39DB-7012-4D81-AA24-0434F4C20E37}"/>
              </a:ext>
            </a:extLst>
          </p:cNvPr>
          <p:cNvSpPr/>
          <p:nvPr/>
        </p:nvSpPr>
        <p:spPr>
          <a:xfrm>
            <a:off x="868363" y="4632325"/>
            <a:ext cx="766762" cy="768350"/>
          </a:xfrm>
          <a:prstGeom prst="ellipse">
            <a:avLst/>
          </a:prstGeom>
          <a:solidFill>
            <a:srgbClr val="5E80B0"/>
          </a:solidFill>
          <a:ln>
            <a:no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fontAlgn="auto" hangingPunct="1">
              <a:defRPr/>
            </a:pPr>
            <a:endParaRPr lang="en-US" sz="1465" b="1" noProof="1">
              <a:cs typeface="+mn-ea"/>
              <a:sym typeface="+mn-lt"/>
            </a:endParaRPr>
          </a:p>
        </p:txBody>
      </p:sp>
      <p:sp>
        <p:nvSpPr>
          <p:cNvPr id="44057" name="Freeform 31">
            <a:extLst>
              <a:ext uri="{FF2B5EF4-FFF2-40B4-BE49-F238E27FC236}">
                <a16:creationId xmlns:a16="http://schemas.microsoft.com/office/drawing/2014/main" id="{FAEA9834-10AB-472B-A5F2-D6DBF4530F54}"/>
              </a:ext>
            </a:extLst>
          </p:cNvPr>
          <p:cNvSpPr>
            <a:spLocks noEditPoints="1" noChangeArrowheads="1"/>
          </p:cNvSpPr>
          <p:nvPr/>
        </p:nvSpPr>
        <p:spPr bwMode="auto">
          <a:xfrm>
            <a:off x="1038225" y="4841875"/>
            <a:ext cx="427038" cy="379413"/>
          </a:xfrm>
          <a:custGeom>
            <a:avLst/>
            <a:gdLst>
              <a:gd name="T0" fmla="*/ 2147483646 w 392"/>
              <a:gd name="T1" fmla="*/ 2147483646 h 347"/>
              <a:gd name="T2" fmla="*/ 2147483646 w 392"/>
              <a:gd name="T3" fmla="*/ 2147483646 h 347"/>
              <a:gd name="T4" fmla="*/ 2147483646 w 392"/>
              <a:gd name="T5" fmla="*/ 2147483646 h 347"/>
              <a:gd name="T6" fmla="*/ 2147483646 w 392"/>
              <a:gd name="T7" fmla="*/ 2147483646 h 347"/>
              <a:gd name="T8" fmla="*/ 2147483646 w 392"/>
              <a:gd name="T9" fmla="*/ 2147483646 h 347"/>
              <a:gd name="T10" fmla="*/ 2147483646 w 392"/>
              <a:gd name="T11" fmla="*/ 2147483646 h 347"/>
              <a:gd name="T12" fmla="*/ 2147483646 w 392"/>
              <a:gd name="T13" fmla="*/ 2147483646 h 347"/>
              <a:gd name="T14" fmla="*/ 2147483646 w 392"/>
              <a:gd name="T15" fmla="*/ 2147483646 h 347"/>
              <a:gd name="T16" fmla="*/ 2147483646 w 392"/>
              <a:gd name="T17" fmla="*/ 2147483646 h 347"/>
              <a:gd name="T18" fmla="*/ 2147483646 w 392"/>
              <a:gd name="T19" fmla="*/ 2147483646 h 347"/>
              <a:gd name="T20" fmla="*/ 2147483646 w 392"/>
              <a:gd name="T21" fmla="*/ 2147483646 h 347"/>
              <a:gd name="T22" fmla="*/ 2147483646 w 392"/>
              <a:gd name="T23" fmla="*/ 2147483646 h 347"/>
              <a:gd name="T24" fmla="*/ 2147483646 w 392"/>
              <a:gd name="T25" fmla="*/ 2147483646 h 347"/>
              <a:gd name="T26" fmla="*/ 2147483646 w 392"/>
              <a:gd name="T27" fmla="*/ 2147483646 h 347"/>
              <a:gd name="T28" fmla="*/ 2147483646 w 392"/>
              <a:gd name="T29" fmla="*/ 2147483646 h 347"/>
              <a:gd name="T30" fmla="*/ 0 w 392"/>
              <a:gd name="T31" fmla="*/ 2147483646 h 347"/>
              <a:gd name="T32" fmla="*/ 2147483646 w 392"/>
              <a:gd name="T33" fmla="*/ 2147483646 h 347"/>
              <a:gd name="T34" fmla="*/ 2147483646 w 392"/>
              <a:gd name="T35" fmla="*/ 2147483646 h 347"/>
              <a:gd name="T36" fmla="*/ 2147483646 w 392"/>
              <a:gd name="T37" fmla="*/ 2147483646 h 347"/>
              <a:gd name="T38" fmla="*/ 0 w 392"/>
              <a:gd name="T39" fmla="*/ 2147483646 h 34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92" h="347">
                <a:moveTo>
                  <a:pt x="196" y="267"/>
                </a:moveTo>
                <a:cubicBezTo>
                  <a:pt x="174" y="267"/>
                  <a:pt x="156" y="285"/>
                  <a:pt x="156" y="307"/>
                </a:cubicBezTo>
                <a:cubicBezTo>
                  <a:pt x="156" y="329"/>
                  <a:pt x="174" y="347"/>
                  <a:pt x="196" y="347"/>
                </a:cubicBezTo>
                <a:cubicBezTo>
                  <a:pt x="218" y="347"/>
                  <a:pt x="235" y="329"/>
                  <a:pt x="235" y="307"/>
                </a:cubicBezTo>
                <a:cubicBezTo>
                  <a:pt x="235" y="285"/>
                  <a:pt x="218" y="267"/>
                  <a:pt x="196" y="267"/>
                </a:cubicBezTo>
                <a:close/>
                <a:moveTo>
                  <a:pt x="112" y="222"/>
                </a:moveTo>
                <a:cubicBezTo>
                  <a:pt x="140" y="250"/>
                  <a:pt x="140" y="250"/>
                  <a:pt x="140" y="250"/>
                </a:cubicBezTo>
                <a:cubicBezTo>
                  <a:pt x="171" y="219"/>
                  <a:pt x="221" y="219"/>
                  <a:pt x="252" y="250"/>
                </a:cubicBezTo>
                <a:cubicBezTo>
                  <a:pt x="280" y="222"/>
                  <a:pt x="280" y="222"/>
                  <a:pt x="280" y="222"/>
                </a:cubicBezTo>
                <a:cubicBezTo>
                  <a:pt x="233" y="175"/>
                  <a:pt x="158" y="175"/>
                  <a:pt x="112" y="222"/>
                </a:cubicBezTo>
                <a:close/>
                <a:moveTo>
                  <a:pt x="56" y="165"/>
                </a:moveTo>
                <a:cubicBezTo>
                  <a:pt x="84" y="194"/>
                  <a:pt x="84" y="194"/>
                  <a:pt x="84" y="194"/>
                </a:cubicBezTo>
                <a:cubicBezTo>
                  <a:pt x="146" y="131"/>
                  <a:pt x="246" y="131"/>
                  <a:pt x="308" y="194"/>
                </a:cubicBezTo>
                <a:cubicBezTo>
                  <a:pt x="336" y="165"/>
                  <a:pt x="336" y="165"/>
                  <a:pt x="336" y="165"/>
                </a:cubicBezTo>
                <a:cubicBezTo>
                  <a:pt x="258" y="87"/>
                  <a:pt x="133" y="87"/>
                  <a:pt x="56" y="165"/>
                </a:cubicBezTo>
                <a:close/>
                <a:moveTo>
                  <a:pt x="0" y="109"/>
                </a:moveTo>
                <a:cubicBezTo>
                  <a:pt x="28" y="137"/>
                  <a:pt x="28" y="137"/>
                  <a:pt x="28" y="137"/>
                </a:cubicBezTo>
                <a:cubicBezTo>
                  <a:pt x="121" y="43"/>
                  <a:pt x="271" y="43"/>
                  <a:pt x="364" y="137"/>
                </a:cubicBezTo>
                <a:cubicBezTo>
                  <a:pt x="392" y="109"/>
                  <a:pt x="392" y="109"/>
                  <a:pt x="392" y="109"/>
                </a:cubicBezTo>
                <a:cubicBezTo>
                  <a:pt x="284" y="0"/>
                  <a:pt x="108" y="0"/>
                  <a:pt x="0" y="10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cxnSp>
        <p:nvCxnSpPr>
          <p:cNvPr id="35" name="Straight Connector 69">
            <a:extLst>
              <a:ext uri="{FF2B5EF4-FFF2-40B4-BE49-F238E27FC236}">
                <a16:creationId xmlns:a16="http://schemas.microsoft.com/office/drawing/2014/main" id="{7C43F6E8-C43F-46CA-85A5-7A6C68F6A6AB}"/>
              </a:ext>
            </a:extLst>
          </p:cNvPr>
          <p:cNvCxnSpPr/>
          <p:nvPr/>
        </p:nvCxnSpPr>
        <p:spPr>
          <a:xfrm>
            <a:off x="7588250" y="1866900"/>
            <a:ext cx="0" cy="3835400"/>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4059" name="文本框 35">
            <a:extLst>
              <a:ext uri="{FF2B5EF4-FFF2-40B4-BE49-F238E27FC236}">
                <a16:creationId xmlns:a16="http://schemas.microsoft.com/office/drawing/2014/main" id="{634D10AF-21F7-44B0-95A6-4CF945A2A4D5}"/>
              </a:ext>
            </a:extLst>
          </p:cNvPr>
          <p:cNvSpPr txBox="1">
            <a:spLocks noChangeArrowheads="1"/>
          </p:cNvSpPr>
          <p:nvPr/>
        </p:nvSpPr>
        <p:spPr bwMode="auto">
          <a:xfrm>
            <a:off x="7958138" y="2322513"/>
            <a:ext cx="33782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808080"/>
                </a:solidFill>
                <a:sym typeface="Arial" panose="020B0604020202020204" pitchFamily="34" charset="0"/>
              </a:rPr>
              <a:t>请在这里添加相应的文字内容请在这里添加相应的文字内容</a:t>
            </a:r>
          </a:p>
        </p:txBody>
      </p:sp>
      <p:sp>
        <p:nvSpPr>
          <p:cNvPr id="44060" name="文本框 36">
            <a:extLst>
              <a:ext uri="{FF2B5EF4-FFF2-40B4-BE49-F238E27FC236}">
                <a16:creationId xmlns:a16="http://schemas.microsoft.com/office/drawing/2014/main" id="{538873AA-0A0D-4E75-AE9C-E8880A04A0F9}"/>
              </a:ext>
            </a:extLst>
          </p:cNvPr>
          <p:cNvSpPr txBox="1">
            <a:spLocks noChangeArrowheads="1"/>
          </p:cNvSpPr>
          <p:nvPr/>
        </p:nvSpPr>
        <p:spPr bwMode="auto">
          <a:xfrm>
            <a:off x="7929563" y="1860550"/>
            <a:ext cx="2030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rgbClr val="4B649F"/>
                </a:solidFill>
                <a:sym typeface="Arial" panose="020B0604020202020204" pitchFamily="34" charset="0"/>
              </a:rPr>
              <a:t>这里添加标题</a:t>
            </a:r>
          </a:p>
        </p:txBody>
      </p:sp>
      <p:sp>
        <p:nvSpPr>
          <p:cNvPr id="44061" name="文本框 37">
            <a:extLst>
              <a:ext uri="{FF2B5EF4-FFF2-40B4-BE49-F238E27FC236}">
                <a16:creationId xmlns:a16="http://schemas.microsoft.com/office/drawing/2014/main" id="{BE89A7EC-2C6F-4BCE-A017-155C2A8D4D3B}"/>
              </a:ext>
            </a:extLst>
          </p:cNvPr>
          <p:cNvSpPr txBox="1">
            <a:spLocks noChangeArrowheads="1"/>
          </p:cNvSpPr>
          <p:nvPr/>
        </p:nvSpPr>
        <p:spPr bwMode="auto">
          <a:xfrm>
            <a:off x="7958138" y="3675063"/>
            <a:ext cx="33782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808080"/>
                </a:solidFill>
                <a:sym typeface="Arial" panose="020B0604020202020204" pitchFamily="34" charset="0"/>
              </a:rPr>
              <a:t>请在这里添加相应的文字内容请在这里添加相应的文字内容</a:t>
            </a:r>
          </a:p>
        </p:txBody>
      </p:sp>
      <p:sp>
        <p:nvSpPr>
          <p:cNvPr id="44062" name="文本框 38">
            <a:extLst>
              <a:ext uri="{FF2B5EF4-FFF2-40B4-BE49-F238E27FC236}">
                <a16:creationId xmlns:a16="http://schemas.microsoft.com/office/drawing/2014/main" id="{3CDD1E52-E420-4248-8B7B-BAF8EC633EF2}"/>
              </a:ext>
            </a:extLst>
          </p:cNvPr>
          <p:cNvSpPr txBox="1">
            <a:spLocks noChangeArrowheads="1"/>
          </p:cNvSpPr>
          <p:nvPr/>
        </p:nvSpPr>
        <p:spPr bwMode="auto">
          <a:xfrm>
            <a:off x="7929563" y="3213100"/>
            <a:ext cx="2030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rgbClr val="4B649F"/>
                </a:solidFill>
                <a:sym typeface="Arial" panose="020B0604020202020204" pitchFamily="34" charset="0"/>
              </a:rPr>
              <a:t>这里添加标题</a:t>
            </a:r>
          </a:p>
        </p:txBody>
      </p:sp>
      <p:sp>
        <p:nvSpPr>
          <p:cNvPr id="44063" name="文本框 39">
            <a:extLst>
              <a:ext uri="{FF2B5EF4-FFF2-40B4-BE49-F238E27FC236}">
                <a16:creationId xmlns:a16="http://schemas.microsoft.com/office/drawing/2014/main" id="{98994A6A-C293-478C-A1BE-4179A686E664}"/>
              </a:ext>
            </a:extLst>
          </p:cNvPr>
          <p:cNvSpPr txBox="1">
            <a:spLocks noChangeArrowheads="1"/>
          </p:cNvSpPr>
          <p:nvPr/>
        </p:nvSpPr>
        <p:spPr bwMode="auto">
          <a:xfrm>
            <a:off x="7958138" y="4945063"/>
            <a:ext cx="33782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800">
                <a:solidFill>
                  <a:srgbClr val="808080"/>
                </a:solidFill>
                <a:sym typeface="Arial" panose="020B0604020202020204" pitchFamily="34" charset="0"/>
              </a:rPr>
              <a:t>请在这里添加相应的文字内容请在这里添加相应的文字内容</a:t>
            </a:r>
          </a:p>
        </p:txBody>
      </p:sp>
      <p:sp>
        <p:nvSpPr>
          <p:cNvPr id="44064" name="文本框 40">
            <a:extLst>
              <a:ext uri="{FF2B5EF4-FFF2-40B4-BE49-F238E27FC236}">
                <a16:creationId xmlns:a16="http://schemas.microsoft.com/office/drawing/2014/main" id="{61122872-8309-4468-8272-AA554967478F}"/>
              </a:ext>
            </a:extLst>
          </p:cNvPr>
          <p:cNvSpPr txBox="1">
            <a:spLocks noChangeArrowheads="1"/>
          </p:cNvSpPr>
          <p:nvPr/>
        </p:nvSpPr>
        <p:spPr bwMode="auto">
          <a:xfrm>
            <a:off x="7929563" y="4483100"/>
            <a:ext cx="2030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b="1">
                <a:solidFill>
                  <a:srgbClr val="4B649F"/>
                </a:solidFill>
                <a:sym typeface="Arial" panose="020B0604020202020204" pitchFamily="34" charset="0"/>
              </a:rPr>
              <a:t>这里添加标题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right)">
                                      <p:cBhvr>
                                        <p:cTn id="11" dur="500"/>
                                        <p:tgtEl>
                                          <p:spTgt spid="1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par>
                          <p:cTn id="20" fill="hold" nodeType="afterGroup">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fltVal val="0"/>
                                          </p:val>
                                        </p:tav>
                                        <p:tav tm="100000">
                                          <p:val>
                                            <p:strVal val="#ppt_h"/>
                                          </p:val>
                                        </p:tav>
                                      </p:tavLst>
                                    </p:anim>
                                    <p:animEffect transition="in" filter="fade">
                                      <p:cBhvr>
                                        <p:cTn id="25" dur="500"/>
                                        <p:tgtEl>
                                          <p:spTgt spid="16"/>
                                        </p:tgtEl>
                                      </p:cBhvr>
                                    </p:animEffect>
                                  </p:childTnLst>
                                </p:cTn>
                              </p:par>
                            </p:childTnLst>
                          </p:cTn>
                        </p:par>
                        <p:par>
                          <p:cTn id="26" fill="hold" nodeType="afterGroup">
                            <p:stCondLst>
                              <p:cond delay="2500"/>
                            </p:stCondLst>
                            <p:childTnLst>
                              <p:par>
                                <p:cTn id="27" presetID="22" presetClass="entr" presetSubtype="4"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childTnLst>
                          </p:cTn>
                        </p:par>
                        <p:par>
                          <p:cTn id="30" fill="hold" nodeType="afterGroup">
                            <p:stCondLst>
                              <p:cond delay="3000"/>
                            </p:stCondLst>
                            <p:childTnLst>
                              <p:par>
                                <p:cTn id="31" presetID="22" presetClass="entr" presetSubtype="8"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nodeType="afterGroup">
                            <p:stCondLst>
                              <p:cond delay="3500"/>
                            </p:stCondLst>
                            <p:childTnLst>
                              <p:par>
                                <p:cTn id="35" presetID="22" presetClass="entr" presetSubtype="4" fill="hold" nodeType="after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down)">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FEFD5B6-5CA7-4C8F-A9D0-F1F83F013E27}"/>
              </a:ext>
            </a:extLst>
          </p:cNvPr>
          <p:cNvSpPr/>
          <p:nvPr/>
        </p:nvSpPr>
        <p:spPr>
          <a:xfrm>
            <a:off x="0" y="2540000"/>
            <a:ext cx="5619750" cy="19653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5059" name="文本框 2">
            <a:extLst>
              <a:ext uri="{FF2B5EF4-FFF2-40B4-BE49-F238E27FC236}">
                <a16:creationId xmlns:a16="http://schemas.microsoft.com/office/drawing/2014/main" id="{2B42720E-BCC2-4D4B-8D6A-E721602BF578}"/>
              </a:ext>
            </a:extLst>
          </p:cNvPr>
          <p:cNvSpPr txBox="1">
            <a:spLocks noChangeArrowheads="1"/>
          </p:cNvSpPr>
          <p:nvPr/>
        </p:nvSpPr>
        <p:spPr bwMode="auto">
          <a:xfrm>
            <a:off x="5854700" y="2292350"/>
            <a:ext cx="5708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3600" b="1">
                <a:solidFill>
                  <a:srgbClr val="4B649F"/>
                </a:solidFill>
              </a:rPr>
              <a:t>添加论文内容第四部分标题</a:t>
            </a:r>
          </a:p>
        </p:txBody>
      </p:sp>
      <p:sp>
        <p:nvSpPr>
          <p:cNvPr id="45060" name="文本框 4">
            <a:extLst>
              <a:ext uri="{FF2B5EF4-FFF2-40B4-BE49-F238E27FC236}">
                <a16:creationId xmlns:a16="http://schemas.microsoft.com/office/drawing/2014/main" id="{51D0528C-2691-4A91-9F19-426585780405}"/>
              </a:ext>
            </a:extLst>
          </p:cNvPr>
          <p:cNvSpPr txBox="1">
            <a:spLocks noChangeArrowheads="1"/>
          </p:cNvSpPr>
          <p:nvPr/>
        </p:nvSpPr>
        <p:spPr bwMode="auto">
          <a:xfrm>
            <a:off x="5854700" y="3216275"/>
            <a:ext cx="570865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1800">
                <a:solidFill>
                  <a:srgbClr val="808080"/>
                </a:solidFill>
              </a:rPr>
              <a:t>培养学生综合运用、巩固与扩展所学的基础理论和专业知识，培养学生独立分析、解决实际问题能力、培养学生处理数据和信息的能力。</a:t>
            </a:r>
          </a:p>
        </p:txBody>
      </p:sp>
      <p:pic>
        <p:nvPicPr>
          <p:cNvPr id="45061" name="图片 9">
            <a:extLst>
              <a:ext uri="{FF2B5EF4-FFF2-40B4-BE49-F238E27FC236}">
                <a16:creationId xmlns:a16="http://schemas.microsoft.com/office/drawing/2014/main" id="{14048F0B-8E41-4885-ABC4-A238798134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图片 10">
            <a:extLst>
              <a:ext uri="{FF2B5EF4-FFF2-40B4-BE49-F238E27FC236}">
                <a16:creationId xmlns:a16="http://schemas.microsoft.com/office/drawing/2014/main" id="{99FCDBC2-61C7-4F27-9BD0-BE32B0A471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7878763"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063" name="组合 11">
            <a:extLst>
              <a:ext uri="{FF2B5EF4-FFF2-40B4-BE49-F238E27FC236}">
                <a16:creationId xmlns:a16="http://schemas.microsoft.com/office/drawing/2014/main" id="{4AAE9FCB-30F6-4240-ABA5-B97E8DCDE2FF}"/>
              </a:ext>
            </a:extLst>
          </p:cNvPr>
          <p:cNvGrpSpPr>
            <a:grpSpLocks/>
          </p:cNvGrpSpPr>
          <p:nvPr/>
        </p:nvGrpSpPr>
        <p:grpSpPr bwMode="auto">
          <a:xfrm>
            <a:off x="1511300" y="2216150"/>
            <a:ext cx="2597150" cy="2598738"/>
            <a:chOff x="7366499" y="2234042"/>
            <a:chExt cx="1607262" cy="1607262"/>
          </a:xfrm>
        </p:grpSpPr>
        <p:sp>
          <p:nvSpPr>
            <p:cNvPr id="13" name="椭圆 12">
              <a:extLst>
                <a:ext uri="{FF2B5EF4-FFF2-40B4-BE49-F238E27FC236}">
                  <a16:creationId xmlns:a16="http://schemas.microsoft.com/office/drawing/2014/main" id="{70D2F7FA-DBB0-43EA-B90E-4C3502497DF8}"/>
                </a:ext>
              </a:extLst>
            </p:cNvPr>
            <p:cNvSpPr/>
            <p:nvPr/>
          </p:nvSpPr>
          <p:spPr>
            <a:xfrm>
              <a:off x="7366499"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4" name="椭圆 13">
              <a:extLst>
                <a:ext uri="{FF2B5EF4-FFF2-40B4-BE49-F238E27FC236}">
                  <a16:creationId xmlns:a16="http://schemas.microsoft.com/office/drawing/2014/main" id="{BED36031-23DE-4AE0-8C66-2282AD1CD612}"/>
                </a:ext>
              </a:extLst>
            </p:cNvPr>
            <p:cNvSpPr/>
            <p:nvPr/>
          </p:nvSpPr>
          <p:spPr>
            <a:xfrm>
              <a:off x="7475549" y="2344007"/>
              <a:ext cx="1389162" cy="138733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5066" name="KSO_Shape">
              <a:extLst>
                <a:ext uri="{FF2B5EF4-FFF2-40B4-BE49-F238E27FC236}">
                  <a16:creationId xmlns:a16="http://schemas.microsoft.com/office/drawing/2014/main" id="{E2B185DA-9105-4FEB-8046-B8B3178E13C2}"/>
                </a:ext>
              </a:extLst>
            </p:cNvPr>
            <p:cNvSpPr>
              <a:spLocks noChangeArrowheads="1"/>
            </p:cNvSpPr>
            <p:nvPr/>
          </p:nvSpPr>
          <p:spPr bwMode="auto">
            <a:xfrm>
              <a:off x="7767760" y="2635303"/>
              <a:ext cx="804740" cy="804740"/>
            </a:xfrm>
            <a:custGeom>
              <a:avLst/>
              <a:gdLst>
                <a:gd name="T0" fmla="*/ 2147483646 w 3927"/>
                <a:gd name="T1" fmla="*/ 2147483646 h 3928"/>
                <a:gd name="T2" fmla="*/ 2147483646 w 3927"/>
                <a:gd name="T3" fmla="*/ 2147483646 h 3928"/>
                <a:gd name="T4" fmla="*/ 2147483646 w 3927"/>
                <a:gd name="T5" fmla="*/ 2147483646 h 3928"/>
                <a:gd name="T6" fmla="*/ 2147483646 w 3927"/>
                <a:gd name="T7" fmla="*/ 601932408 h 3928"/>
                <a:gd name="T8" fmla="*/ 2147483646 w 3927"/>
                <a:gd name="T9" fmla="*/ 541743265 h 3928"/>
                <a:gd name="T10" fmla="*/ 2147483646 w 3927"/>
                <a:gd name="T11" fmla="*/ 2147483646 h 3928"/>
                <a:gd name="T12" fmla="*/ 2147483646 w 3927"/>
                <a:gd name="T13" fmla="*/ 2147483646 h 3928"/>
                <a:gd name="T14" fmla="*/ 2147483646 w 3927"/>
                <a:gd name="T15" fmla="*/ 2147483646 h 3928"/>
                <a:gd name="T16" fmla="*/ 2147483646 w 3927"/>
                <a:gd name="T17" fmla="*/ 2147483646 h 3928"/>
                <a:gd name="T18" fmla="*/ 2147483646 w 3927"/>
                <a:gd name="T19" fmla="*/ 2147483646 h 3928"/>
                <a:gd name="T20" fmla="*/ 2147483646 w 3927"/>
                <a:gd name="T21" fmla="*/ 2147483646 h 3928"/>
                <a:gd name="T22" fmla="*/ 2147483646 w 3927"/>
                <a:gd name="T23" fmla="*/ 2147483646 h 3928"/>
                <a:gd name="T24" fmla="*/ 2147483646 w 3927"/>
                <a:gd name="T25" fmla="*/ 2147483646 h 3928"/>
                <a:gd name="T26" fmla="*/ 2147483646 w 3927"/>
                <a:gd name="T27" fmla="*/ 2147483646 h 3928"/>
                <a:gd name="T28" fmla="*/ 2147483646 w 3927"/>
                <a:gd name="T29" fmla="*/ 2147483646 h 3928"/>
                <a:gd name="T30" fmla="*/ 2147483646 w 3927"/>
                <a:gd name="T31" fmla="*/ 2147483646 h 3928"/>
                <a:gd name="T32" fmla="*/ 2147483646 w 3927"/>
                <a:gd name="T33" fmla="*/ 2147483646 h 3928"/>
                <a:gd name="T34" fmla="*/ 2147483646 w 3927"/>
                <a:gd name="T35" fmla="*/ 2147483646 h 3928"/>
                <a:gd name="T36" fmla="*/ 2147483646 w 3927"/>
                <a:gd name="T37" fmla="*/ 2147483646 h 3928"/>
                <a:gd name="T38" fmla="*/ 2147483646 w 3927"/>
                <a:gd name="T39" fmla="*/ 2147483646 h 3928"/>
                <a:gd name="T40" fmla="*/ 2147483646 w 3927"/>
                <a:gd name="T41" fmla="*/ 2147483646 h 3928"/>
                <a:gd name="T42" fmla="*/ 2147483646 w 3927"/>
                <a:gd name="T43" fmla="*/ 2147483646 h 3928"/>
                <a:gd name="T44" fmla="*/ 2147483646 w 3927"/>
                <a:gd name="T45" fmla="*/ 2147483646 h 3928"/>
                <a:gd name="T46" fmla="*/ 2147483646 w 3927"/>
                <a:gd name="T47" fmla="*/ 2147483646 h 3928"/>
                <a:gd name="T48" fmla="*/ 2147483646 w 3927"/>
                <a:gd name="T49" fmla="*/ 2147483646 h 3928"/>
                <a:gd name="T50" fmla="*/ 2147483646 w 3927"/>
                <a:gd name="T51" fmla="*/ 2147483646 h 3928"/>
                <a:gd name="T52" fmla="*/ 2147483646 w 3927"/>
                <a:gd name="T53" fmla="*/ 2147483646 h 3928"/>
                <a:gd name="T54" fmla="*/ 0 w 3927"/>
                <a:gd name="T55" fmla="*/ 2147483646 h 3928"/>
                <a:gd name="T56" fmla="*/ 0 w 3927"/>
                <a:gd name="T57" fmla="*/ 2147483646 h 3928"/>
                <a:gd name="T58" fmla="*/ 2147483646 w 3927"/>
                <a:gd name="T59" fmla="*/ 885710611 h 3928"/>
                <a:gd name="T60" fmla="*/ 2147483646 w 3927"/>
                <a:gd name="T61" fmla="*/ 885710611 h 3928"/>
                <a:gd name="T62" fmla="*/ 2147483646 w 3927"/>
                <a:gd name="T63" fmla="*/ 2147483646 h 3928"/>
                <a:gd name="T64" fmla="*/ 2147483646 w 3927"/>
                <a:gd name="T65" fmla="*/ 2147483646 h 39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27" h="3928">
                  <a:moveTo>
                    <a:pt x="3857" y="672"/>
                  </a:moveTo>
                  <a:cubicBezTo>
                    <a:pt x="3675" y="852"/>
                    <a:pt x="3675" y="852"/>
                    <a:pt x="3675" y="852"/>
                  </a:cubicBezTo>
                  <a:cubicBezTo>
                    <a:pt x="3070" y="251"/>
                    <a:pt x="3070" y="251"/>
                    <a:pt x="3070" y="251"/>
                  </a:cubicBezTo>
                  <a:cubicBezTo>
                    <a:pt x="3252" y="70"/>
                    <a:pt x="3252" y="70"/>
                    <a:pt x="3252" y="70"/>
                  </a:cubicBezTo>
                  <a:cubicBezTo>
                    <a:pt x="3319" y="4"/>
                    <a:pt x="3424" y="0"/>
                    <a:pt x="3486" y="63"/>
                  </a:cubicBezTo>
                  <a:cubicBezTo>
                    <a:pt x="3864" y="438"/>
                    <a:pt x="3864" y="438"/>
                    <a:pt x="3864" y="438"/>
                  </a:cubicBezTo>
                  <a:cubicBezTo>
                    <a:pt x="3927" y="501"/>
                    <a:pt x="3924" y="605"/>
                    <a:pt x="3857" y="672"/>
                  </a:cubicBezTo>
                  <a:close/>
                  <a:moveTo>
                    <a:pt x="2252" y="2267"/>
                  </a:moveTo>
                  <a:cubicBezTo>
                    <a:pt x="1647" y="1665"/>
                    <a:pt x="1647" y="1665"/>
                    <a:pt x="1647" y="1665"/>
                  </a:cubicBezTo>
                  <a:cubicBezTo>
                    <a:pt x="2978" y="342"/>
                    <a:pt x="2978" y="342"/>
                    <a:pt x="2978" y="342"/>
                  </a:cubicBezTo>
                  <a:cubicBezTo>
                    <a:pt x="3583" y="944"/>
                    <a:pt x="3583" y="944"/>
                    <a:pt x="3583" y="944"/>
                  </a:cubicBezTo>
                  <a:lnTo>
                    <a:pt x="2252" y="2267"/>
                  </a:lnTo>
                  <a:close/>
                  <a:moveTo>
                    <a:pt x="2168" y="2350"/>
                  </a:moveTo>
                  <a:cubicBezTo>
                    <a:pt x="1321" y="2591"/>
                    <a:pt x="1321" y="2591"/>
                    <a:pt x="1321" y="2591"/>
                  </a:cubicBezTo>
                  <a:cubicBezTo>
                    <a:pt x="1563" y="1749"/>
                    <a:pt x="1563" y="1749"/>
                    <a:pt x="1563" y="1749"/>
                  </a:cubicBezTo>
                  <a:lnTo>
                    <a:pt x="2168" y="2350"/>
                  </a:lnTo>
                  <a:close/>
                  <a:moveTo>
                    <a:pt x="770" y="495"/>
                  </a:moveTo>
                  <a:cubicBezTo>
                    <a:pt x="561" y="495"/>
                    <a:pt x="392" y="665"/>
                    <a:pt x="392" y="874"/>
                  </a:cubicBezTo>
                  <a:cubicBezTo>
                    <a:pt x="392" y="3158"/>
                    <a:pt x="392" y="3158"/>
                    <a:pt x="392" y="3158"/>
                  </a:cubicBezTo>
                  <a:cubicBezTo>
                    <a:pt x="392" y="3367"/>
                    <a:pt x="561" y="3536"/>
                    <a:pt x="770" y="3536"/>
                  </a:cubicBezTo>
                  <a:cubicBezTo>
                    <a:pt x="3055" y="3536"/>
                    <a:pt x="3055" y="3536"/>
                    <a:pt x="3055" y="3536"/>
                  </a:cubicBezTo>
                  <a:cubicBezTo>
                    <a:pt x="3264" y="3536"/>
                    <a:pt x="3433" y="3367"/>
                    <a:pt x="3433" y="3158"/>
                  </a:cubicBezTo>
                  <a:cubicBezTo>
                    <a:pt x="3433" y="1657"/>
                    <a:pt x="3433" y="1657"/>
                    <a:pt x="3433" y="1657"/>
                  </a:cubicBezTo>
                  <a:cubicBezTo>
                    <a:pt x="3824" y="1278"/>
                    <a:pt x="3824" y="1278"/>
                    <a:pt x="3824" y="1278"/>
                  </a:cubicBezTo>
                  <a:cubicBezTo>
                    <a:pt x="3824" y="3297"/>
                    <a:pt x="3824" y="3297"/>
                    <a:pt x="3824" y="3297"/>
                  </a:cubicBezTo>
                  <a:cubicBezTo>
                    <a:pt x="3824" y="3645"/>
                    <a:pt x="3529" y="3928"/>
                    <a:pt x="3181" y="3928"/>
                  </a:cubicBezTo>
                  <a:cubicBezTo>
                    <a:pt x="631" y="3928"/>
                    <a:pt x="631" y="3928"/>
                    <a:pt x="631" y="3928"/>
                  </a:cubicBezTo>
                  <a:cubicBezTo>
                    <a:pt x="283" y="3928"/>
                    <a:pt x="0" y="3645"/>
                    <a:pt x="0" y="3297"/>
                  </a:cubicBezTo>
                  <a:cubicBezTo>
                    <a:pt x="0" y="773"/>
                    <a:pt x="0" y="773"/>
                    <a:pt x="0" y="773"/>
                  </a:cubicBezTo>
                  <a:cubicBezTo>
                    <a:pt x="0" y="425"/>
                    <a:pt x="283" y="103"/>
                    <a:pt x="631" y="103"/>
                  </a:cubicBezTo>
                  <a:cubicBezTo>
                    <a:pt x="2650" y="103"/>
                    <a:pt x="2650" y="103"/>
                    <a:pt x="2650" y="103"/>
                  </a:cubicBezTo>
                  <a:cubicBezTo>
                    <a:pt x="2271" y="495"/>
                    <a:pt x="2271" y="495"/>
                    <a:pt x="2271" y="495"/>
                  </a:cubicBezTo>
                  <a:lnTo>
                    <a:pt x="770" y="495"/>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6082" name="图片 1">
            <a:extLst>
              <a:ext uri="{FF2B5EF4-FFF2-40B4-BE49-F238E27FC236}">
                <a16:creationId xmlns:a16="http://schemas.microsoft.com/office/drawing/2014/main" id="{6AC4D63F-9C40-4DBC-9969-007D4EE813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文本框 2">
            <a:extLst>
              <a:ext uri="{FF2B5EF4-FFF2-40B4-BE49-F238E27FC236}">
                <a16:creationId xmlns:a16="http://schemas.microsoft.com/office/drawing/2014/main" id="{4B887B8B-296A-4BE0-A026-AC37AFC32ED1}"/>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添加论文内容第四部分标题</a:t>
            </a:r>
          </a:p>
        </p:txBody>
      </p:sp>
      <p:cxnSp>
        <p:nvCxnSpPr>
          <p:cNvPr id="4" name="直接连接符 3">
            <a:extLst>
              <a:ext uri="{FF2B5EF4-FFF2-40B4-BE49-F238E27FC236}">
                <a16:creationId xmlns:a16="http://schemas.microsoft.com/office/drawing/2014/main" id="{9A244C88-03A6-483C-A85A-217C2818251D}"/>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272487E7-4DA8-40B4-BAF8-A573CA34C68A}"/>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46086" name="组合 5">
            <a:extLst>
              <a:ext uri="{FF2B5EF4-FFF2-40B4-BE49-F238E27FC236}">
                <a16:creationId xmlns:a16="http://schemas.microsoft.com/office/drawing/2014/main" id="{1B30566A-BE5E-42B0-97AC-C5A9660A7250}"/>
              </a:ext>
            </a:extLst>
          </p:cNvPr>
          <p:cNvGrpSpPr>
            <a:grpSpLocks/>
          </p:cNvGrpSpPr>
          <p:nvPr/>
        </p:nvGrpSpPr>
        <p:grpSpPr bwMode="auto">
          <a:xfrm>
            <a:off x="214313" y="125413"/>
            <a:ext cx="638175" cy="638175"/>
            <a:chOff x="9444839" y="2234042"/>
            <a:chExt cx="1607262" cy="1607262"/>
          </a:xfrm>
        </p:grpSpPr>
        <p:sp>
          <p:nvSpPr>
            <p:cNvPr id="7" name="椭圆 6">
              <a:extLst>
                <a:ext uri="{FF2B5EF4-FFF2-40B4-BE49-F238E27FC236}">
                  <a16:creationId xmlns:a16="http://schemas.microsoft.com/office/drawing/2014/main" id="{26A62B3D-D264-4EC7-BCE4-C336CC8293F2}"/>
                </a:ext>
              </a:extLst>
            </p:cNvPr>
            <p:cNvSpPr/>
            <p:nvPr/>
          </p:nvSpPr>
          <p:spPr>
            <a:xfrm>
              <a:off x="9444839"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201BE909-2F61-4D8C-BB76-BA4254E36F38}"/>
                </a:ext>
              </a:extLst>
            </p:cNvPr>
            <p:cNvSpPr/>
            <p:nvPr/>
          </p:nvSpPr>
          <p:spPr>
            <a:xfrm>
              <a:off x="9552788" y="2341991"/>
              <a:ext cx="1391361"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9" name="KSO_Shape">
              <a:extLst>
                <a:ext uri="{FF2B5EF4-FFF2-40B4-BE49-F238E27FC236}">
                  <a16:creationId xmlns:a16="http://schemas.microsoft.com/office/drawing/2014/main" id="{F5038693-C04C-44F6-96D0-B6109FE1B123}"/>
                </a:ext>
              </a:extLst>
            </p:cNvPr>
            <p:cNvSpPr/>
            <p:nvPr/>
          </p:nvSpPr>
          <p:spPr bwMode="auto">
            <a:xfrm>
              <a:off x="9828663" y="2673840"/>
              <a:ext cx="839614" cy="727666"/>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rgbClr val="4B649F"/>
            </a:solidFill>
            <a:ln>
              <a:noFill/>
            </a:ln>
          </p:spPr>
          <p:txBody>
            <a:bodyPr bIns="72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46087" name="Title 13">
            <a:extLst>
              <a:ext uri="{FF2B5EF4-FFF2-40B4-BE49-F238E27FC236}">
                <a16:creationId xmlns:a16="http://schemas.microsoft.com/office/drawing/2014/main" id="{99B006D2-F789-4941-BB8A-19DDF6ECE14D}"/>
              </a:ext>
            </a:extLst>
          </p:cNvPr>
          <p:cNvSpPr txBox="1">
            <a:spLocks noChangeArrowheads="1"/>
          </p:cNvSpPr>
          <p:nvPr/>
        </p:nvSpPr>
        <p:spPr bwMode="auto">
          <a:xfrm>
            <a:off x="7329488" y="1558925"/>
            <a:ext cx="3846512"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a:solidFill>
                  <a:srgbClr val="595959"/>
                </a:solidFill>
                <a:sym typeface="Arial" panose="020B0604020202020204" pitchFamily="34" charset="0"/>
              </a:rPr>
              <a:t>这里添加文字标题</a:t>
            </a:r>
            <a:endParaRPr lang="en-US" altLang="en-US" sz="2400">
              <a:solidFill>
                <a:srgbClr val="595959"/>
              </a:solidFill>
              <a:sym typeface="Arial" panose="020B0604020202020204" pitchFamily="34" charset="0"/>
            </a:endParaRPr>
          </a:p>
        </p:txBody>
      </p:sp>
      <p:grpSp>
        <p:nvGrpSpPr>
          <p:cNvPr id="11" name="Group 2">
            <a:extLst>
              <a:ext uri="{FF2B5EF4-FFF2-40B4-BE49-F238E27FC236}">
                <a16:creationId xmlns:a16="http://schemas.microsoft.com/office/drawing/2014/main" id="{251B9A31-87F0-4575-B0F4-64F45369496F}"/>
              </a:ext>
            </a:extLst>
          </p:cNvPr>
          <p:cNvGrpSpPr>
            <a:grpSpLocks/>
          </p:cNvGrpSpPr>
          <p:nvPr/>
        </p:nvGrpSpPr>
        <p:grpSpPr bwMode="auto">
          <a:xfrm>
            <a:off x="6696075" y="1738313"/>
            <a:ext cx="633413" cy="633412"/>
            <a:chOff x="4875600" y="1521678"/>
            <a:chExt cx="475253" cy="475253"/>
          </a:xfrm>
        </p:grpSpPr>
        <p:sp>
          <p:nvSpPr>
            <p:cNvPr id="12" name="Oval 11">
              <a:extLst>
                <a:ext uri="{FF2B5EF4-FFF2-40B4-BE49-F238E27FC236}">
                  <a16:creationId xmlns:a16="http://schemas.microsoft.com/office/drawing/2014/main" id="{9AE2C4CD-837C-4597-9CA1-AD0B99ACC800}"/>
                </a:ext>
              </a:extLst>
            </p:cNvPr>
            <p:cNvSpPr/>
            <p:nvPr/>
          </p:nvSpPr>
          <p:spPr>
            <a:xfrm>
              <a:off x="4875600" y="1521678"/>
              <a:ext cx="475253" cy="475253"/>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en-US" sz="2400" noProof="1">
                <a:cs typeface="+mn-ea"/>
                <a:sym typeface="+mn-lt"/>
              </a:endParaRPr>
            </a:p>
          </p:txBody>
        </p:sp>
        <p:sp>
          <p:nvSpPr>
            <p:cNvPr id="46104" name="Freeform 6">
              <a:extLst>
                <a:ext uri="{FF2B5EF4-FFF2-40B4-BE49-F238E27FC236}">
                  <a16:creationId xmlns:a16="http://schemas.microsoft.com/office/drawing/2014/main" id="{1891186F-81E2-4A64-B6BC-5DDD4EFD7E7D}"/>
                </a:ext>
              </a:extLst>
            </p:cNvPr>
            <p:cNvSpPr>
              <a:spLocks noEditPoints="1" noChangeArrowheads="1"/>
            </p:cNvSpPr>
            <p:nvPr/>
          </p:nvSpPr>
          <p:spPr bwMode="auto">
            <a:xfrm>
              <a:off x="5049721" y="1651994"/>
              <a:ext cx="127010" cy="214619"/>
            </a:xfrm>
            <a:custGeom>
              <a:avLst/>
              <a:gdLst>
                <a:gd name="T0" fmla="*/ 2147483646 w 232"/>
                <a:gd name="T1" fmla="*/ 0 h 392"/>
                <a:gd name="T2" fmla="*/ 2147483646 w 232"/>
                <a:gd name="T3" fmla="*/ 0 h 392"/>
                <a:gd name="T4" fmla="*/ 0 w 232"/>
                <a:gd name="T5" fmla="*/ 2147483646 h 392"/>
                <a:gd name="T6" fmla="*/ 0 w 232"/>
                <a:gd name="T7" fmla="*/ 2147483646 h 392"/>
                <a:gd name="T8" fmla="*/ 2147483646 w 232"/>
                <a:gd name="T9" fmla="*/ 2147483646 h 392"/>
                <a:gd name="T10" fmla="*/ 2147483646 w 232"/>
                <a:gd name="T11" fmla="*/ 2147483646 h 392"/>
                <a:gd name="T12" fmla="*/ 2147483646 w 232"/>
                <a:gd name="T13" fmla="*/ 2147483646 h 392"/>
                <a:gd name="T14" fmla="*/ 2147483646 w 232"/>
                <a:gd name="T15" fmla="*/ 2147483646 h 392"/>
                <a:gd name="T16" fmla="*/ 2147483646 w 232"/>
                <a:gd name="T17" fmla="*/ 0 h 392"/>
                <a:gd name="T18" fmla="*/ 2147483646 w 232"/>
                <a:gd name="T19" fmla="*/ 2147483646 h 392"/>
                <a:gd name="T20" fmla="*/ 2147483646 w 232"/>
                <a:gd name="T21" fmla="*/ 2147483646 h 392"/>
                <a:gd name="T22" fmla="*/ 2147483646 w 232"/>
                <a:gd name="T23" fmla="*/ 2147483646 h 392"/>
                <a:gd name="T24" fmla="*/ 2147483646 w 232"/>
                <a:gd name="T25" fmla="*/ 2147483646 h 392"/>
                <a:gd name="T26" fmla="*/ 2147483646 w 232"/>
                <a:gd name="T27" fmla="*/ 2147483646 h 392"/>
                <a:gd name="T28" fmla="*/ 2147483646 w 232"/>
                <a:gd name="T29" fmla="*/ 2147483646 h 392"/>
                <a:gd name="T30" fmla="*/ 2147483646 w 232"/>
                <a:gd name="T31" fmla="*/ 2147483646 h 392"/>
                <a:gd name="T32" fmla="*/ 2147483646 w 232"/>
                <a:gd name="T33" fmla="*/ 2147483646 h 392"/>
                <a:gd name="T34" fmla="*/ 2147483646 w 232"/>
                <a:gd name="T35" fmla="*/ 2147483646 h 392"/>
                <a:gd name="T36" fmla="*/ 2147483646 w 232"/>
                <a:gd name="T37" fmla="*/ 2147483646 h 3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32" h="392">
                  <a:moveTo>
                    <a:pt x="192" y="0"/>
                  </a:moveTo>
                  <a:cubicBezTo>
                    <a:pt x="40" y="0"/>
                    <a:pt x="40" y="0"/>
                    <a:pt x="40" y="0"/>
                  </a:cubicBezTo>
                  <a:cubicBezTo>
                    <a:pt x="18" y="0"/>
                    <a:pt x="0" y="18"/>
                    <a:pt x="0" y="40"/>
                  </a:cubicBezTo>
                  <a:cubicBezTo>
                    <a:pt x="0" y="352"/>
                    <a:pt x="0" y="352"/>
                    <a:pt x="0" y="352"/>
                  </a:cubicBezTo>
                  <a:cubicBezTo>
                    <a:pt x="0" y="374"/>
                    <a:pt x="18" y="392"/>
                    <a:pt x="40" y="392"/>
                  </a:cubicBezTo>
                  <a:cubicBezTo>
                    <a:pt x="192" y="392"/>
                    <a:pt x="192" y="392"/>
                    <a:pt x="192" y="392"/>
                  </a:cubicBezTo>
                  <a:cubicBezTo>
                    <a:pt x="214" y="392"/>
                    <a:pt x="232" y="374"/>
                    <a:pt x="232" y="352"/>
                  </a:cubicBezTo>
                  <a:cubicBezTo>
                    <a:pt x="232" y="40"/>
                    <a:pt x="232" y="40"/>
                    <a:pt x="232" y="40"/>
                  </a:cubicBezTo>
                  <a:cubicBezTo>
                    <a:pt x="232" y="18"/>
                    <a:pt x="214" y="0"/>
                    <a:pt x="192" y="0"/>
                  </a:cubicBezTo>
                  <a:close/>
                  <a:moveTo>
                    <a:pt x="116" y="376"/>
                  </a:moveTo>
                  <a:cubicBezTo>
                    <a:pt x="101" y="376"/>
                    <a:pt x="88" y="367"/>
                    <a:pt x="88" y="356"/>
                  </a:cubicBezTo>
                  <a:cubicBezTo>
                    <a:pt x="88" y="345"/>
                    <a:pt x="101" y="336"/>
                    <a:pt x="116" y="336"/>
                  </a:cubicBezTo>
                  <a:cubicBezTo>
                    <a:pt x="131" y="336"/>
                    <a:pt x="144" y="345"/>
                    <a:pt x="144" y="356"/>
                  </a:cubicBezTo>
                  <a:cubicBezTo>
                    <a:pt x="144" y="367"/>
                    <a:pt x="131" y="376"/>
                    <a:pt x="116" y="376"/>
                  </a:cubicBezTo>
                  <a:close/>
                  <a:moveTo>
                    <a:pt x="200" y="316"/>
                  </a:moveTo>
                  <a:cubicBezTo>
                    <a:pt x="32" y="316"/>
                    <a:pt x="32" y="316"/>
                    <a:pt x="32" y="316"/>
                  </a:cubicBezTo>
                  <a:cubicBezTo>
                    <a:pt x="32" y="52"/>
                    <a:pt x="32" y="52"/>
                    <a:pt x="32" y="52"/>
                  </a:cubicBezTo>
                  <a:cubicBezTo>
                    <a:pt x="200" y="52"/>
                    <a:pt x="200" y="52"/>
                    <a:pt x="200" y="52"/>
                  </a:cubicBezTo>
                  <a:lnTo>
                    <a:pt x="200" y="31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grpSp>
      <p:grpSp>
        <p:nvGrpSpPr>
          <p:cNvPr id="14" name="Group 3">
            <a:extLst>
              <a:ext uri="{FF2B5EF4-FFF2-40B4-BE49-F238E27FC236}">
                <a16:creationId xmlns:a16="http://schemas.microsoft.com/office/drawing/2014/main" id="{BF65565A-F096-43DD-8B0E-C3BDB1984BC2}"/>
              </a:ext>
            </a:extLst>
          </p:cNvPr>
          <p:cNvGrpSpPr>
            <a:grpSpLocks/>
          </p:cNvGrpSpPr>
          <p:nvPr/>
        </p:nvGrpSpPr>
        <p:grpSpPr bwMode="auto">
          <a:xfrm>
            <a:off x="6696075" y="3090863"/>
            <a:ext cx="633413" cy="633412"/>
            <a:chOff x="4875600" y="2536193"/>
            <a:chExt cx="475253" cy="475253"/>
          </a:xfrm>
        </p:grpSpPr>
        <p:sp>
          <p:nvSpPr>
            <p:cNvPr id="15" name="Oval 22">
              <a:extLst>
                <a:ext uri="{FF2B5EF4-FFF2-40B4-BE49-F238E27FC236}">
                  <a16:creationId xmlns:a16="http://schemas.microsoft.com/office/drawing/2014/main" id="{E4BBBF4D-E90B-4C02-A988-1AE547E5FF74}"/>
                </a:ext>
              </a:extLst>
            </p:cNvPr>
            <p:cNvSpPr/>
            <p:nvPr/>
          </p:nvSpPr>
          <p:spPr>
            <a:xfrm>
              <a:off x="4875600" y="2536193"/>
              <a:ext cx="475253" cy="475253"/>
            </a:xfrm>
            <a:prstGeom prst="ellipse">
              <a:avLst/>
            </a:prstGeom>
            <a:solidFill>
              <a:srgbClr val="5E80B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en-US" sz="2400" noProof="1">
                <a:cs typeface="+mn-ea"/>
                <a:sym typeface="+mn-lt"/>
              </a:endParaRPr>
            </a:p>
          </p:txBody>
        </p:sp>
        <p:sp>
          <p:nvSpPr>
            <p:cNvPr id="46102" name="Freeform 11">
              <a:extLst>
                <a:ext uri="{FF2B5EF4-FFF2-40B4-BE49-F238E27FC236}">
                  <a16:creationId xmlns:a16="http://schemas.microsoft.com/office/drawing/2014/main" id="{04B66101-A6E3-430D-96F2-7824DF8556DC}"/>
                </a:ext>
              </a:extLst>
            </p:cNvPr>
            <p:cNvSpPr>
              <a:spLocks noChangeArrowheads="1"/>
            </p:cNvSpPr>
            <p:nvPr/>
          </p:nvSpPr>
          <p:spPr bwMode="auto">
            <a:xfrm>
              <a:off x="5015568" y="2676392"/>
              <a:ext cx="195315" cy="194853"/>
            </a:xfrm>
            <a:custGeom>
              <a:avLst/>
              <a:gdLst>
                <a:gd name="T0" fmla="*/ 2147483646 w 358"/>
                <a:gd name="T1" fmla="*/ 2147483646 h 357"/>
                <a:gd name="T2" fmla="*/ 2147483646 w 358"/>
                <a:gd name="T3" fmla="*/ 2147483646 h 357"/>
                <a:gd name="T4" fmla="*/ 2147483646 w 358"/>
                <a:gd name="T5" fmla="*/ 2147483646 h 357"/>
                <a:gd name="T6" fmla="*/ 2147483646 w 358"/>
                <a:gd name="T7" fmla="*/ 2147483646 h 357"/>
                <a:gd name="T8" fmla="*/ 2147483646 w 358"/>
                <a:gd name="T9" fmla="*/ 2147483646 h 357"/>
                <a:gd name="T10" fmla="*/ 2147483646 w 358"/>
                <a:gd name="T11" fmla="*/ 2147483646 h 357"/>
                <a:gd name="T12" fmla="*/ 2147483646 w 358"/>
                <a:gd name="T13" fmla="*/ 2147483646 h 357"/>
                <a:gd name="T14" fmla="*/ 2147483646 w 358"/>
                <a:gd name="T15" fmla="*/ 2147483646 h 357"/>
                <a:gd name="T16" fmla="*/ 2147483646 w 358"/>
                <a:gd name="T17" fmla="*/ 2147483646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8" h="357">
                  <a:moveTo>
                    <a:pt x="208" y="207"/>
                  </a:moveTo>
                  <a:cubicBezTo>
                    <a:pt x="177" y="239"/>
                    <a:pt x="140" y="269"/>
                    <a:pt x="126" y="255"/>
                  </a:cubicBezTo>
                  <a:cubicBezTo>
                    <a:pt x="105" y="234"/>
                    <a:pt x="92" y="216"/>
                    <a:pt x="46" y="253"/>
                  </a:cubicBezTo>
                  <a:cubicBezTo>
                    <a:pt x="0" y="290"/>
                    <a:pt x="36" y="314"/>
                    <a:pt x="56" y="334"/>
                  </a:cubicBezTo>
                  <a:cubicBezTo>
                    <a:pt x="79" y="357"/>
                    <a:pt x="165" y="335"/>
                    <a:pt x="251" y="250"/>
                  </a:cubicBezTo>
                  <a:cubicBezTo>
                    <a:pt x="336" y="165"/>
                    <a:pt x="358" y="78"/>
                    <a:pt x="335" y="55"/>
                  </a:cubicBezTo>
                  <a:cubicBezTo>
                    <a:pt x="315" y="35"/>
                    <a:pt x="290" y="0"/>
                    <a:pt x="254" y="45"/>
                  </a:cubicBezTo>
                  <a:cubicBezTo>
                    <a:pt x="217" y="91"/>
                    <a:pt x="235" y="104"/>
                    <a:pt x="256" y="125"/>
                  </a:cubicBezTo>
                  <a:cubicBezTo>
                    <a:pt x="270" y="139"/>
                    <a:pt x="240" y="176"/>
                    <a:pt x="208" y="20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grpSp>
      <p:grpSp>
        <p:nvGrpSpPr>
          <p:cNvPr id="17" name="Group 4">
            <a:extLst>
              <a:ext uri="{FF2B5EF4-FFF2-40B4-BE49-F238E27FC236}">
                <a16:creationId xmlns:a16="http://schemas.microsoft.com/office/drawing/2014/main" id="{FE523A83-8498-4FDA-B55C-A509A4788B0F}"/>
              </a:ext>
            </a:extLst>
          </p:cNvPr>
          <p:cNvGrpSpPr>
            <a:grpSpLocks/>
          </p:cNvGrpSpPr>
          <p:nvPr/>
        </p:nvGrpSpPr>
        <p:grpSpPr bwMode="auto">
          <a:xfrm>
            <a:off x="6696075" y="4460875"/>
            <a:ext cx="633413" cy="633413"/>
            <a:chOff x="4875600" y="3563040"/>
            <a:chExt cx="475253" cy="475253"/>
          </a:xfrm>
        </p:grpSpPr>
        <p:sp>
          <p:nvSpPr>
            <p:cNvPr id="18" name="Oval 27">
              <a:extLst>
                <a:ext uri="{FF2B5EF4-FFF2-40B4-BE49-F238E27FC236}">
                  <a16:creationId xmlns:a16="http://schemas.microsoft.com/office/drawing/2014/main" id="{B27CA3E0-9CA5-4B31-A082-5435348801C2}"/>
                </a:ext>
              </a:extLst>
            </p:cNvPr>
            <p:cNvSpPr/>
            <p:nvPr/>
          </p:nvSpPr>
          <p:spPr>
            <a:xfrm>
              <a:off x="4875600" y="3563040"/>
              <a:ext cx="475253" cy="475253"/>
            </a:xfrm>
            <a:prstGeom prst="ellipse">
              <a:avLst/>
            </a:prstGeom>
            <a:solidFill>
              <a:srgbClr val="7DB1C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en-US" sz="2400" noProof="1">
                <a:cs typeface="+mn-ea"/>
                <a:sym typeface="+mn-lt"/>
              </a:endParaRPr>
            </a:p>
          </p:txBody>
        </p:sp>
        <p:sp>
          <p:nvSpPr>
            <p:cNvPr id="46100" name="Freeform 16">
              <a:extLst>
                <a:ext uri="{FF2B5EF4-FFF2-40B4-BE49-F238E27FC236}">
                  <a16:creationId xmlns:a16="http://schemas.microsoft.com/office/drawing/2014/main" id="{96DD120F-DC65-4701-BEFD-F47B2303E74A}"/>
                </a:ext>
              </a:extLst>
            </p:cNvPr>
            <p:cNvSpPr>
              <a:spLocks noEditPoints="1" noChangeArrowheads="1"/>
            </p:cNvSpPr>
            <p:nvPr/>
          </p:nvSpPr>
          <p:spPr bwMode="auto">
            <a:xfrm>
              <a:off x="5015781" y="3725730"/>
              <a:ext cx="191131" cy="168251"/>
            </a:xfrm>
            <a:custGeom>
              <a:avLst/>
              <a:gdLst>
                <a:gd name="T0" fmla="*/ 2147483646 w 400"/>
                <a:gd name="T1" fmla="*/ 0 h 352"/>
                <a:gd name="T2" fmla="*/ 2147483646 w 400"/>
                <a:gd name="T3" fmla="*/ 0 h 352"/>
                <a:gd name="T4" fmla="*/ 0 w 400"/>
                <a:gd name="T5" fmla="*/ 2147483646 h 352"/>
                <a:gd name="T6" fmla="*/ 0 w 400"/>
                <a:gd name="T7" fmla="*/ 2147483646 h 352"/>
                <a:gd name="T8" fmla="*/ 2147483646 w 400"/>
                <a:gd name="T9" fmla="*/ 2147483646 h 352"/>
                <a:gd name="T10" fmla="*/ 2147483646 w 400"/>
                <a:gd name="T11" fmla="*/ 2147483646 h 352"/>
                <a:gd name="T12" fmla="*/ 2147483646 w 400"/>
                <a:gd name="T13" fmla="*/ 2147483646 h 352"/>
                <a:gd name="T14" fmla="*/ 2147483646 w 400"/>
                <a:gd name="T15" fmla="*/ 2147483646 h 352"/>
                <a:gd name="T16" fmla="*/ 2147483646 w 400"/>
                <a:gd name="T17" fmla="*/ 2147483646 h 352"/>
                <a:gd name="T18" fmla="*/ 2147483646 w 400"/>
                <a:gd name="T19" fmla="*/ 2147483646 h 352"/>
                <a:gd name="T20" fmla="*/ 2147483646 w 400"/>
                <a:gd name="T21" fmla="*/ 2147483646 h 352"/>
                <a:gd name="T22" fmla="*/ 2147483646 w 400"/>
                <a:gd name="T23" fmla="*/ 2147483646 h 352"/>
                <a:gd name="T24" fmla="*/ 2147483646 w 400"/>
                <a:gd name="T25" fmla="*/ 0 h 352"/>
                <a:gd name="T26" fmla="*/ 2147483646 w 400"/>
                <a:gd name="T27" fmla="*/ 2147483646 h 352"/>
                <a:gd name="T28" fmla="*/ 2147483646 w 400"/>
                <a:gd name="T29" fmla="*/ 2147483646 h 352"/>
                <a:gd name="T30" fmla="*/ 2147483646 w 400"/>
                <a:gd name="T31" fmla="*/ 2147483646 h 352"/>
                <a:gd name="T32" fmla="*/ 2147483646 w 400"/>
                <a:gd name="T33" fmla="*/ 2147483646 h 352"/>
                <a:gd name="T34" fmla="*/ 2147483646 w 400"/>
                <a:gd name="T35" fmla="*/ 2147483646 h 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0" h="352">
                  <a:moveTo>
                    <a:pt x="360" y="0"/>
                  </a:moveTo>
                  <a:cubicBezTo>
                    <a:pt x="40" y="0"/>
                    <a:pt x="40" y="0"/>
                    <a:pt x="40" y="0"/>
                  </a:cubicBezTo>
                  <a:cubicBezTo>
                    <a:pt x="18" y="0"/>
                    <a:pt x="0" y="18"/>
                    <a:pt x="0" y="40"/>
                  </a:cubicBezTo>
                  <a:cubicBezTo>
                    <a:pt x="0" y="260"/>
                    <a:pt x="0" y="260"/>
                    <a:pt x="0" y="260"/>
                  </a:cubicBezTo>
                  <a:cubicBezTo>
                    <a:pt x="0" y="282"/>
                    <a:pt x="17" y="303"/>
                    <a:pt x="39" y="308"/>
                  </a:cubicBezTo>
                  <a:cubicBezTo>
                    <a:pt x="126" y="325"/>
                    <a:pt x="126" y="325"/>
                    <a:pt x="126" y="325"/>
                  </a:cubicBezTo>
                  <a:cubicBezTo>
                    <a:pt x="126" y="325"/>
                    <a:pt x="51" y="352"/>
                    <a:pt x="100" y="352"/>
                  </a:cubicBezTo>
                  <a:cubicBezTo>
                    <a:pt x="300" y="352"/>
                    <a:pt x="300" y="352"/>
                    <a:pt x="300" y="352"/>
                  </a:cubicBezTo>
                  <a:cubicBezTo>
                    <a:pt x="348" y="352"/>
                    <a:pt x="273" y="325"/>
                    <a:pt x="273" y="325"/>
                  </a:cubicBezTo>
                  <a:cubicBezTo>
                    <a:pt x="361" y="308"/>
                    <a:pt x="361" y="308"/>
                    <a:pt x="361" y="308"/>
                  </a:cubicBezTo>
                  <a:cubicBezTo>
                    <a:pt x="382" y="303"/>
                    <a:pt x="400" y="282"/>
                    <a:pt x="400" y="260"/>
                  </a:cubicBezTo>
                  <a:cubicBezTo>
                    <a:pt x="400" y="40"/>
                    <a:pt x="400" y="40"/>
                    <a:pt x="400" y="40"/>
                  </a:cubicBezTo>
                  <a:cubicBezTo>
                    <a:pt x="400" y="18"/>
                    <a:pt x="382" y="0"/>
                    <a:pt x="360" y="0"/>
                  </a:cubicBezTo>
                  <a:close/>
                  <a:moveTo>
                    <a:pt x="360" y="258"/>
                  </a:moveTo>
                  <a:cubicBezTo>
                    <a:pt x="40" y="258"/>
                    <a:pt x="40" y="258"/>
                    <a:pt x="40" y="258"/>
                  </a:cubicBezTo>
                  <a:cubicBezTo>
                    <a:pt x="40" y="36"/>
                    <a:pt x="40" y="36"/>
                    <a:pt x="40" y="36"/>
                  </a:cubicBezTo>
                  <a:cubicBezTo>
                    <a:pt x="360" y="36"/>
                    <a:pt x="360" y="36"/>
                    <a:pt x="360" y="36"/>
                  </a:cubicBezTo>
                  <a:lnTo>
                    <a:pt x="360" y="2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21920" tIns="60960" rIns="121920" bIns="60960"/>
            <a:lstStyle/>
            <a:p>
              <a:endParaRPr lang="zh-CN" altLang="en-US"/>
            </a:p>
          </p:txBody>
        </p:sp>
      </p:grpSp>
      <p:sp>
        <p:nvSpPr>
          <p:cNvPr id="46091" name="Title 13">
            <a:extLst>
              <a:ext uri="{FF2B5EF4-FFF2-40B4-BE49-F238E27FC236}">
                <a16:creationId xmlns:a16="http://schemas.microsoft.com/office/drawing/2014/main" id="{90F1660A-98B8-4ECF-A7C7-3E23AE607DE9}"/>
              </a:ext>
            </a:extLst>
          </p:cNvPr>
          <p:cNvSpPr txBox="1">
            <a:spLocks noChangeArrowheads="1"/>
          </p:cNvSpPr>
          <p:nvPr/>
        </p:nvSpPr>
        <p:spPr bwMode="auto">
          <a:xfrm>
            <a:off x="7329488" y="2908300"/>
            <a:ext cx="3846512"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a:solidFill>
                  <a:srgbClr val="595959"/>
                </a:solidFill>
                <a:sym typeface="Arial" panose="020B0604020202020204" pitchFamily="34" charset="0"/>
              </a:rPr>
              <a:t>这里添加文字标题</a:t>
            </a:r>
            <a:endParaRPr lang="en-US" altLang="en-US" sz="2400">
              <a:solidFill>
                <a:srgbClr val="595959"/>
              </a:solidFill>
              <a:sym typeface="Arial" panose="020B0604020202020204" pitchFamily="34" charset="0"/>
            </a:endParaRPr>
          </a:p>
        </p:txBody>
      </p:sp>
      <p:sp>
        <p:nvSpPr>
          <p:cNvPr id="46092" name="Title 13">
            <a:extLst>
              <a:ext uri="{FF2B5EF4-FFF2-40B4-BE49-F238E27FC236}">
                <a16:creationId xmlns:a16="http://schemas.microsoft.com/office/drawing/2014/main" id="{35DD003E-0658-4589-A491-2D018BE6C162}"/>
              </a:ext>
            </a:extLst>
          </p:cNvPr>
          <p:cNvSpPr txBox="1">
            <a:spLocks noChangeArrowheads="1"/>
          </p:cNvSpPr>
          <p:nvPr/>
        </p:nvSpPr>
        <p:spPr bwMode="auto">
          <a:xfrm>
            <a:off x="7329488" y="4322763"/>
            <a:ext cx="3846512"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a:solidFill>
                  <a:srgbClr val="595959"/>
                </a:solidFill>
                <a:sym typeface="Arial" panose="020B0604020202020204" pitchFamily="34" charset="0"/>
              </a:rPr>
              <a:t>这里添加文字标题</a:t>
            </a:r>
            <a:endParaRPr lang="en-US" altLang="en-US" sz="2400">
              <a:solidFill>
                <a:srgbClr val="595959"/>
              </a:solidFill>
              <a:sym typeface="Arial" panose="020B0604020202020204" pitchFamily="34" charset="0"/>
            </a:endParaRPr>
          </a:p>
        </p:txBody>
      </p:sp>
      <p:sp>
        <p:nvSpPr>
          <p:cNvPr id="46093" name="文本框 21">
            <a:extLst>
              <a:ext uri="{FF2B5EF4-FFF2-40B4-BE49-F238E27FC236}">
                <a16:creationId xmlns:a16="http://schemas.microsoft.com/office/drawing/2014/main" id="{98517443-3BE0-45C6-B3D8-3F550773D014}"/>
              </a:ext>
            </a:extLst>
          </p:cNvPr>
          <p:cNvSpPr txBox="1">
            <a:spLocks noChangeArrowheads="1"/>
          </p:cNvSpPr>
          <p:nvPr/>
        </p:nvSpPr>
        <p:spPr bwMode="auto">
          <a:xfrm>
            <a:off x="7329488" y="2119313"/>
            <a:ext cx="384651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
        <p:nvSpPr>
          <p:cNvPr id="46094" name="文本框 22">
            <a:extLst>
              <a:ext uri="{FF2B5EF4-FFF2-40B4-BE49-F238E27FC236}">
                <a16:creationId xmlns:a16="http://schemas.microsoft.com/office/drawing/2014/main" id="{5D88ABEA-7323-4CED-8315-21ED4EAE56AD}"/>
              </a:ext>
            </a:extLst>
          </p:cNvPr>
          <p:cNvSpPr txBox="1">
            <a:spLocks noChangeArrowheads="1"/>
          </p:cNvSpPr>
          <p:nvPr/>
        </p:nvSpPr>
        <p:spPr bwMode="auto">
          <a:xfrm>
            <a:off x="7329488" y="3484563"/>
            <a:ext cx="3846512" cy="65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
        <p:nvSpPr>
          <p:cNvPr id="46095" name="文本框 23">
            <a:extLst>
              <a:ext uri="{FF2B5EF4-FFF2-40B4-BE49-F238E27FC236}">
                <a16:creationId xmlns:a16="http://schemas.microsoft.com/office/drawing/2014/main" id="{9507D7AA-68D0-4BE8-8FC7-43F91E1147FC}"/>
              </a:ext>
            </a:extLst>
          </p:cNvPr>
          <p:cNvSpPr txBox="1">
            <a:spLocks noChangeArrowheads="1"/>
          </p:cNvSpPr>
          <p:nvPr/>
        </p:nvSpPr>
        <p:spPr bwMode="auto">
          <a:xfrm>
            <a:off x="7329488" y="4899025"/>
            <a:ext cx="3846512"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graphicFrame>
        <p:nvGraphicFramePr>
          <p:cNvPr id="46096" name="对象 27">
            <a:extLst>
              <a:ext uri="{FF2B5EF4-FFF2-40B4-BE49-F238E27FC236}">
                <a16:creationId xmlns:a16="http://schemas.microsoft.com/office/drawing/2014/main" id="{8BBA3A91-6D80-4767-B265-B2D2D3B95A6F}"/>
              </a:ext>
            </a:extLst>
          </p:cNvPr>
          <p:cNvGraphicFramePr>
            <a:graphicFrameLocks/>
          </p:cNvGraphicFramePr>
          <p:nvPr/>
        </p:nvGraphicFramePr>
        <p:xfrm>
          <a:off x="-257175" y="1706563"/>
          <a:ext cx="6953250" cy="4037012"/>
        </p:xfrm>
        <a:graphic>
          <a:graphicData uri="http://schemas.openxmlformats.org/presentationml/2006/ole">
            <mc:AlternateContent xmlns:mc="http://schemas.openxmlformats.org/markup-compatibility/2006">
              <mc:Choice xmlns:v="urn:schemas-microsoft-com:vml" Requires="v">
                <p:oleObj r:id="rId3" imgW="6952381" imgH="4028571" progId="excel.sheet.8">
                  <p:embed/>
                </p:oleObj>
              </mc:Choice>
              <mc:Fallback>
                <p:oleObj r:id="rId3" imgW="6952381" imgH="4028571" progId="excel.sheet.8">
                  <p:embed/>
                  <p:pic>
                    <p:nvPicPr>
                      <p:cNvPr id="0" name="对象 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 y="1706563"/>
                        <a:ext cx="6953250" cy="403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6" name="直接连接符 25">
            <a:extLst>
              <a:ext uri="{FF2B5EF4-FFF2-40B4-BE49-F238E27FC236}">
                <a16:creationId xmlns:a16="http://schemas.microsoft.com/office/drawing/2014/main" id="{9E303B8A-3603-469C-80FB-44172068BAB6}"/>
              </a:ext>
            </a:extLst>
          </p:cNvPr>
          <p:cNvCxnSpPr/>
          <p:nvPr/>
        </p:nvCxnSpPr>
        <p:spPr>
          <a:xfrm>
            <a:off x="5799138" y="1738313"/>
            <a:ext cx="0" cy="3994150"/>
          </a:xfrm>
          <a:prstGeom prst="line">
            <a:avLst/>
          </a:prstGeom>
          <a:ln>
            <a:solidFill>
              <a:srgbClr val="4B649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6098" name="文本框 26">
            <a:extLst>
              <a:ext uri="{FF2B5EF4-FFF2-40B4-BE49-F238E27FC236}">
                <a16:creationId xmlns:a16="http://schemas.microsoft.com/office/drawing/2014/main" id="{54662B26-6016-4F77-A154-534C5633FE11}"/>
              </a:ext>
            </a:extLst>
          </p:cNvPr>
          <p:cNvSpPr txBox="1">
            <a:spLocks noChangeArrowheads="1"/>
          </p:cNvSpPr>
          <p:nvPr/>
        </p:nvSpPr>
        <p:spPr bwMode="auto">
          <a:xfrm>
            <a:off x="2168525" y="2819400"/>
            <a:ext cx="22383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en-US" altLang="zh-CN" sz="8000" b="1">
                <a:solidFill>
                  <a:srgbClr val="4B649F"/>
                </a:solidFill>
              </a:rPr>
              <a:t>26%</a:t>
            </a:r>
            <a:endParaRPr lang="zh-CN" altLang="en-US" sz="8000" b="1">
              <a:solidFill>
                <a:srgbClr val="4B649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nodeType="afterGroup">
                            <p:stCondLst>
                              <p:cond delay="500"/>
                            </p:stCondLst>
                            <p:childTnLst>
                              <p:par>
                                <p:cTn id="11" presetID="53" presetClass="entr" presetSubtype="16"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ppt_w</p:attrName>
                                        </p:attrNameLst>
                                      </p:cBhvr>
                                      <p:tavLst>
                                        <p:tav tm="0">
                                          <p:val>
                                            <p:fltVal val="0"/>
                                          </p:val>
                                        </p:tav>
                                        <p:tav tm="100000">
                                          <p:val>
                                            <p:strVal val="#ppt_w"/>
                                          </p:val>
                                        </p:tav>
                                      </p:tavLst>
                                    </p:anim>
                                    <p:anim calcmode="lin" valueType="num">
                                      <p:cBhvr>
                                        <p:cTn id="14" dur="500" fill="hold"/>
                                        <p:tgtEl>
                                          <p:spTgt spid="14"/>
                                        </p:tgtEl>
                                        <p:attrNameLst>
                                          <p:attrName>ppt_h</p:attrName>
                                        </p:attrNameLst>
                                      </p:cBhvr>
                                      <p:tavLst>
                                        <p:tav tm="0">
                                          <p:val>
                                            <p:fltVal val="0"/>
                                          </p:val>
                                        </p:tav>
                                        <p:tav tm="100000">
                                          <p:val>
                                            <p:strVal val="#ppt_h"/>
                                          </p:val>
                                        </p:tav>
                                      </p:tavLst>
                                    </p:anim>
                                    <p:animEffect transition="in" filter="fade">
                                      <p:cBhvr>
                                        <p:cTn id="15" dur="500"/>
                                        <p:tgtEl>
                                          <p:spTgt spid="14"/>
                                        </p:tgtEl>
                                      </p:cBhvr>
                                    </p:animEffect>
                                  </p:childTnLst>
                                </p:cTn>
                              </p:par>
                            </p:childTnLst>
                          </p:cTn>
                        </p:par>
                        <p:par>
                          <p:cTn id="16" fill="hold" nodeType="afterGroup">
                            <p:stCondLst>
                              <p:cond delay="1000"/>
                            </p:stCondLst>
                            <p:childTnLst>
                              <p:par>
                                <p:cTn id="17" presetID="53" presetClass="entr" presetSubtype="16"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animEffect transition="in" filter="fade">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图片 1">
            <a:extLst>
              <a:ext uri="{FF2B5EF4-FFF2-40B4-BE49-F238E27FC236}">
                <a16:creationId xmlns:a16="http://schemas.microsoft.com/office/drawing/2014/main" id="{5360E145-8ED3-4031-8DC9-9A981463A2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文本框 2">
            <a:extLst>
              <a:ext uri="{FF2B5EF4-FFF2-40B4-BE49-F238E27FC236}">
                <a16:creationId xmlns:a16="http://schemas.microsoft.com/office/drawing/2014/main" id="{20508F32-036E-4CF7-A161-2EE477F8875B}"/>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添加论文内容第四部分标题</a:t>
            </a:r>
          </a:p>
        </p:txBody>
      </p:sp>
      <p:cxnSp>
        <p:nvCxnSpPr>
          <p:cNvPr id="4" name="直接连接符 3">
            <a:extLst>
              <a:ext uri="{FF2B5EF4-FFF2-40B4-BE49-F238E27FC236}">
                <a16:creationId xmlns:a16="http://schemas.microsoft.com/office/drawing/2014/main" id="{90C5144D-D325-46B4-A3A4-57594D9D94A9}"/>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A478DFE1-2AF4-49FB-AB1F-CB367E0482C4}"/>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47110" name="组合 5">
            <a:extLst>
              <a:ext uri="{FF2B5EF4-FFF2-40B4-BE49-F238E27FC236}">
                <a16:creationId xmlns:a16="http://schemas.microsoft.com/office/drawing/2014/main" id="{A79FFB9C-83B9-49FE-9CA4-6B519522DF96}"/>
              </a:ext>
            </a:extLst>
          </p:cNvPr>
          <p:cNvGrpSpPr>
            <a:grpSpLocks/>
          </p:cNvGrpSpPr>
          <p:nvPr/>
        </p:nvGrpSpPr>
        <p:grpSpPr bwMode="auto">
          <a:xfrm>
            <a:off x="214313" y="125413"/>
            <a:ext cx="638175" cy="638175"/>
            <a:chOff x="9444839" y="2234042"/>
            <a:chExt cx="1607262" cy="1607262"/>
          </a:xfrm>
        </p:grpSpPr>
        <p:sp>
          <p:nvSpPr>
            <p:cNvPr id="7" name="椭圆 6">
              <a:extLst>
                <a:ext uri="{FF2B5EF4-FFF2-40B4-BE49-F238E27FC236}">
                  <a16:creationId xmlns:a16="http://schemas.microsoft.com/office/drawing/2014/main" id="{8F6E3F67-1C9F-485D-84DF-1C679565EFE4}"/>
                </a:ext>
              </a:extLst>
            </p:cNvPr>
            <p:cNvSpPr/>
            <p:nvPr/>
          </p:nvSpPr>
          <p:spPr>
            <a:xfrm>
              <a:off x="9444839"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E455828A-EF21-4129-B9A9-C3E24A9BE1F1}"/>
                </a:ext>
              </a:extLst>
            </p:cNvPr>
            <p:cNvSpPr/>
            <p:nvPr/>
          </p:nvSpPr>
          <p:spPr>
            <a:xfrm>
              <a:off x="9552788" y="2341991"/>
              <a:ext cx="1391361"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9" name="KSO_Shape">
              <a:extLst>
                <a:ext uri="{FF2B5EF4-FFF2-40B4-BE49-F238E27FC236}">
                  <a16:creationId xmlns:a16="http://schemas.microsoft.com/office/drawing/2014/main" id="{FA00B8F0-3BC5-40FE-AE32-8CB77A5B4379}"/>
                </a:ext>
              </a:extLst>
            </p:cNvPr>
            <p:cNvSpPr/>
            <p:nvPr/>
          </p:nvSpPr>
          <p:spPr bwMode="auto">
            <a:xfrm>
              <a:off x="9828663" y="2673840"/>
              <a:ext cx="839614" cy="727666"/>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rgbClr val="4B649F"/>
            </a:solidFill>
            <a:ln>
              <a:noFill/>
            </a:ln>
          </p:spPr>
          <p:txBody>
            <a:bodyPr bIns="72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graphicFrame>
        <p:nvGraphicFramePr>
          <p:cNvPr id="47111" name="对象 22">
            <a:extLst>
              <a:ext uri="{FF2B5EF4-FFF2-40B4-BE49-F238E27FC236}">
                <a16:creationId xmlns:a16="http://schemas.microsoft.com/office/drawing/2014/main" id="{74FED9A4-CB15-4644-B43D-5C72B55149EF}"/>
              </a:ext>
            </a:extLst>
          </p:cNvPr>
          <p:cNvGraphicFramePr>
            <a:graphicFrameLocks/>
          </p:cNvGraphicFramePr>
          <p:nvPr/>
        </p:nvGraphicFramePr>
        <p:xfrm>
          <a:off x="844550" y="1579563"/>
          <a:ext cx="10528300" cy="2743200"/>
        </p:xfrm>
        <a:graphic>
          <a:graphicData uri="http://schemas.openxmlformats.org/presentationml/2006/ole">
            <mc:AlternateContent xmlns:mc="http://schemas.openxmlformats.org/markup-compatibility/2006">
              <mc:Choice xmlns:v="urn:schemas-microsoft-com:vml" Requires="v">
                <p:oleObj r:id="rId3" imgW="10523810" imgH="2733333" progId="excel.sheet.8">
                  <p:embed/>
                </p:oleObj>
              </mc:Choice>
              <mc:Fallback>
                <p:oleObj r:id="rId3" imgW="10523810" imgH="2733333" progId="excel.sheet.8">
                  <p:embed/>
                  <p:pic>
                    <p:nvPicPr>
                      <p:cNvPr id="0" name="对象 2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50" y="1579563"/>
                        <a:ext cx="105283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2" name="Title 13">
            <a:extLst>
              <a:ext uri="{FF2B5EF4-FFF2-40B4-BE49-F238E27FC236}">
                <a16:creationId xmlns:a16="http://schemas.microsoft.com/office/drawing/2014/main" id="{FF29BC1C-C05C-45AD-86F7-E723B77B6843}"/>
              </a:ext>
            </a:extLst>
          </p:cNvPr>
          <p:cNvSpPr txBox="1">
            <a:spLocks noChangeArrowheads="1"/>
          </p:cNvSpPr>
          <p:nvPr/>
        </p:nvSpPr>
        <p:spPr bwMode="auto">
          <a:xfrm>
            <a:off x="1136650" y="4459288"/>
            <a:ext cx="3846513"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a:solidFill>
                  <a:srgbClr val="595959"/>
                </a:solidFill>
                <a:sym typeface="Arial" panose="020B0604020202020204" pitchFamily="34" charset="0"/>
              </a:rPr>
              <a:t>类别</a:t>
            </a:r>
            <a:r>
              <a:rPr lang="en-US" altLang="zh-CN" sz="2400">
                <a:solidFill>
                  <a:srgbClr val="595959"/>
                </a:solidFill>
                <a:sym typeface="Arial" panose="020B0604020202020204" pitchFamily="34" charset="0"/>
              </a:rPr>
              <a:t>1</a:t>
            </a:r>
            <a:endParaRPr lang="en-US" altLang="en-US" sz="2400">
              <a:solidFill>
                <a:srgbClr val="595959"/>
              </a:solidFill>
              <a:sym typeface="Arial" panose="020B0604020202020204" pitchFamily="34" charset="0"/>
            </a:endParaRPr>
          </a:p>
        </p:txBody>
      </p:sp>
      <p:sp>
        <p:nvSpPr>
          <p:cNvPr id="47113" name="文本框 11">
            <a:extLst>
              <a:ext uri="{FF2B5EF4-FFF2-40B4-BE49-F238E27FC236}">
                <a16:creationId xmlns:a16="http://schemas.microsoft.com/office/drawing/2014/main" id="{2688D221-92B0-43F6-B26A-14DB8F2D02B4}"/>
              </a:ext>
            </a:extLst>
          </p:cNvPr>
          <p:cNvSpPr txBox="1">
            <a:spLocks noChangeArrowheads="1"/>
          </p:cNvSpPr>
          <p:nvPr/>
        </p:nvSpPr>
        <p:spPr bwMode="auto">
          <a:xfrm>
            <a:off x="1136650" y="5019675"/>
            <a:ext cx="20828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
        <p:nvSpPr>
          <p:cNvPr id="13" name="矩形 12">
            <a:extLst>
              <a:ext uri="{FF2B5EF4-FFF2-40B4-BE49-F238E27FC236}">
                <a16:creationId xmlns:a16="http://schemas.microsoft.com/office/drawing/2014/main" id="{33E88A33-F737-4FB3-AB37-2695C8327D1E}"/>
              </a:ext>
            </a:extLst>
          </p:cNvPr>
          <p:cNvSpPr/>
          <p:nvPr/>
        </p:nvSpPr>
        <p:spPr>
          <a:xfrm>
            <a:off x="946150" y="4684713"/>
            <a:ext cx="190500" cy="190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7115" name="Title 13">
            <a:extLst>
              <a:ext uri="{FF2B5EF4-FFF2-40B4-BE49-F238E27FC236}">
                <a16:creationId xmlns:a16="http://schemas.microsoft.com/office/drawing/2014/main" id="{CF40FCEE-D081-43C9-AB70-884FF1D005A1}"/>
              </a:ext>
            </a:extLst>
          </p:cNvPr>
          <p:cNvSpPr txBox="1">
            <a:spLocks noChangeArrowheads="1"/>
          </p:cNvSpPr>
          <p:nvPr/>
        </p:nvSpPr>
        <p:spPr bwMode="auto">
          <a:xfrm>
            <a:off x="3803650" y="4459288"/>
            <a:ext cx="3846513"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a:solidFill>
                  <a:srgbClr val="595959"/>
                </a:solidFill>
                <a:sym typeface="Arial" panose="020B0604020202020204" pitchFamily="34" charset="0"/>
              </a:rPr>
              <a:t>类别</a:t>
            </a:r>
            <a:r>
              <a:rPr lang="en-US" altLang="zh-CN" sz="2400">
                <a:solidFill>
                  <a:srgbClr val="595959"/>
                </a:solidFill>
                <a:sym typeface="Arial" panose="020B0604020202020204" pitchFamily="34" charset="0"/>
              </a:rPr>
              <a:t>2</a:t>
            </a:r>
            <a:endParaRPr lang="en-US" altLang="en-US" sz="2400">
              <a:solidFill>
                <a:srgbClr val="595959"/>
              </a:solidFill>
              <a:sym typeface="Arial" panose="020B0604020202020204" pitchFamily="34" charset="0"/>
            </a:endParaRPr>
          </a:p>
        </p:txBody>
      </p:sp>
      <p:sp>
        <p:nvSpPr>
          <p:cNvPr id="47116" name="文本框 14">
            <a:extLst>
              <a:ext uri="{FF2B5EF4-FFF2-40B4-BE49-F238E27FC236}">
                <a16:creationId xmlns:a16="http://schemas.microsoft.com/office/drawing/2014/main" id="{F5D104AA-1FC6-4930-A55E-CA14D2DCF284}"/>
              </a:ext>
            </a:extLst>
          </p:cNvPr>
          <p:cNvSpPr txBox="1">
            <a:spLocks noChangeArrowheads="1"/>
          </p:cNvSpPr>
          <p:nvPr/>
        </p:nvSpPr>
        <p:spPr bwMode="auto">
          <a:xfrm>
            <a:off x="3803650" y="5019675"/>
            <a:ext cx="20828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
        <p:nvSpPr>
          <p:cNvPr id="16" name="矩形 15">
            <a:extLst>
              <a:ext uri="{FF2B5EF4-FFF2-40B4-BE49-F238E27FC236}">
                <a16:creationId xmlns:a16="http://schemas.microsoft.com/office/drawing/2014/main" id="{DE33A5BF-1337-42D6-A5E6-5B3EAFCD72C4}"/>
              </a:ext>
            </a:extLst>
          </p:cNvPr>
          <p:cNvSpPr/>
          <p:nvPr/>
        </p:nvSpPr>
        <p:spPr>
          <a:xfrm>
            <a:off x="3613150" y="4684713"/>
            <a:ext cx="190500" cy="19050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7118" name="Title 13">
            <a:extLst>
              <a:ext uri="{FF2B5EF4-FFF2-40B4-BE49-F238E27FC236}">
                <a16:creationId xmlns:a16="http://schemas.microsoft.com/office/drawing/2014/main" id="{94EC1D12-6500-42AC-8D37-0EA6DB69B753}"/>
              </a:ext>
            </a:extLst>
          </p:cNvPr>
          <p:cNvSpPr txBox="1">
            <a:spLocks noChangeArrowheads="1"/>
          </p:cNvSpPr>
          <p:nvPr/>
        </p:nvSpPr>
        <p:spPr bwMode="auto">
          <a:xfrm>
            <a:off x="6529388" y="4459288"/>
            <a:ext cx="3844925"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a:solidFill>
                  <a:srgbClr val="595959"/>
                </a:solidFill>
                <a:sym typeface="Arial" panose="020B0604020202020204" pitchFamily="34" charset="0"/>
              </a:rPr>
              <a:t>类别</a:t>
            </a:r>
            <a:r>
              <a:rPr lang="en-US" altLang="zh-CN" sz="2400">
                <a:solidFill>
                  <a:srgbClr val="595959"/>
                </a:solidFill>
                <a:sym typeface="Arial" panose="020B0604020202020204" pitchFamily="34" charset="0"/>
              </a:rPr>
              <a:t>3</a:t>
            </a:r>
            <a:endParaRPr lang="en-US" altLang="en-US" sz="2400">
              <a:solidFill>
                <a:srgbClr val="595959"/>
              </a:solidFill>
              <a:sym typeface="Arial" panose="020B0604020202020204" pitchFamily="34" charset="0"/>
            </a:endParaRPr>
          </a:p>
        </p:txBody>
      </p:sp>
      <p:sp>
        <p:nvSpPr>
          <p:cNvPr id="47119" name="文本框 17">
            <a:extLst>
              <a:ext uri="{FF2B5EF4-FFF2-40B4-BE49-F238E27FC236}">
                <a16:creationId xmlns:a16="http://schemas.microsoft.com/office/drawing/2014/main" id="{E800FF0F-18EE-45B5-BBE8-902F4ED029AA}"/>
              </a:ext>
            </a:extLst>
          </p:cNvPr>
          <p:cNvSpPr txBox="1">
            <a:spLocks noChangeArrowheads="1"/>
          </p:cNvSpPr>
          <p:nvPr/>
        </p:nvSpPr>
        <p:spPr bwMode="auto">
          <a:xfrm>
            <a:off x="6527800" y="5019675"/>
            <a:ext cx="2084388"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
        <p:nvSpPr>
          <p:cNvPr id="19" name="矩形 18">
            <a:extLst>
              <a:ext uri="{FF2B5EF4-FFF2-40B4-BE49-F238E27FC236}">
                <a16:creationId xmlns:a16="http://schemas.microsoft.com/office/drawing/2014/main" id="{857DC15E-6C12-4B0B-8741-B6336C75C87A}"/>
              </a:ext>
            </a:extLst>
          </p:cNvPr>
          <p:cNvSpPr/>
          <p:nvPr/>
        </p:nvSpPr>
        <p:spPr>
          <a:xfrm>
            <a:off x="6337300" y="4684713"/>
            <a:ext cx="190500" cy="190500"/>
          </a:xfrm>
          <a:prstGeom prst="rect">
            <a:avLst/>
          </a:prstGeom>
          <a:solidFill>
            <a:srgbClr val="5E80B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7121" name="Title 13">
            <a:extLst>
              <a:ext uri="{FF2B5EF4-FFF2-40B4-BE49-F238E27FC236}">
                <a16:creationId xmlns:a16="http://schemas.microsoft.com/office/drawing/2014/main" id="{669F3546-E605-411A-9EBE-76A8555A873A}"/>
              </a:ext>
            </a:extLst>
          </p:cNvPr>
          <p:cNvSpPr txBox="1">
            <a:spLocks noChangeArrowheads="1"/>
          </p:cNvSpPr>
          <p:nvPr/>
        </p:nvSpPr>
        <p:spPr bwMode="auto">
          <a:xfrm>
            <a:off x="9117013" y="4459288"/>
            <a:ext cx="1335087"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2400">
                <a:solidFill>
                  <a:srgbClr val="595959"/>
                </a:solidFill>
                <a:sym typeface="Arial" panose="020B0604020202020204" pitchFamily="34" charset="0"/>
              </a:rPr>
              <a:t>类别</a:t>
            </a:r>
            <a:r>
              <a:rPr lang="en-US" altLang="zh-CN" sz="2400">
                <a:solidFill>
                  <a:srgbClr val="595959"/>
                </a:solidFill>
                <a:sym typeface="Arial" panose="020B0604020202020204" pitchFamily="34" charset="0"/>
              </a:rPr>
              <a:t>4</a:t>
            </a:r>
            <a:endParaRPr lang="en-US" altLang="en-US" sz="2400">
              <a:solidFill>
                <a:srgbClr val="595959"/>
              </a:solidFill>
              <a:sym typeface="Arial" panose="020B0604020202020204" pitchFamily="34" charset="0"/>
            </a:endParaRPr>
          </a:p>
        </p:txBody>
      </p:sp>
      <p:sp>
        <p:nvSpPr>
          <p:cNvPr id="47122" name="文本框 20">
            <a:extLst>
              <a:ext uri="{FF2B5EF4-FFF2-40B4-BE49-F238E27FC236}">
                <a16:creationId xmlns:a16="http://schemas.microsoft.com/office/drawing/2014/main" id="{3B527B1F-BDDE-45DB-92F9-7E63DDF0465A}"/>
              </a:ext>
            </a:extLst>
          </p:cNvPr>
          <p:cNvSpPr txBox="1">
            <a:spLocks noChangeArrowheads="1"/>
          </p:cNvSpPr>
          <p:nvPr/>
        </p:nvSpPr>
        <p:spPr bwMode="auto">
          <a:xfrm>
            <a:off x="9117013" y="5019675"/>
            <a:ext cx="208438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just"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
        <p:nvSpPr>
          <p:cNvPr id="22" name="矩形 21">
            <a:extLst>
              <a:ext uri="{FF2B5EF4-FFF2-40B4-BE49-F238E27FC236}">
                <a16:creationId xmlns:a16="http://schemas.microsoft.com/office/drawing/2014/main" id="{10E6F48E-6070-47B8-9302-C5764DABA116}"/>
              </a:ext>
            </a:extLst>
          </p:cNvPr>
          <p:cNvSpPr/>
          <p:nvPr/>
        </p:nvSpPr>
        <p:spPr>
          <a:xfrm>
            <a:off x="8926513" y="4684713"/>
            <a:ext cx="190500" cy="190500"/>
          </a:xfrm>
          <a:prstGeom prst="rect">
            <a:avLst/>
          </a:prstGeom>
          <a:solidFill>
            <a:srgbClr val="7DB1C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8130" name="图片 1">
            <a:extLst>
              <a:ext uri="{FF2B5EF4-FFF2-40B4-BE49-F238E27FC236}">
                <a16:creationId xmlns:a16="http://schemas.microsoft.com/office/drawing/2014/main" id="{6934F0E8-CE8E-477A-92EE-58619EB54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文本框 2">
            <a:extLst>
              <a:ext uri="{FF2B5EF4-FFF2-40B4-BE49-F238E27FC236}">
                <a16:creationId xmlns:a16="http://schemas.microsoft.com/office/drawing/2014/main" id="{255BE58B-5223-41EB-87D7-8DD6BB31D59C}"/>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添加论文内容第四部分标题</a:t>
            </a:r>
          </a:p>
        </p:txBody>
      </p:sp>
      <p:cxnSp>
        <p:nvCxnSpPr>
          <p:cNvPr id="4" name="直接连接符 3">
            <a:extLst>
              <a:ext uri="{FF2B5EF4-FFF2-40B4-BE49-F238E27FC236}">
                <a16:creationId xmlns:a16="http://schemas.microsoft.com/office/drawing/2014/main" id="{DD99E7F9-E5D8-445F-9644-F1C8B0FE66C1}"/>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97D28D57-A69B-468A-A194-B14A69563FD9}"/>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48134" name="组合 5">
            <a:extLst>
              <a:ext uri="{FF2B5EF4-FFF2-40B4-BE49-F238E27FC236}">
                <a16:creationId xmlns:a16="http://schemas.microsoft.com/office/drawing/2014/main" id="{F5C58526-1D59-4730-962B-EDE1E841B0FF}"/>
              </a:ext>
            </a:extLst>
          </p:cNvPr>
          <p:cNvGrpSpPr>
            <a:grpSpLocks/>
          </p:cNvGrpSpPr>
          <p:nvPr/>
        </p:nvGrpSpPr>
        <p:grpSpPr bwMode="auto">
          <a:xfrm>
            <a:off x="214313" y="125413"/>
            <a:ext cx="638175" cy="638175"/>
            <a:chOff x="9444839" y="2234042"/>
            <a:chExt cx="1607262" cy="1607262"/>
          </a:xfrm>
        </p:grpSpPr>
        <p:sp>
          <p:nvSpPr>
            <p:cNvPr id="7" name="椭圆 6">
              <a:extLst>
                <a:ext uri="{FF2B5EF4-FFF2-40B4-BE49-F238E27FC236}">
                  <a16:creationId xmlns:a16="http://schemas.microsoft.com/office/drawing/2014/main" id="{DF799BA0-E400-408D-9709-8E7B35629CF6}"/>
                </a:ext>
              </a:extLst>
            </p:cNvPr>
            <p:cNvSpPr/>
            <p:nvPr/>
          </p:nvSpPr>
          <p:spPr>
            <a:xfrm>
              <a:off x="9444839"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0449B86A-41F7-4A5F-B160-15C889FA55B2}"/>
                </a:ext>
              </a:extLst>
            </p:cNvPr>
            <p:cNvSpPr/>
            <p:nvPr/>
          </p:nvSpPr>
          <p:spPr>
            <a:xfrm>
              <a:off x="9552788" y="2341991"/>
              <a:ext cx="1391361"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9" name="KSO_Shape">
              <a:extLst>
                <a:ext uri="{FF2B5EF4-FFF2-40B4-BE49-F238E27FC236}">
                  <a16:creationId xmlns:a16="http://schemas.microsoft.com/office/drawing/2014/main" id="{1A9FADFB-A3B6-4B31-95DA-F05B935A14B8}"/>
                </a:ext>
              </a:extLst>
            </p:cNvPr>
            <p:cNvSpPr/>
            <p:nvPr/>
          </p:nvSpPr>
          <p:spPr bwMode="auto">
            <a:xfrm>
              <a:off x="9828663" y="2673840"/>
              <a:ext cx="839614" cy="727666"/>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rgbClr val="4B649F"/>
            </a:solidFill>
            <a:ln>
              <a:noFill/>
            </a:ln>
          </p:spPr>
          <p:txBody>
            <a:bodyPr bIns="72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10" name="Rectangle 86">
            <a:extLst>
              <a:ext uri="{FF2B5EF4-FFF2-40B4-BE49-F238E27FC236}">
                <a16:creationId xmlns:a16="http://schemas.microsoft.com/office/drawing/2014/main" id="{9DAC05A2-66D1-4AAD-9F0F-CA7BB7121738}"/>
              </a:ext>
            </a:extLst>
          </p:cNvPr>
          <p:cNvSpPr/>
          <p:nvPr/>
        </p:nvSpPr>
        <p:spPr>
          <a:xfrm>
            <a:off x="9061450" y="2433638"/>
            <a:ext cx="3130550" cy="11906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id-ID" noProof="1">
              <a:solidFill>
                <a:prstClr val="white"/>
              </a:solidFill>
              <a:cs typeface="+mn-ea"/>
              <a:sym typeface="+mn-lt"/>
            </a:endParaRPr>
          </a:p>
        </p:txBody>
      </p:sp>
      <p:sp>
        <p:nvSpPr>
          <p:cNvPr id="11" name="Rectangle 84">
            <a:extLst>
              <a:ext uri="{FF2B5EF4-FFF2-40B4-BE49-F238E27FC236}">
                <a16:creationId xmlns:a16="http://schemas.microsoft.com/office/drawing/2014/main" id="{3B60F10A-4EB9-4BBE-B285-D941552B3843}"/>
              </a:ext>
            </a:extLst>
          </p:cNvPr>
          <p:cNvSpPr/>
          <p:nvPr/>
        </p:nvSpPr>
        <p:spPr>
          <a:xfrm>
            <a:off x="0" y="2433638"/>
            <a:ext cx="3130550" cy="119062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id-ID" noProof="1">
              <a:solidFill>
                <a:prstClr val="white"/>
              </a:solidFill>
              <a:cs typeface="+mn-ea"/>
              <a:sym typeface="+mn-lt"/>
            </a:endParaRPr>
          </a:p>
        </p:txBody>
      </p:sp>
      <p:sp>
        <p:nvSpPr>
          <p:cNvPr id="12" name="Oval 3">
            <a:extLst>
              <a:ext uri="{FF2B5EF4-FFF2-40B4-BE49-F238E27FC236}">
                <a16:creationId xmlns:a16="http://schemas.microsoft.com/office/drawing/2014/main" id="{EBDF8DE4-ECCF-4D4E-9108-F39E9078103D}"/>
              </a:ext>
            </a:extLst>
          </p:cNvPr>
          <p:cNvSpPr/>
          <p:nvPr/>
        </p:nvSpPr>
        <p:spPr>
          <a:xfrm>
            <a:off x="2109788" y="1601788"/>
            <a:ext cx="2854325" cy="2854325"/>
          </a:xfrm>
          <a:prstGeom prst="ellipse">
            <a:avLst/>
          </a:prstGeom>
          <a:solidFill>
            <a:srgbClr val="5E80B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id-ID" noProof="1">
              <a:solidFill>
                <a:prstClr val="white"/>
              </a:solidFill>
              <a:cs typeface="+mn-ea"/>
              <a:sym typeface="+mn-lt"/>
            </a:endParaRPr>
          </a:p>
        </p:txBody>
      </p:sp>
      <p:sp>
        <p:nvSpPr>
          <p:cNvPr id="13" name="Oval 4">
            <a:extLst>
              <a:ext uri="{FF2B5EF4-FFF2-40B4-BE49-F238E27FC236}">
                <a16:creationId xmlns:a16="http://schemas.microsoft.com/office/drawing/2014/main" id="{99544567-399E-4A6F-AF63-3493118DD39B}"/>
              </a:ext>
            </a:extLst>
          </p:cNvPr>
          <p:cNvSpPr/>
          <p:nvPr/>
        </p:nvSpPr>
        <p:spPr>
          <a:xfrm>
            <a:off x="4668838" y="1601788"/>
            <a:ext cx="2854325" cy="2854325"/>
          </a:xfrm>
          <a:prstGeom prst="ellipse">
            <a:avLst/>
          </a:prstGeom>
          <a:solidFill>
            <a:srgbClr val="4B649F"/>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id-ID" noProof="1">
              <a:solidFill>
                <a:prstClr val="white"/>
              </a:solidFill>
              <a:cs typeface="+mn-ea"/>
              <a:sym typeface="+mn-lt"/>
            </a:endParaRPr>
          </a:p>
        </p:txBody>
      </p:sp>
      <p:sp>
        <p:nvSpPr>
          <p:cNvPr id="14" name="Oval 6">
            <a:extLst>
              <a:ext uri="{FF2B5EF4-FFF2-40B4-BE49-F238E27FC236}">
                <a16:creationId xmlns:a16="http://schemas.microsoft.com/office/drawing/2014/main" id="{B7E6B0FC-0E1A-45AC-975B-0D5797D376E2}"/>
              </a:ext>
            </a:extLst>
          </p:cNvPr>
          <p:cNvSpPr/>
          <p:nvPr/>
        </p:nvSpPr>
        <p:spPr>
          <a:xfrm>
            <a:off x="7227888" y="1601788"/>
            <a:ext cx="2854325" cy="2854325"/>
          </a:xfrm>
          <a:prstGeom prst="ellipse">
            <a:avLst/>
          </a:prstGeom>
          <a:solidFill>
            <a:srgbClr val="5E80B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id-ID" noProof="1">
              <a:solidFill>
                <a:prstClr val="white"/>
              </a:solidFill>
              <a:cs typeface="+mn-ea"/>
              <a:sym typeface="+mn-lt"/>
            </a:endParaRPr>
          </a:p>
        </p:txBody>
      </p:sp>
      <p:grpSp>
        <p:nvGrpSpPr>
          <p:cNvPr id="15" name="Group 24">
            <a:extLst>
              <a:ext uri="{FF2B5EF4-FFF2-40B4-BE49-F238E27FC236}">
                <a16:creationId xmlns:a16="http://schemas.microsoft.com/office/drawing/2014/main" id="{D8992D36-FF6A-4F4F-97CA-35DFB3D8B275}"/>
              </a:ext>
            </a:extLst>
          </p:cNvPr>
          <p:cNvGrpSpPr/>
          <p:nvPr/>
        </p:nvGrpSpPr>
        <p:grpSpPr>
          <a:xfrm>
            <a:off x="5525726" y="2458338"/>
            <a:ext cx="1140547" cy="1140547"/>
            <a:chOff x="6111586" y="318800"/>
            <a:chExt cx="490538" cy="490538"/>
          </a:xfrm>
          <a:solidFill>
            <a:schemeClr val="bg1"/>
          </a:solidFill>
        </p:grpSpPr>
        <p:sp>
          <p:nvSpPr>
            <p:cNvPr id="16" name="Freeform 5">
              <a:extLst>
                <a:ext uri="{FF2B5EF4-FFF2-40B4-BE49-F238E27FC236}">
                  <a16:creationId xmlns:a16="http://schemas.microsoft.com/office/drawing/2014/main" id="{17BCC4EC-7DCA-4C41-BC3E-173FEBB5D198}"/>
                </a:ext>
              </a:extLst>
            </p:cNvPr>
            <p:cNvSpPr>
              <a:spLocks noEditPoints="1"/>
            </p:cNvSpPr>
            <p:nvPr/>
          </p:nvSpPr>
          <p:spPr bwMode="auto">
            <a:xfrm>
              <a:off x="6111586" y="318800"/>
              <a:ext cx="490538" cy="490538"/>
            </a:xfrm>
            <a:custGeom>
              <a:avLst/>
              <a:gdLst>
                <a:gd name="T0" fmla="*/ 116 w 128"/>
                <a:gd name="T1" fmla="*/ 0 h 128"/>
                <a:gd name="T2" fmla="*/ 28 w 128"/>
                <a:gd name="T3" fmla="*/ 0 h 128"/>
                <a:gd name="T4" fmla="*/ 16 w 128"/>
                <a:gd name="T5" fmla="*/ 12 h 128"/>
                <a:gd name="T6" fmla="*/ 16 w 128"/>
                <a:gd name="T7" fmla="*/ 20 h 128"/>
                <a:gd name="T8" fmla="*/ 12 w 128"/>
                <a:gd name="T9" fmla="*/ 20 h 128"/>
                <a:gd name="T10" fmla="*/ 0 w 128"/>
                <a:gd name="T11" fmla="*/ 32 h 128"/>
                <a:gd name="T12" fmla="*/ 0 w 128"/>
                <a:gd name="T13" fmla="*/ 112 h 128"/>
                <a:gd name="T14" fmla="*/ 16 w 128"/>
                <a:gd name="T15" fmla="*/ 128 h 128"/>
                <a:gd name="T16" fmla="*/ 112 w 128"/>
                <a:gd name="T17" fmla="*/ 128 h 128"/>
                <a:gd name="T18" fmla="*/ 128 w 128"/>
                <a:gd name="T19" fmla="*/ 112 h 128"/>
                <a:gd name="T20" fmla="*/ 128 w 128"/>
                <a:gd name="T21" fmla="*/ 12 h 128"/>
                <a:gd name="T22" fmla="*/ 116 w 128"/>
                <a:gd name="T23" fmla="*/ 0 h 128"/>
                <a:gd name="T24" fmla="*/ 120 w 128"/>
                <a:gd name="T25" fmla="*/ 112 h 128"/>
                <a:gd name="T26" fmla="*/ 112 w 128"/>
                <a:gd name="T27" fmla="*/ 120 h 128"/>
                <a:gd name="T28" fmla="*/ 16 w 128"/>
                <a:gd name="T29" fmla="*/ 120 h 128"/>
                <a:gd name="T30" fmla="*/ 8 w 128"/>
                <a:gd name="T31" fmla="*/ 112 h 128"/>
                <a:gd name="T32" fmla="*/ 8 w 128"/>
                <a:gd name="T33" fmla="*/ 32 h 128"/>
                <a:gd name="T34" fmla="*/ 12 w 128"/>
                <a:gd name="T35" fmla="*/ 28 h 128"/>
                <a:gd name="T36" fmla="*/ 16 w 128"/>
                <a:gd name="T37" fmla="*/ 28 h 128"/>
                <a:gd name="T38" fmla="*/ 16 w 128"/>
                <a:gd name="T39" fmla="*/ 108 h 128"/>
                <a:gd name="T40" fmla="*/ 20 w 128"/>
                <a:gd name="T41" fmla="*/ 112 h 128"/>
                <a:gd name="T42" fmla="*/ 24 w 128"/>
                <a:gd name="T43" fmla="*/ 108 h 128"/>
                <a:gd name="T44" fmla="*/ 24 w 128"/>
                <a:gd name="T45" fmla="*/ 12 h 128"/>
                <a:gd name="T46" fmla="*/ 28 w 128"/>
                <a:gd name="T47" fmla="*/ 8 h 128"/>
                <a:gd name="T48" fmla="*/ 116 w 128"/>
                <a:gd name="T49" fmla="*/ 8 h 128"/>
                <a:gd name="T50" fmla="*/ 120 w 128"/>
                <a:gd name="T51" fmla="*/ 12 h 128"/>
                <a:gd name="T52" fmla="*/ 120 w 128"/>
                <a:gd name="T53" fmla="*/ 1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8" h="128">
                  <a:moveTo>
                    <a:pt x="116" y="0"/>
                  </a:moveTo>
                  <a:cubicBezTo>
                    <a:pt x="28" y="0"/>
                    <a:pt x="28" y="0"/>
                    <a:pt x="28" y="0"/>
                  </a:cubicBezTo>
                  <a:cubicBezTo>
                    <a:pt x="21" y="0"/>
                    <a:pt x="16" y="5"/>
                    <a:pt x="16" y="12"/>
                  </a:cubicBezTo>
                  <a:cubicBezTo>
                    <a:pt x="16" y="20"/>
                    <a:pt x="16" y="20"/>
                    <a:pt x="16" y="20"/>
                  </a:cubicBezTo>
                  <a:cubicBezTo>
                    <a:pt x="12" y="20"/>
                    <a:pt x="12" y="20"/>
                    <a:pt x="12" y="20"/>
                  </a:cubicBezTo>
                  <a:cubicBezTo>
                    <a:pt x="5" y="20"/>
                    <a:pt x="0" y="25"/>
                    <a:pt x="0" y="32"/>
                  </a:cubicBezTo>
                  <a:cubicBezTo>
                    <a:pt x="0" y="112"/>
                    <a:pt x="0" y="112"/>
                    <a:pt x="0" y="112"/>
                  </a:cubicBezTo>
                  <a:cubicBezTo>
                    <a:pt x="0" y="121"/>
                    <a:pt x="7" y="128"/>
                    <a:pt x="16" y="128"/>
                  </a:cubicBezTo>
                  <a:cubicBezTo>
                    <a:pt x="112" y="128"/>
                    <a:pt x="112" y="128"/>
                    <a:pt x="112" y="128"/>
                  </a:cubicBezTo>
                  <a:cubicBezTo>
                    <a:pt x="121" y="128"/>
                    <a:pt x="128" y="121"/>
                    <a:pt x="128" y="112"/>
                  </a:cubicBezTo>
                  <a:cubicBezTo>
                    <a:pt x="128" y="12"/>
                    <a:pt x="128" y="12"/>
                    <a:pt x="128" y="12"/>
                  </a:cubicBezTo>
                  <a:cubicBezTo>
                    <a:pt x="128" y="5"/>
                    <a:pt x="123" y="0"/>
                    <a:pt x="116" y="0"/>
                  </a:cubicBezTo>
                  <a:close/>
                  <a:moveTo>
                    <a:pt x="120" y="112"/>
                  </a:moveTo>
                  <a:cubicBezTo>
                    <a:pt x="120" y="116"/>
                    <a:pt x="116" y="120"/>
                    <a:pt x="112" y="120"/>
                  </a:cubicBezTo>
                  <a:cubicBezTo>
                    <a:pt x="16" y="120"/>
                    <a:pt x="16" y="120"/>
                    <a:pt x="16" y="120"/>
                  </a:cubicBezTo>
                  <a:cubicBezTo>
                    <a:pt x="12" y="120"/>
                    <a:pt x="8" y="116"/>
                    <a:pt x="8" y="112"/>
                  </a:cubicBezTo>
                  <a:cubicBezTo>
                    <a:pt x="8" y="32"/>
                    <a:pt x="8" y="32"/>
                    <a:pt x="8" y="32"/>
                  </a:cubicBezTo>
                  <a:cubicBezTo>
                    <a:pt x="8" y="30"/>
                    <a:pt x="10" y="28"/>
                    <a:pt x="12" y="28"/>
                  </a:cubicBezTo>
                  <a:cubicBezTo>
                    <a:pt x="16" y="28"/>
                    <a:pt x="16" y="28"/>
                    <a:pt x="16" y="28"/>
                  </a:cubicBezTo>
                  <a:cubicBezTo>
                    <a:pt x="16" y="108"/>
                    <a:pt x="16" y="108"/>
                    <a:pt x="16" y="108"/>
                  </a:cubicBezTo>
                  <a:cubicBezTo>
                    <a:pt x="16" y="110"/>
                    <a:pt x="18" y="112"/>
                    <a:pt x="20" y="112"/>
                  </a:cubicBezTo>
                  <a:cubicBezTo>
                    <a:pt x="22" y="112"/>
                    <a:pt x="24" y="110"/>
                    <a:pt x="24" y="108"/>
                  </a:cubicBezTo>
                  <a:cubicBezTo>
                    <a:pt x="24" y="12"/>
                    <a:pt x="24" y="12"/>
                    <a:pt x="24" y="12"/>
                  </a:cubicBezTo>
                  <a:cubicBezTo>
                    <a:pt x="24" y="10"/>
                    <a:pt x="26" y="8"/>
                    <a:pt x="28" y="8"/>
                  </a:cubicBezTo>
                  <a:cubicBezTo>
                    <a:pt x="116" y="8"/>
                    <a:pt x="116" y="8"/>
                    <a:pt x="116" y="8"/>
                  </a:cubicBezTo>
                  <a:cubicBezTo>
                    <a:pt x="118" y="8"/>
                    <a:pt x="120" y="10"/>
                    <a:pt x="120" y="12"/>
                  </a:cubicBezTo>
                  <a:lnTo>
                    <a:pt x="120" y="1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17" name="Freeform 6">
              <a:extLst>
                <a:ext uri="{FF2B5EF4-FFF2-40B4-BE49-F238E27FC236}">
                  <a16:creationId xmlns:a16="http://schemas.microsoft.com/office/drawing/2014/main" id="{E11CBB35-9CD6-45FB-A242-196B78A103B2}"/>
                </a:ext>
              </a:extLst>
            </p:cNvPr>
            <p:cNvSpPr/>
            <p:nvPr/>
          </p:nvSpPr>
          <p:spPr bwMode="auto">
            <a:xfrm>
              <a:off x="6402099" y="502950"/>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18" name="Freeform 7">
              <a:extLst>
                <a:ext uri="{FF2B5EF4-FFF2-40B4-BE49-F238E27FC236}">
                  <a16:creationId xmlns:a16="http://schemas.microsoft.com/office/drawing/2014/main" id="{9FABFF89-8439-4656-9CFC-827F23678E06}"/>
                </a:ext>
              </a:extLst>
            </p:cNvPr>
            <p:cNvSpPr/>
            <p:nvPr/>
          </p:nvSpPr>
          <p:spPr bwMode="auto">
            <a:xfrm>
              <a:off x="6402099" y="456912"/>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19" name="Freeform 8">
              <a:extLst>
                <a:ext uri="{FF2B5EF4-FFF2-40B4-BE49-F238E27FC236}">
                  <a16:creationId xmlns:a16="http://schemas.microsoft.com/office/drawing/2014/main" id="{DC907F47-EDC5-4265-95AC-F9FC6AF9D589}"/>
                </a:ext>
              </a:extLst>
            </p:cNvPr>
            <p:cNvSpPr/>
            <p:nvPr/>
          </p:nvSpPr>
          <p:spPr bwMode="auto">
            <a:xfrm>
              <a:off x="6402099" y="410875"/>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0" name="Freeform 9">
              <a:extLst>
                <a:ext uri="{FF2B5EF4-FFF2-40B4-BE49-F238E27FC236}">
                  <a16:creationId xmlns:a16="http://schemas.microsoft.com/office/drawing/2014/main" id="{AEF070BB-4FA1-41F2-824B-44AE6AF940C9}"/>
                </a:ext>
              </a:extLst>
            </p:cNvPr>
            <p:cNvSpPr/>
            <p:nvPr/>
          </p:nvSpPr>
          <p:spPr bwMode="auto">
            <a:xfrm>
              <a:off x="6233824" y="733137"/>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1" name="Freeform 10">
              <a:extLst>
                <a:ext uri="{FF2B5EF4-FFF2-40B4-BE49-F238E27FC236}">
                  <a16:creationId xmlns:a16="http://schemas.microsoft.com/office/drawing/2014/main" id="{8D51DCF5-DBA5-46DE-A503-21E76659C6EC}"/>
                </a:ext>
              </a:extLst>
            </p:cNvPr>
            <p:cNvSpPr/>
            <p:nvPr/>
          </p:nvSpPr>
          <p:spPr bwMode="auto">
            <a:xfrm>
              <a:off x="6233824" y="687100"/>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2" name="Freeform 11">
              <a:extLst>
                <a:ext uri="{FF2B5EF4-FFF2-40B4-BE49-F238E27FC236}">
                  <a16:creationId xmlns:a16="http://schemas.microsoft.com/office/drawing/2014/main" id="{64DDBCEF-E3CD-465B-95D2-EC8F5C0511B1}"/>
                </a:ext>
              </a:extLst>
            </p:cNvPr>
            <p:cNvSpPr/>
            <p:nvPr/>
          </p:nvSpPr>
          <p:spPr bwMode="auto">
            <a:xfrm>
              <a:off x="6233824" y="641062"/>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3" name="Freeform 12">
              <a:extLst>
                <a:ext uri="{FF2B5EF4-FFF2-40B4-BE49-F238E27FC236}">
                  <a16:creationId xmlns:a16="http://schemas.microsoft.com/office/drawing/2014/main" id="{49042982-248D-416C-BA5D-24E60BB5D750}"/>
                </a:ext>
              </a:extLst>
            </p:cNvPr>
            <p:cNvSpPr/>
            <p:nvPr/>
          </p:nvSpPr>
          <p:spPr bwMode="auto">
            <a:xfrm>
              <a:off x="6402099" y="733137"/>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4" name="Freeform 13">
              <a:extLst>
                <a:ext uri="{FF2B5EF4-FFF2-40B4-BE49-F238E27FC236}">
                  <a16:creationId xmlns:a16="http://schemas.microsoft.com/office/drawing/2014/main" id="{C3497B7F-A9A8-4B24-9831-B72958160071}"/>
                </a:ext>
              </a:extLst>
            </p:cNvPr>
            <p:cNvSpPr/>
            <p:nvPr/>
          </p:nvSpPr>
          <p:spPr bwMode="auto">
            <a:xfrm>
              <a:off x="6402099" y="687100"/>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5" name="Freeform 14">
              <a:extLst>
                <a:ext uri="{FF2B5EF4-FFF2-40B4-BE49-F238E27FC236}">
                  <a16:creationId xmlns:a16="http://schemas.microsoft.com/office/drawing/2014/main" id="{87DE2414-645A-4C89-B06A-D9D29B205705}"/>
                </a:ext>
              </a:extLst>
            </p:cNvPr>
            <p:cNvSpPr/>
            <p:nvPr/>
          </p:nvSpPr>
          <p:spPr bwMode="auto">
            <a:xfrm>
              <a:off x="6402099" y="641062"/>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6" name="Freeform 15">
              <a:extLst>
                <a:ext uri="{FF2B5EF4-FFF2-40B4-BE49-F238E27FC236}">
                  <a16:creationId xmlns:a16="http://schemas.microsoft.com/office/drawing/2014/main" id="{FDF0C289-B257-43A9-AEE9-EB2E3888FE07}"/>
                </a:ext>
              </a:extLst>
            </p:cNvPr>
            <p:cNvSpPr/>
            <p:nvPr/>
          </p:nvSpPr>
          <p:spPr bwMode="auto">
            <a:xfrm>
              <a:off x="6233824" y="548987"/>
              <a:ext cx="306388" cy="14288"/>
            </a:xfrm>
            <a:custGeom>
              <a:avLst/>
              <a:gdLst>
                <a:gd name="T0" fmla="*/ 78 w 80"/>
                <a:gd name="T1" fmla="*/ 0 h 4"/>
                <a:gd name="T2" fmla="*/ 2 w 80"/>
                <a:gd name="T3" fmla="*/ 0 h 4"/>
                <a:gd name="T4" fmla="*/ 0 w 80"/>
                <a:gd name="T5" fmla="*/ 2 h 4"/>
                <a:gd name="T6" fmla="*/ 2 w 80"/>
                <a:gd name="T7" fmla="*/ 4 h 4"/>
                <a:gd name="T8" fmla="*/ 78 w 80"/>
                <a:gd name="T9" fmla="*/ 4 h 4"/>
                <a:gd name="T10" fmla="*/ 80 w 80"/>
                <a:gd name="T11" fmla="*/ 2 h 4"/>
                <a:gd name="T12" fmla="*/ 78 w 8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0" h="4">
                  <a:moveTo>
                    <a:pt x="78" y="0"/>
                  </a:moveTo>
                  <a:cubicBezTo>
                    <a:pt x="2" y="0"/>
                    <a:pt x="2" y="0"/>
                    <a:pt x="2" y="0"/>
                  </a:cubicBezTo>
                  <a:cubicBezTo>
                    <a:pt x="1" y="0"/>
                    <a:pt x="0" y="1"/>
                    <a:pt x="0" y="2"/>
                  </a:cubicBezTo>
                  <a:cubicBezTo>
                    <a:pt x="0" y="3"/>
                    <a:pt x="1" y="4"/>
                    <a:pt x="2" y="4"/>
                  </a:cubicBezTo>
                  <a:cubicBezTo>
                    <a:pt x="78" y="4"/>
                    <a:pt x="78" y="4"/>
                    <a:pt x="78" y="4"/>
                  </a:cubicBezTo>
                  <a:cubicBezTo>
                    <a:pt x="79" y="4"/>
                    <a:pt x="80" y="3"/>
                    <a:pt x="80" y="2"/>
                  </a:cubicBezTo>
                  <a:cubicBezTo>
                    <a:pt x="80" y="1"/>
                    <a:pt x="79" y="0"/>
                    <a:pt x="7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7" name="Freeform 16">
              <a:extLst>
                <a:ext uri="{FF2B5EF4-FFF2-40B4-BE49-F238E27FC236}">
                  <a16:creationId xmlns:a16="http://schemas.microsoft.com/office/drawing/2014/main" id="{BDB0F03D-FC4E-40BB-BE1D-0DBCAC2F1BA1}"/>
                </a:ext>
              </a:extLst>
            </p:cNvPr>
            <p:cNvSpPr/>
            <p:nvPr/>
          </p:nvSpPr>
          <p:spPr bwMode="auto">
            <a:xfrm>
              <a:off x="6233824" y="595025"/>
              <a:ext cx="306388" cy="14288"/>
            </a:xfrm>
            <a:custGeom>
              <a:avLst/>
              <a:gdLst>
                <a:gd name="T0" fmla="*/ 78 w 80"/>
                <a:gd name="T1" fmla="*/ 0 h 4"/>
                <a:gd name="T2" fmla="*/ 2 w 80"/>
                <a:gd name="T3" fmla="*/ 0 h 4"/>
                <a:gd name="T4" fmla="*/ 0 w 80"/>
                <a:gd name="T5" fmla="*/ 2 h 4"/>
                <a:gd name="T6" fmla="*/ 2 w 80"/>
                <a:gd name="T7" fmla="*/ 4 h 4"/>
                <a:gd name="T8" fmla="*/ 78 w 80"/>
                <a:gd name="T9" fmla="*/ 4 h 4"/>
                <a:gd name="T10" fmla="*/ 80 w 80"/>
                <a:gd name="T11" fmla="*/ 2 h 4"/>
                <a:gd name="T12" fmla="*/ 78 w 8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0" h="4">
                  <a:moveTo>
                    <a:pt x="78" y="0"/>
                  </a:moveTo>
                  <a:cubicBezTo>
                    <a:pt x="2" y="0"/>
                    <a:pt x="2" y="0"/>
                    <a:pt x="2" y="0"/>
                  </a:cubicBezTo>
                  <a:cubicBezTo>
                    <a:pt x="1" y="0"/>
                    <a:pt x="0" y="1"/>
                    <a:pt x="0" y="2"/>
                  </a:cubicBezTo>
                  <a:cubicBezTo>
                    <a:pt x="0" y="3"/>
                    <a:pt x="1" y="4"/>
                    <a:pt x="2" y="4"/>
                  </a:cubicBezTo>
                  <a:cubicBezTo>
                    <a:pt x="78" y="4"/>
                    <a:pt x="78" y="4"/>
                    <a:pt x="78" y="4"/>
                  </a:cubicBezTo>
                  <a:cubicBezTo>
                    <a:pt x="79" y="4"/>
                    <a:pt x="80" y="3"/>
                    <a:pt x="80" y="2"/>
                  </a:cubicBezTo>
                  <a:cubicBezTo>
                    <a:pt x="80" y="1"/>
                    <a:pt x="79" y="0"/>
                    <a:pt x="7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28" name="Freeform 17">
              <a:extLst>
                <a:ext uri="{FF2B5EF4-FFF2-40B4-BE49-F238E27FC236}">
                  <a16:creationId xmlns:a16="http://schemas.microsoft.com/office/drawing/2014/main" id="{F37F8C2A-4BAE-482B-B612-9786083DDE07}"/>
                </a:ext>
              </a:extLst>
            </p:cNvPr>
            <p:cNvSpPr>
              <a:spLocks noEditPoints="1"/>
            </p:cNvSpPr>
            <p:nvPr/>
          </p:nvSpPr>
          <p:spPr bwMode="auto">
            <a:xfrm>
              <a:off x="6233824" y="379125"/>
              <a:ext cx="138113" cy="138113"/>
            </a:xfrm>
            <a:custGeom>
              <a:avLst/>
              <a:gdLst>
                <a:gd name="T0" fmla="*/ 4 w 36"/>
                <a:gd name="T1" fmla="*/ 36 h 36"/>
                <a:gd name="T2" fmla="*/ 32 w 36"/>
                <a:gd name="T3" fmla="*/ 36 h 36"/>
                <a:gd name="T4" fmla="*/ 36 w 36"/>
                <a:gd name="T5" fmla="*/ 32 h 36"/>
                <a:gd name="T6" fmla="*/ 36 w 36"/>
                <a:gd name="T7" fmla="*/ 4 h 36"/>
                <a:gd name="T8" fmla="*/ 32 w 36"/>
                <a:gd name="T9" fmla="*/ 0 h 36"/>
                <a:gd name="T10" fmla="*/ 4 w 36"/>
                <a:gd name="T11" fmla="*/ 0 h 36"/>
                <a:gd name="T12" fmla="*/ 0 w 36"/>
                <a:gd name="T13" fmla="*/ 4 h 36"/>
                <a:gd name="T14" fmla="*/ 0 w 36"/>
                <a:gd name="T15" fmla="*/ 32 h 36"/>
                <a:gd name="T16" fmla="*/ 4 w 36"/>
                <a:gd name="T17" fmla="*/ 36 h 36"/>
                <a:gd name="T18" fmla="*/ 8 w 36"/>
                <a:gd name="T19" fmla="*/ 8 h 36"/>
                <a:gd name="T20" fmla="*/ 28 w 36"/>
                <a:gd name="T21" fmla="*/ 8 h 36"/>
                <a:gd name="T22" fmla="*/ 28 w 36"/>
                <a:gd name="T23" fmla="*/ 28 h 36"/>
                <a:gd name="T24" fmla="*/ 8 w 36"/>
                <a:gd name="T25" fmla="*/ 28 h 36"/>
                <a:gd name="T26" fmla="*/ 8 w 36"/>
                <a:gd name="T27" fmla="*/ 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36">
                  <a:moveTo>
                    <a:pt x="4" y="36"/>
                  </a:moveTo>
                  <a:cubicBezTo>
                    <a:pt x="32" y="36"/>
                    <a:pt x="32" y="36"/>
                    <a:pt x="32" y="36"/>
                  </a:cubicBezTo>
                  <a:cubicBezTo>
                    <a:pt x="34" y="36"/>
                    <a:pt x="36" y="34"/>
                    <a:pt x="36" y="32"/>
                  </a:cubicBezTo>
                  <a:cubicBezTo>
                    <a:pt x="36" y="4"/>
                    <a:pt x="36" y="4"/>
                    <a:pt x="36" y="4"/>
                  </a:cubicBezTo>
                  <a:cubicBezTo>
                    <a:pt x="36" y="2"/>
                    <a:pt x="34" y="0"/>
                    <a:pt x="32" y="0"/>
                  </a:cubicBezTo>
                  <a:cubicBezTo>
                    <a:pt x="4" y="0"/>
                    <a:pt x="4" y="0"/>
                    <a:pt x="4" y="0"/>
                  </a:cubicBezTo>
                  <a:cubicBezTo>
                    <a:pt x="2" y="0"/>
                    <a:pt x="0" y="2"/>
                    <a:pt x="0" y="4"/>
                  </a:cubicBezTo>
                  <a:cubicBezTo>
                    <a:pt x="0" y="32"/>
                    <a:pt x="0" y="32"/>
                    <a:pt x="0" y="32"/>
                  </a:cubicBezTo>
                  <a:cubicBezTo>
                    <a:pt x="0" y="34"/>
                    <a:pt x="2" y="36"/>
                    <a:pt x="4" y="36"/>
                  </a:cubicBezTo>
                  <a:close/>
                  <a:moveTo>
                    <a:pt x="8" y="8"/>
                  </a:moveTo>
                  <a:cubicBezTo>
                    <a:pt x="28" y="8"/>
                    <a:pt x="28" y="8"/>
                    <a:pt x="28" y="8"/>
                  </a:cubicBezTo>
                  <a:cubicBezTo>
                    <a:pt x="28" y="28"/>
                    <a:pt x="28" y="28"/>
                    <a:pt x="28" y="28"/>
                  </a:cubicBezTo>
                  <a:cubicBezTo>
                    <a:pt x="8" y="28"/>
                    <a:pt x="8" y="28"/>
                    <a:pt x="8" y="28"/>
                  </a:cubicBezTo>
                  <a:lnTo>
                    <a:pt x="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grpSp>
      <p:sp>
        <p:nvSpPr>
          <p:cNvPr id="29" name="Freeform 26">
            <a:extLst>
              <a:ext uri="{FF2B5EF4-FFF2-40B4-BE49-F238E27FC236}">
                <a16:creationId xmlns:a16="http://schemas.microsoft.com/office/drawing/2014/main" id="{4973B39E-25ED-43C8-B3D5-DEE3B457305A}"/>
              </a:ext>
            </a:extLst>
          </p:cNvPr>
          <p:cNvSpPr>
            <a:spLocks noEditPoints="1" noChangeArrowheads="1"/>
          </p:cNvSpPr>
          <p:nvPr/>
        </p:nvSpPr>
        <p:spPr bwMode="auto">
          <a:xfrm>
            <a:off x="8083550" y="2368550"/>
            <a:ext cx="1298575" cy="1249363"/>
          </a:xfrm>
          <a:custGeom>
            <a:avLst/>
            <a:gdLst>
              <a:gd name="T0" fmla="*/ 2147483646 w 132"/>
              <a:gd name="T1" fmla="*/ 0 h 128"/>
              <a:gd name="T2" fmla="*/ 2147483646 w 132"/>
              <a:gd name="T3" fmla="*/ 2147483646 h 128"/>
              <a:gd name="T4" fmla="*/ 2147483646 w 132"/>
              <a:gd name="T5" fmla="*/ 2147483646 h 128"/>
              <a:gd name="T6" fmla="*/ 2147483646 w 132"/>
              <a:gd name="T7" fmla="*/ 2147483646 h 128"/>
              <a:gd name="T8" fmla="*/ 2147483646 w 132"/>
              <a:gd name="T9" fmla="*/ 2147483646 h 128"/>
              <a:gd name="T10" fmla="*/ 2147483646 w 132"/>
              <a:gd name="T11" fmla="*/ 2147483646 h 128"/>
              <a:gd name="T12" fmla="*/ 2147483646 w 132"/>
              <a:gd name="T13" fmla="*/ 2147483646 h 128"/>
              <a:gd name="T14" fmla="*/ 2147483646 w 132"/>
              <a:gd name="T15" fmla="*/ 2147483646 h 128"/>
              <a:gd name="T16" fmla="*/ 2147483646 w 132"/>
              <a:gd name="T17" fmla="*/ 2147483646 h 128"/>
              <a:gd name="T18" fmla="*/ 2147483646 w 132"/>
              <a:gd name="T19" fmla="*/ 2147483646 h 128"/>
              <a:gd name="T20" fmla="*/ 2147483646 w 132"/>
              <a:gd name="T21" fmla="*/ 2147483646 h 128"/>
              <a:gd name="T22" fmla="*/ 2147483646 w 132"/>
              <a:gd name="T23" fmla="*/ 2147483646 h 128"/>
              <a:gd name="T24" fmla="*/ 2147483646 w 132"/>
              <a:gd name="T25" fmla="*/ 2147483646 h 128"/>
              <a:gd name="T26" fmla="*/ 2147483646 w 132"/>
              <a:gd name="T27" fmla="*/ 2147483646 h 128"/>
              <a:gd name="T28" fmla="*/ 2147483646 w 132"/>
              <a:gd name="T29" fmla="*/ 2147483646 h 128"/>
              <a:gd name="T30" fmla="*/ 2147483646 w 132"/>
              <a:gd name="T31" fmla="*/ 2147483646 h 128"/>
              <a:gd name="T32" fmla="*/ 2147483646 w 132"/>
              <a:gd name="T33" fmla="*/ 2147483646 h 128"/>
              <a:gd name="T34" fmla="*/ 2147483646 w 132"/>
              <a:gd name="T35" fmla="*/ 2147483646 h 128"/>
              <a:gd name="T36" fmla="*/ 2147483646 w 132"/>
              <a:gd name="T37" fmla="*/ 2147483646 h 128"/>
              <a:gd name="T38" fmla="*/ 2147483646 w 132"/>
              <a:gd name="T39" fmla="*/ 2147483646 h 128"/>
              <a:gd name="T40" fmla="*/ 2147483646 w 132"/>
              <a:gd name="T41" fmla="*/ 2147483646 h 128"/>
              <a:gd name="T42" fmla="*/ 2147483646 w 132"/>
              <a:gd name="T43" fmla="*/ 2147483646 h 128"/>
              <a:gd name="T44" fmla="*/ 2147483646 w 132"/>
              <a:gd name="T45" fmla="*/ 2147483646 h 128"/>
              <a:gd name="T46" fmla="*/ 2147483646 w 132"/>
              <a:gd name="T47" fmla="*/ 2147483646 h 128"/>
              <a:gd name="T48" fmla="*/ 2147483646 w 132"/>
              <a:gd name="T49" fmla="*/ 2147483646 h 128"/>
              <a:gd name="T50" fmla="*/ 2147483646 w 132"/>
              <a:gd name="T51" fmla="*/ 2147483646 h 128"/>
              <a:gd name="T52" fmla="*/ 2147483646 w 132"/>
              <a:gd name="T53" fmla="*/ 2147483646 h 128"/>
              <a:gd name="T54" fmla="*/ 2147483646 w 132"/>
              <a:gd name="T55" fmla="*/ 2147483646 h 128"/>
              <a:gd name="T56" fmla="*/ 2147483646 w 132"/>
              <a:gd name="T57" fmla="*/ 2147483646 h 128"/>
              <a:gd name="T58" fmla="*/ 2147483646 w 132"/>
              <a:gd name="T59" fmla="*/ 2147483646 h 128"/>
              <a:gd name="T60" fmla="*/ 2147483646 w 132"/>
              <a:gd name="T61" fmla="*/ 2147483646 h 128"/>
              <a:gd name="T62" fmla="*/ 2147483646 w 132"/>
              <a:gd name="T63" fmla="*/ 2147483646 h 12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0" name="Group 82">
            <a:extLst>
              <a:ext uri="{FF2B5EF4-FFF2-40B4-BE49-F238E27FC236}">
                <a16:creationId xmlns:a16="http://schemas.microsoft.com/office/drawing/2014/main" id="{E0277A4F-D82B-42EB-B09B-08AFAD4A8501}"/>
              </a:ext>
            </a:extLst>
          </p:cNvPr>
          <p:cNvGrpSpPr/>
          <p:nvPr/>
        </p:nvGrpSpPr>
        <p:grpSpPr>
          <a:xfrm>
            <a:off x="3028734" y="2448929"/>
            <a:ext cx="1017588" cy="1158875"/>
            <a:chOff x="812800" y="2719388"/>
            <a:chExt cx="1017588" cy="1158875"/>
          </a:xfrm>
          <a:solidFill>
            <a:schemeClr val="bg1"/>
          </a:solidFill>
        </p:grpSpPr>
        <p:sp>
          <p:nvSpPr>
            <p:cNvPr id="31" name="Freeform 35">
              <a:extLst>
                <a:ext uri="{FF2B5EF4-FFF2-40B4-BE49-F238E27FC236}">
                  <a16:creationId xmlns:a16="http://schemas.microsoft.com/office/drawing/2014/main" id="{D0DF983E-B183-42E0-BF26-999F0B91CA8F}"/>
                </a:ext>
              </a:extLst>
            </p:cNvPr>
            <p:cNvSpPr>
              <a:spLocks noEditPoints="1"/>
            </p:cNvSpPr>
            <p:nvPr/>
          </p:nvSpPr>
          <p:spPr bwMode="auto">
            <a:xfrm>
              <a:off x="812800" y="2719388"/>
              <a:ext cx="1017588" cy="1158875"/>
            </a:xfrm>
            <a:custGeom>
              <a:avLst/>
              <a:gdLst>
                <a:gd name="T0" fmla="*/ 56 w 112"/>
                <a:gd name="T1" fmla="*/ 0 h 128"/>
                <a:gd name="T2" fmla="*/ 0 w 112"/>
                <a:gd name="T3" fmla="*/ 26 h 128"/>
                <a:gd name="T4" fmla="*/ 0 w 112"/>
                <a:gd name="T5" fmla="*/ 102 h 128"/>
                <a:gd name="T6" fmla="*/ 56 w 112"/>
                <a:gd name="T7" fmla="*/ 128 h 128"/>
                <a:gd name="T8" fmla="*/ 112 w 112"/>
                <a:gd name="T9" fmla="*/ 102 h 128"/>
                <a:gd name="T10" fmla="*/ 112 w 112"/>
                <a:gd name="T11" fmla="*/ 26 h 128"/>
                <a:gd name="T12" fmla="*/ 56 w 112"/>
                <a:gd name="T13" fmla="*/ 0 h 128"/>
                <a:gd name="T14" fmla="*/ 104 w 112"/>
                <a:gd name="T15" fmla="*/ 102 h 128"/>
                <a:gd name="T16" fmla="*/ 56 w 112"/>
                <a:gd name="T17" fmla="*/ 120 h 128"/>
                <a:gd name="T18" fmla="*/ 8 w 112"/>
                <a:gd name="T19" fmla="*/ 102 h 128"/>
                <a:gd name="T20" fmla="*/ 8 w 112"/>
                <a:gd name="T21" fmla="*/ 87 h 128"/>
                <a:gd name="T22" fmla="*/ 56 w 112"/>
                <a:gd name="T23" fmla="*/ 100 h 128"/>
                <a:gd name="T24" fmla="*/ 104 w 112"/>
                <a:gd name="T25" fmla="*/ 87 h 128"/>
                <a:gd name="T26" fmla="*/ 104 w 112"/>
                <a:gd name="T27" fmla="*/ 102 h 128"/>
                <a:gd name="T28" fmla="*/ 104 w 112"/>
                <a:gd name="T29" fmla="*/ 78 h 128"/>
                <a:gd name="T30" fmla="*/ 104 w 112"/>
                <a:gd name="T31" fmla="*/ 78 h 128"/>
                <a:gd name="T32" fmla="*/ 104 w 112"/>
                <a:gd name="T33" fmla="*/ 78 h 128"/>
                <a:gd name="T34" fmla="*/ 56 w 112"/>
                <a:gd name="T35" fmla="*/ 96 h 128"/>
                <a:gd name="T36" fmla="*/ 8 w 112"/>
                <a:gd name="T37" fmla="*/ 78 h 128"/>
                <a:gd name="T38" fmla="*/ 8 w 112"/>
                <a:gd name="T39" fmla="*/ 78 h 128"/>
                <a:gd name="T40" fmla="*/ 8 w 112"/>
                <a:gd name="T41" fmla="*/ 78 h 128"/>
                <a:gd name="T42" fmla="*/ 8 w 112"/>
                <a:gd name="T43" fmla="*/ 63 h 128"/>
                <a:gd name="T44" fmla="*/ 56 w 112"/>
                <a:gd name="T45" fmla="*/ 76 h 128"/>
                <a:gd name="T46" fmla="*/ 104 w 112"/>
                <a:gd name="T47" fmla="*/ 63 h 128"/>
                <a:gd name="T48" fmla="*/ 104 w 112"/>
                <a:gd name="T49" fmla="*/ 78 h 128"/>
                <a:gd name="T50" fmla="*/ 104 w 112"/>
                <a:gd name="T51" fmla="*/ 54 h 128"/>
                <a:gd name="T52" fmla="*/ 104 w 112"/>
                <a:gd name="T53" fmla="*/ 54 h 128"/>
                <a:gd name="T54" fmla="*/ 104 w 112"/>
                <a:gd name="T55" fmla="*/ 54 h 128"/>
                <a:gd name="T56" fmla="*/ 56 w 112"/>
                <a:gd name="T57" fmla="*/ 72 h 128"/>
                <a:gd name="T58" fmla="*/ 8 w 112"/>
                <a:gd name="T59" fmla="*/ 54 h 128"/>
                <a:gd name="T60" fmla="*/ 8 w 112"/>
                <a:gd name="T61" fmla="*/ 54 h 128"/>
                <a:gd name="T62" fmla="*/ 8 w 112"/>
                <a:gd name="T63" fmla="*/ 54 h 128"/>
                <a:gd name="T64" fmla="*/ 8 w 112"/>
                <a:gd name="T65" fmla="*/ 40 h 128"/>
                <a:gd name="T66" fmla="*/ 56 w 112"/>
                <a:gd name="T67" fmla="*/ 52 h 128"/>
                <a:gd name="T68" fmla="*/ 104 w 112"/>
                <a:gd name="T69" fmla="*/ 40 h 128"/>
                <a:gd name="T70" fmla="*/ 104 w 112"/>
                <a:gd name="T71" fmla="*/ 54 h 128"/>
                <a:gd name="T72" fmla="*/ 56 w 112"/>
                <a:gd name="T73" fmla="*/ 44 h 128"/>
                <a:gd name="T74" fmla="*/ 8 w 112"/>
                <a:gd name="T75" fmla="*/ 26 h 128"/>
                <a:gd name="T76" fmla="*/ 56 w 112"/>
                <a:gd name="T77" fmla="*/ 8 h 128"/>
                <a:gd name="T78" fmla="*/ 104 w 112"/>
                <a:gd name="T79" fmla="*/ 26 h 128"/>
                <a:gd name="T80" fmla="*/ 56 w 112"/>
                <a:gd name="T81" fmla="*/ 4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2" h="128">
                  <a:moveTo>
                    <a:pt x="56" y="0"/>
                  </a:moveTo>
                  <a:cubicBezTo>
                    <a:pt x="29" y="0"/>
                    <a:pt x="0" y="8"/>
                    <a:pt x="0" y="26"/>
                  </a:cubicBezTo>
                  <a:cubicBezTo>
                    <a:pt x="0" y="102"/>
                    <a:pt x="0" y="102"/>
                    <a:pt x="0" y="102"/>
                  </a:cubicBezTo>
                  <a:cubicBezTo>
                    <a:pt x="0" y="120"/>
                    <a:pt x="29" y="128"/>
                    <a:pt x="56" y="128"/>
                  </a:cubicBezTo>
                  <a:cubicBezTo>
                    <a:pt x="83" y="128"/>
                    <a:pt x="112" y="120"/>
                    <a:pt x="112" y="102"/>
                  </a:cubicBezTo>
                  <a:cubicBezTo>
                    <a:pt x="112" y="26"/>
                    <a:pt x="112" y="26"/>
                    <a:pt x="112" y="26"/>
                  </a:cubicBezTo>
                  <a:cubicBezTo>
                    <a:pt x="112" y="8"/>
                    <a:pt x="83" y="0"/>
                    <a:pt x="56" y="0"/>
                  </a:cubicBezTo>
                  <a:close/>
                  <a:moveTo>
                    <a:pt x="104" y="102"/>
                  </a:moveTo>
                  <a:cubicBezTo>
                    <a:pt x="104" y="112"/>
                    <a:pt x="83" y="120"/>
                    <a:pt x="56" y="120"/>
                  </a:cubicBezTo>
                  <a:cubicBezTo>
                    <a:pt x="29" y="120"/>
                    <a:pt x="8" y="112"/>
                    <a:pt x="8" y="102"/>
                  </a:cubicBezTo>
                  <a:cubicBezTo>
                    <a:pt x="8" y="87"/>
                    <a:pt x="8" y="87"/>
                    <a:pt x="8" y="87"/>
                  </a:cubicBezTo>
                  <a:cubicBezTo>
                    <a:pt x="16" y="96"/>
                    <a:pt x="36" y="100"/>
                    <a:pt x="56" y="100"/>
                  </a:cubicBezTo>
                  <a:cubicBezTo>
                    <a:pt x="76" y="100"/>
                    <a:pt x="96" y="96"/>
                    <a:pt x="104" y="87"/>
                  </a:cubicBezTo>
                  <a:lnTo>
                    <a:pt x="104" y="102"/>
                  </a:lnTo>
                  <a:close/>
                  <a:moveTo>
                    <a:pt x="104" y="78"/>
                  </a:moveTo>
                  <a:cubicBezTo>
                    <a:pt x="104" y="78"/>
                    <a:pt x="104" y="78"/>
                    <a:pt x="104" y="78"/>
                  </a:cubicBezTo>
                  <a:cubicBezTo>
                    <a:pt x="104" y="78"/>
                    <a:pt x="104" y="78"/>
                    <a:pt x="104" y="78"/>
                  </a:cubicBezTo>
                  <a:cubicBezTo>
                    <a:pt x="104" y="88"/>
                    <a:pt x="83" y="96"/>
                    <a:pt x="56" y="96"/>
                  </a:cubicBezTo>
                  <a:cubicBezTo>
                    <a:pt x="29" y="96"/>
                    <a:pt x="8" y="88"/>
                    <a:pt x="8" y="78"/>
                  </a:cubicBezTo>
                  <a:cubicBezTo>
                    <a:pt x="8" y="78"/>
                    <a:pt x="8" y="78"/>
                    <a:pt x="8" y="78"/>
                  </a:cubicBezTo>
                  <a:cubicBezTo>
                    <a:pt x="8" y="78"/>
                    <a:pt x="8" y="78"/>
                    <a:pt x="8" y="78"/>
                  </a:cubicBezTo>
                  <a:cubicBezTo>
                    <a:pt x="8" y="63"/>
                    <a:pt x="8" y="63"/>
                    <a:pt x="8" y="63"/>
                  </a:cubicBezTo>
                  <a:cubicBezTo>
                    <a:pt x="16" y="72"/>
                    <a:pt x="36" y="76"/>
                    <a:pt x="56" y="76"/>
                  </a:cubicBezTo>
                  <a:cubicBezTo>
                    <a:pt x="76" y="76"/>
                    <a:pt x="96" y="72"/>
                    <a:pt x="104" y="63"/>
                  </a:cubicBezTo>
                  <a:lnTo>
                    <a:pt x="104" y="78"/>
                  </a:lnTo>
                  <a:close/>
                  <a:moveTo>
                    <a:pt x="104" y="54"/>
                  </a:moveTo>
                  <a:cubicBezTo>
                    <a:pt x="104" y="54"/>
                    <a:pt x="104" y="54"/>
                    <a:pt x="104" y="54"/>
                  </a:cubicBezTo>
                  <a:cubicBezTo>
                    <a:pt x="104" y="54"/>
                    <a:pt x="104" y="54"/>
                    <a:pt x="104" y="54"/>
                  </a:cubicBezTo>
                  <a:cubicBezTo>
                    <a:pt x="104" y="64"/>
                    <a:pt x="83" y="72"/>
                    <a:pt x="56" y="72"/>
                  </a:cubicBezTo>
                  <a:cubicBezTo>
                    <a:pt x="29" y="72"/>
                    <a:pt x="8" y="64"/>
                    <a:pt x="8" y="54"/>
                  </a:cubicBezTo>
                  <a:cubicBezTo>
                    <a:pt x="8" y="54"/>
                    <a:pt x="8" y="54"/>
                    <a:pt x="8" y="54"/>
                  </a:cubicBezTo>
                  <a:cubicBezTo>
                    <a:pt x="8" y="54"/>
                    <a:pt x="8" y="54"/>
                    <a:pt x="8" y="54"/>
                  </a:cubicBezTo>
                  <a:cubicBezTo>
                    <a:pt x="8" y="40"/>
                    <a:pt x="8" y="40"/>
                    <a:pt x="8" y="40"/>
                  </a:cubicBezTo>
                  <a:cubicBezTo>
                    <a:pt x="18" y="48"/>
                    <a:pt x="38" y="52"/>
                    <a:pt x="56" y="52"/>
                  </a:cubicBezTo>
                  <a:cubicBezTo>
                    <a:pt x="74" y="52"/>
                    <a:pt x="94" y="48"/>
                    <a:pt x="104" y="40"/>
                  </a:cubicBezTo>
                  <a:lnTo>
                    <a:pt x="104" y="54"/>
                  </a:lnTo>
                  <a:close/>
                  <a:moveTo>
                    <a:pt x="56" y="44"/>
                  </a:moveTo>
                  <a:cubicBezTo>
                    <a:pt x="29" y="44"/>
                    <a:pt x="8" y="36"/>
                    <a:pt x="8" y="26"/>
                  </a:cubicBezTo>
                  <a:cubicBezTo>
                    <a:pt x="8" y="16"/>
                    <a:pt x="29" y="8"/>
                    <a:pt x="56" y="8"/>
                  </a:cubicBezTo>
                  <a:cubicBezTo>
                    <a:pt x="83" y="8"/>
                    <a:pt x="104" y="16"/>
                    <a:pt x="104" y="26"/>
                  </a:cubicBezTo>
                  <a:cubicBezTo>
                    <a:pt x="104" y="36"/>
                    <a:pt x="83" y="44"/>
                    <a:pt x="56"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32" name="Oval 36">
              <a:extLst>
                <a:ext uri="{FF2B5EF4-FFF2-40B4-BE49-F238E27FC236}">
                  <a16:creationId xmlns:a16="http://schemas.microsoft.com/office/drawing/2014/main" id="{5DC713AA-02C0-4475-BC15-2771FC05DD05}"/>
                </a:ext>
              </a:extLst>
            </p:cNvPr>
            <p:cNvSpPr>
              <a:spLocks noChangeArrowheads="1"/>
            </p:cNvSpPr>
            <p:nvPr/>
          </p:nvSpPr>
          <p:spPr bwMode="auto">
            <a:xfrm>
              <a:off x="1612900" y="3624263"/>
              <a:ext cx="71438" cy="730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33" name="Oval 37">
              <a:extLst>
                <a:ext uri="{FF2B5EF4-FFF2-40B4-BE49-F238E27FC236}">
                  <a16:creationId xmlns:a16="http://schemas.microsoft.com/office/drawing/2014/main" id="{A08DBBED-7E75-4254-B394-F4B5894A3158}"/>
                </a:ext>
              </a:extLst>
            </p:cNvPr>
            <p:cNvSpPr>
              <a:spLocks noChangeArrowheads="1"/>
            </p:cNvSpPr>
            <p:nvPr/>
          </p:nvSpPr>
          <p:spPr bwMode="auto">
            <a:xfrm>
              <a:off x="1612900" y="3406776"/>
              <a:ext cx="71438" cy="730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sp>
          <p:nvSpPr>
            <p:cNvPr id="34" name="Oval 38">
              <a:extLst>
                <a:ext uri="{FF2B5EF4-FFF2-40B4-BE49-F238E27FC236}">
                  <a16:creationId xmlns:a16="http://schemas.microsoft.com/office/drawing/2014/main" id="{E0A6F8A3-7201-40D4-81CE-659342C6B862}"/>
                </a:ext>
              </a:extLst>
            </p:cNvPr>
            <p:cNvSpPr>
              <a:spLocks noChangeArrowheads="1"/>
            </p:cNvSpPr>
            <p:nvPr/>
          </p:nvSpPr>
          <p:spPr bwMode="auto">
            <a:xfrm>
              <a:off x="1612900" y="3190876"/>
              <a:ext cx="71438" cy="714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id-ID" noProof="1">
                <a:solidFill>
                  <a:prstClr val="black"/>
                </a:solidFill>
                <a:cs typeface="+mn-ea"/>
                <a:sym typeface="+mn-lt"/>
              </a:endParaRPr>
            </a:p>
          </p:txBody>
        </p:sp>
      </p:grpSp>
      <p:sp>
        <p:nvSpPr>
          <p:cNvPr id="48143" name="Title 13">
            <a:extLst>
              <a:ext uri="{FF2B5EF4-FFF2-40B4-BE49-F238E27FC236}">
                <a16:creationId xmlns:a16="http://schemas.microsoft.com/office/drawing/2014/main" id="{D21D12B1-D176-4E9C-AC20-F7344232474D}"/>
              </a:ext>
            </a:extLst>
          </p:cNvPr>
          <p:cNvSpPr txBox="1">
            <a:spLocks noChangeArrowheads="1"/>
          </p:cNvSpPr>
          <p:nvPr/>
        </p:nvSpPr>
        <p:spPr bwMode="auto">
          <a:xfrm>
            <a:off x="2959100" y="4471988"/>
            <a:ext cx="1335088"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a:solidFill>
                  <a:srgbClr val="595959"/>
                </a:solidFill>
                <a:sym typeface="Arial" panose="020B0604020202020204" pitchFamily="34" charset="0"/>
              </a:rPr>
              <a:t>标题</a:t>
            </a:r>
            <a:endParaRPr lang="en-US" altLang="en-US" sz="2400">
              <a:solidFill>
                <a:srgbClr val="595959"/>
              </a:solidFill>
              <a:sym typeface="Arial" panose="020B0604020202020204" pitchFamily="34" charset="0"/>
            </a:endParaRPr>
          </a:p>
        </p:txBody>
      </p:sp>
      <p:sp>
        <p:nvSpPr>
          <p:cNvPr id="48144" name="文本框 35">
            <a:extLst>
              <a:ext uri="{FF2B5EF4-FFF2-40B4-BE49-F238E27FC236}">
                <a16:creationId xmlns:a16="http://schemas.microsoft.com/office/drawing/2014/main" id="{1FDA59DA-7141-4E25-BCD2-CEF2CF896634}"/>
              </a:ext>
            </a:extLst>
          </p:cNvPr>
          <p:cNvSpPr txBox="1">
            <a:spLocks noChangeArrowheads="1"/>
          </p:cNvSpPr>
          <p:nvPr/>
        </p:nvSpPr>
        <p:spPr bwMode="auto">
          <a:xfrm>
            <a:off x="2586038" y="5032375"/>
            <a:ext cx="20828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
        <p:nvSpPr>
          <p:cNvPr id="48145" name="Title 13">
            <a:extLst>
              <a:ext uri="{FF2B5EF4-FFF2-40B4-BE49-F238E27FC236}">
                <a16:creationId xmlns:a16="http://schemas.microsoft.com/office/drawing/2014/main" id="{0FE2D2FA-E48C-4272-8CCC-BDA4F38997D1}"/>
              </a:ext>
            </a:extLst>
          </p:cNvPr>
          <p:cNvSpPr txBox="1">
            <a:spLocks noChangeArrowheads="1"/>
          </p:cNvSpPr>
          <p:nvPr/>
        </p:nvSpPr>
        <p:spPr bwMode="auto">
          <a:xfrm>
            <a:off x="5464175" y="4471988"/>
            <a:ext cx="1335088"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a:solidFill>
                  <a:srgbClr val="595959"/>
                </a:solidFill>
                <a:sym typeface="Arial" panose="020B0604020202020204" pitchFamily="34" charset="0"/>
              </a:rPr>
              <a:t>标题</a:t>
            </a:r>
            <a:endParaRPr lang="en-US" altLang="en-US" sz="2400">
              <a:solidFill>
                <a:srgbClr val="595959"/>
              </a:solidFill>
              <a:sym typeface="Arial" panose="020B0604020202020204" pitchFamily="34" charset="0"/>
            </a:endParaRPr>
          </a:p>
        </p:txBody>
      </p:sp>
      <p:sp>
        <p:nvSpPr>
          <p:cNvPr id="48146" name="文本框 37">
            <a:extLst>
              <a:ext uri="{FF2B5EF4-FFF2-40B4-BE49-F238E27FC236}">
                <a16:creationId xmlns:a16="http://schemas.microsoft.com/office/drawing/2014/main" id="{25549F3D-A537-4C9D-A0B8-BD58F2C9EBB9}"/>
              </a:ext>
            </a:extLst>
          </p:cNvPr>
          <p:cNvSpPr txBox="1">
            <a:spLocks noChangeArrowheads="1"/>
          </p:cNvSpPr>
          <p:nvPr/>
        </p:nvSpPr>
        <p:spPr bwMode="auto">
          <a:xfrm>
            <a:off x="5089525" y="5032375"/>
            <a:ext cx="20828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
        <p:nvSpPr>
          <p:cNvPr id="48147" name="Title 13">
            <a:extLst>
              <a:ext uri="{FF2B5EF4-FFF2-40B4-BE49-F238E27FC236}">
                <a16:creationId xmlns:a16="http://schemas.microsoft.com/office/drawing/2014/main" id="{B3B777DC-0787-43AD-94A6-FF2EB79ED470}"/>
              </a:ext>
            </a:extLst>
          </p:cNvPr>
          <p:cNvSpPr txBox="1">
            <a:spLocks noChangeArrowheads="1"/>
          </p:cNvSpPr>
          <p:nvPr/>
        </p:nvSpPr>
        <p:spPr bwMode="auto">
          <a:xfrm>
            <a:off x="7967663" y="4471988"/>
            <a:ext cx="1335087"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2400">
                <a:solidFill>
                  <a:srgbClr val="595959"/>
                </a:solidFill>
                <a:sym typeface="Arial" panose="020B0604020202020204" pitchFamily="34" charset="0"/>
              </a:rPr>
              <a:t>标题</a:t>
            </a:r>
            <a:endParaRPr lang="en-US" altLang="en-US" sz="2400">
              <a:solidFill>
                <a:srgbClr val="595959"/>
              </a:solidFill>
              <a:sym typeface="Arial" panose="020B0604020202020204" pitchFamily="34" charset="0"/>
            </a:endParaRPr>
          </a:p>
        </p:txBody>
      </p:sp>
      <p:sp>
        <p:nvSpPr>
          <p:cNvPr id="48148" name="文本框 39">
            <a:extLst>
              <a:ext uri="{FF2B5EF4-FFF2-40B4-BE49-F238E27FC236}">
                <a16:creationId xmlns:a16="http://schemas.microsoft.com/office/drawing/2014/main" id="{E4E4D324-B8F9-4B5B-BDB1-6438C78D1C58}"/>
              </a:ext>
            </a:extLst>
          </p:cNvPr>
          <p:cNvSpPr txBox="1">
            <a:spLocks noChangeArrowheads="1"/>
          </p:cNvSpPr>
          <p:nvPr/>
        </p:nvSpPr>
        <p:spPr bwMode="auto">
          <a:xfrm>
            <a:off x="7593013" y="5032375"/>
            <a:ext cx="20828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20000"/>
              </a:lnSpc>
              <a:spcBef>
                <a:spcPct val="0"/>
              </a:spcBef>
              <a:buFontTx/>
              <a:buNone/>
            </a:pPr>
            <a:r>
              <a:rPr lang="zh-CN" altLang="en-US" sz="1600">
                <a:solidFill>
                  <a:srgbClr val="808080"/>
                </a:solidFill>
                <a:sym typeface="Arial" panose="020B0604020202020204" pitchFamily="34" charset="0"/>
              </a:rPr>
              <a:t>请在这里添加相应的文字内容请在这里添加相应的文字内容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ppt_w</p:attrName>
                                        </p:attrNameLst>
                                      </p:cBhvr>
                                      <p:tavLst>
                                        <p:tav tm="0">
                                          <p:val>
                                            <p:fltVal val="0"/>
                                          </p:val>
                                        </p:tav>
                                        <p:tav tm="100000">
                                          <p:val>
                                            <p:strVal val="#ppt_w"/>
                                          </p:val>
                                        </p:tav>
                                      </p:tavLst>
                                    </p:anim>
                                    <p:anim calcmode="lin" valueType="num">
                                      <p:cBhvr>
                                        <p:cTn id="11" dur="500" fill="hold"/>
                                        <p:tgtEl>
                                          <p:spTgt spid="12"/>
                                        </p:tgtEl>
                                        <p:attrNameLst>
                                          <p:attrName>ppt_h</p:attrName>
                                        </p:attrNameLst>
                                      </p:cBhvr>
                                      <p:tavLst>
                                        <p:tav tm="0">
                                          <p:val>
                                            <p:fltVal val="0"/>
                                          </p:val>
                                        </p:tav>
                                        <p:tav tm="100000">
                                          <p:val>
                                            <p:strVal val="#ppt_h"/>
                                          </p:val>
                                        </p:tav>
                                      </p:tavLst>
                                    </p:anim>
                                    <p:animEffect transition="in" filter="fade">
                                      <p:cBhvr>
                                        <p:cTn id="12" dur="500"/>
                                        <p:tgtEl>
                                          <p:spTgt spid="12"/>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par>
                          <p:cTn id="17" fill="hold" nodeType="afterGroup">
                            <p:stCondLst>
                              <p:cond delay="1000"/>
                            </p:stCondLst>
                            <p:childTnLst>
                              <p:par>
                                <p:cTn id="18" presetID="53" presetClass="entr" presetSubtype="16"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p:cTn id="20" dur="500" fill="hold"/>
                                        <p:tgtEl>
                                          <p:spTgt spid="13"/>
                                        </p:tgtEl>
                                        <p:attrNameLst>
                                          <p:attrName>ppt_w</p:attrName>
                                        </p:attrNameLst>
                                      </p:cBhvr>
                                      <p:tavLst>
                                        <p:tav tm="0">
                                          <p:val>
                                            <p:fltVal val="0"/>
                                          </p:val>
                                        </p:tav>
                                        <p:tav tm="100000">
                                          <p:val>
                                            <p:strVal val="#ppt_w"/>
                                          </p:val>
                                        </p:tav>
                                      </p:tavLst>
                                    </p:anim>
                                    <p:anim calcmode="lin" valueType="num">
                                      <p:cBhvr>
                                        <p:cTn id="21" dur="500" fill="hold"/>
                                        <p:tgtEl>
                                          <p:spTgt spid="13"/>
                                        </p:tgtEl>
                                        <p:attrNameLst>
                                          <p:attrName>ppt_h</p:attrName>
                                        </p:attrNameLst>
                                      </p:cBhvr>
                                      <p:tavLst>
                                        <p:tav tm="0">
                                          <p:val>
                                            <p:fltVal val="0"/>
                                          </p:val>
                                        </p:tav>
                                        <p:tav tm="100000">
                                          <p:val>
                                            <p:strVal val="#ppt_h"/>
                                          </p:val>
                                        </p:tav>
                                      </p:tavLst>
                                    </p:anim>
                                    <p:animEffect transition="in" filter="fade">
                                      <p:cBhvr>
                                        <p:cTn id="22" dur="500"/>
                                        <p:tgtEl>
                                          <p:spTgt spid="13"/>
                                        </p:tgtEl>
                                      </p:cBhvr>
                                    </p:animEffect>
                                  </p:childTnLst>
                                </p:cTn>
                              </p:par>
                            </p:childTnLst>
                          </p:cTn>
                        </p:par>
                        <p:par>
                          <p:cTn id="23" fill="hold" nodeType="afterGroup">
                            <p:stCondLst>
                              <p:cond delay="1500"/>
                            </p:stCondLst>
                            <p:childTnLst>
                              <p:par>
                                <p:cTn id="24" presetID="10" presetClass="entr" presetSubtype="0"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par>
                          <p:cTn id="27" fill="hold" nodeType="afterGroup">
                            <p:stCondLst>
                              <p:cond delay="2000"/>
                            </p:stCondLst>
                            <p:childTnLst>
                              <p:par>
                                <p:cTn id="28" presetID="53" presetClass="entr" presetSubtype="16"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fltVal val="0"/>
                                          </p:val>
                                        </p:tav>
                                        <p:tav tm="100000">
                                          <p:val>
                                            <p:strVal val="#ppt_h"/>
                                          </p:val>
                                        </p:tav>
                                      </p:tavLst>
                                    </p:anim>
                                    <p:animEffect transition="in" filter="fade">
                                      <p:cBhvr>
                                        <p:cTn id="32" dur="500"/>
                                        <p:tgtEl>
                                          <p:spTgt spid="14"/>
                                        </p:tgtEl>
                                      </p:cBhvr>
                                    </p:animEffect>
                                  </p:childTnLst>
                                </p:cTn>
                              </p:par>
                            </p:childTnLst>
                          </p:cTn>
                        </p:par>
                        <p:par>
                          <p:cTn id="33" fill="hold" nodeType="afterGroup">
                            <p:stCondLst>
                              <p:cond delay="2500"/>
                            </p:stCondLst>
                            <p:childTnLst>
                              <p:par>
                                <p:cTn id="34" presetID="10" presetClass="entr" presetSubtype="0" fill="hold"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图片 1">
            <a:extLst>
              <a:ext uri="{FF2B5EF4-FFF2-40B4-BE49-F238E27FC236}">
                <a16:creationId xmlns:a16="http://schemas.microsoft.com/office/drawing/2014/main" id="{2A071A6B-F14E-45F5-9007-A2F11FB25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文本框 2">
            <a:extLst>
              <a:ext uri="{FF2B5EF4-FFF2-40B4-BE49-F238E27FC236}">
                <a16:creationId xmlns:a16="http://schemas.microsoft.com/office/drawing/2014/main" id="{855AB14D-2C7E-495C-940D-EC331FE7DFB0}"/>
              </a:ext>
            </a:extLst>
          </p:cNvPr>
          <p:cNvSpPr txBox="1">
            <a:spLocks noChangeArrowheads="1"/>
          </p:cNvSpPr>
          <p:nvPr/>
        </p:nvSpPr>
        <p:spPr bwMode="auto">
          <a:xfrm>
            <a:off x="868363" y="25400"/>
            <a:ext cx="45418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b="1">
                <a:solidFill>
                  <a:srgbClr val="4B649F"/>
                </a:solidFill>
              </a:rPr>
              <a:t>添加论文内容第四部分标题</a:t>
            </a:r>
          </a:p>
        </p:txBody>
      </p:sp>
      <p:cxnSp>
        <p:nvCxnSpPr>
          <p:cNvPr id="4" name="直接连接符 3">
            <a:extLst>
              <a:ext uri="{FF2B5EF4-FFF2-40B4-BE49-F238E27FC236}">
                <a16:creationId xmlns:a16="http://schemas.microsoft.com/office/drawing/2014/main" id="{13C3D011-27FD-4BBE-9551-F3423C8083D9}"/>
              </a:ext>
            </a:extLst>
          </p:cNvPr>
          <p:cNvCxnSpPr/>
          <p:nvPr/>
        </p:nvCxnSpPr>
        <p:spPr>
          <a:xfrm>
            <a:off x="0" y="823119"/>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3EB5BA4F-2A2C-44ED-8D3E-8B8353C65427}"/>
              </a:ext>
            </a:extLst>
          </p:cNvPr>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49158" name="组合 5">
            <a:extLst>
              <a:ext uri="{FF2B5EF4-FFF2-40B4-BE49-F238E27FC236}">
                <a16:creationId xmlns:a16="http://schemas.microsoft.com/office/drawing/2014/main" id="{7CB0ED41-209C-44D0-BB57-2E9538FE53F7}"/>
              </a:ext>
            </a:extLst>
          </p:cNvPr>
          <p:cNvGrpSpPr>
            <a:grpSpLocks/>
          </p:cNvGrpSpPr>
          <p:nvPr/>
        </p:nvGrpSpPr>
        <p:grpSpPr bwMode="auto">
          <a:xfrm>
            <a:off x="214313" y="125413"/>
            <a:ext cx="638175" cy="638175"/>
            <a:chOff x="9444839" y="2234042"/>
            <a:chExt cx="1607262" cy="1607262"/>
          </a:xfrm>
        </p:grpSpPr>
        <p:sp>
          <p:nvSpPr>
            <p:cNvPr id="7" name="椭圆 6">
              <a:extLst>
                <a:ext uri="{FF2B5EF4-FFF2-40B4-BE49-F238E27FC236}">
                  <a16:creationId xmlns:a16="http://schemas.microsoft.com/office/drawing/2014/main" id="{AE17C21C-669B-478C-B066-486A49FF6D54}"/>
                </a:ext>
              </a:extLst>
            </p:cNvPr>
            <p:cNvSpPr/>
            <p:nvPr/>
          </p:nvSpPr>
          <p:spPr>
            <a:xfrm>
              <a:off x="9444839" y="2234042"/>
              <a:ext cx="1607262" cy="1607262"/>
            </a:xfrm>
            <a:prstGeom prst="ellipse">
              <a:avLst/>
            </a:prstGeom>
            <a:solidFill>
              <a:srgbClr val="4B649F"/>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8" name="椭圆 7">
              <a:extLst>
                <a:ext uri="{FF2B5EF4-FFF2-40B4-BE49-F238E27FC236}">
                  <a16:creationId xmlns:a16="http://schemas.microsoft.com/office/drawing/2014/main" id="{3A9CD155-E8E7-4479-B1A0-65984632ADCA}"/>
                </a:ext>
              </a:extLst>
            </p:cNvPr>
            <p:cNvSpPr/>
            <p:nvPr/>
          </p:nvSpPr>
          <p:spPr>
            <a:xfrm>
              <a:off x="9552788" y="2341991"/>
              <a:ext cx="1391361" cy="1391361"/>
            </a:xfrm>
            <a:prstGeom prst="ellipse">
              <a:avLst/>
            </a:prstGeom>
            <a:solidFill>
              <a:schemeClr val="bg1"/>
            </a:solid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9" name="KSO_Shape">
              <a:extLst>
                <a:ext uri="{FF2B5EF4-FFF2-40B4-BE49-F238E27FC236}">
                  <a16:creationId xmlns:a16="http://schemas.microsoft.com/office/drawing/2014/main" id="{A8413259-9943-4B59-ADBE-0B9CAF76B362}"/>
                </a:ext>
              </a:extLst>
            </p:cNvPr>
            <p:cNvSpPr/>
            <p:nvPr/>
          </p:nvSpPr>
          <p:spPr bwMode="auto">
            <a:xfrm>
              <a:off x="9828663" y="2673840"/>
              <a:ext cx="839614" cy="727666"/>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rgbClr val="4B649F"/>
            </a:solidFill>
            <a:ln>
              <a:noFill/>
            </a:ln>
          </p:spPr>
          <p:txBody>
            <a:bodyPr bIns="72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49159" name="文本框 9">
            <a:extLst>
              <a:ext uri="{FF2B5EF4-FFF2-40B4-BE49-F238E27FC236}">
                <a16:creationId xmlns:a16="http://schemas.microsoft.com/office/drawing/2014/main" id="{DA94526A-E766-4BDE-AE7D-719693371F1A}"/>
              </a:ext>
            </a:extLst>
          </p:cNvPr>
          <p:cNvSpPr txBox="1">
            <a:spLocks noChangeArrowheads="1"/>
          </p:cNvSpPr>
          <p:nvPr/>
        </p:nvSpPr>
        <p:spPr bwMode="auto">
          <a:xfrm>
            <a:off x="8915400" y="2168525"/>
            <a:ext cx="2184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1200">
                <a:solidFill>
                  <a:srgbClr val="595959"/>
                </a:solidFill>
                <a:sym typeface="Arial" panose="020B0604020202020204" pitchFamily="34" charset="0"/>
              </a:rPr>
              <a:t>请在这里添加相应的文字内容请在这里添加相应的文字内容</a:t>
            </a:r>
          </a:p>
        </p:txBody>
      </p:sp>
      <p:sp>
        <p:nvSpPr>
          <p:cNvPr id="49160" name="文本框 10">
            <a:extLst>
              <a:ext uri="{FF2B5EF4-FFF2-40B4-BE49-F238E27FC236}">
                <a16:creationId xmlns:a16="http://schemas.microsoft.com/office/drawing/2014/main" id="{6A1142CC-0CB9-400C-9EBA-5BB384C01354}"/>
              </a:ext>
            </a:extLst>
          </p:cNvPr>
          <p:cNvSpPr txBox="1">
            <a:spLocks noChangeArrowheads="1"/>
          </p:cNvSpPr>
          <p:nvPr/>
        </p:nvSpPr>
        <p:spPr bwMode="auto">
          <a:xfrm>
            <a:off x="8915400" y="1941513"/>
            <a:ext cx="1827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600" b="1">
                <a:solidFill>
                  <a:srgbClr val="4B649F"/>
                </a:solidFill>
                <a:sym typeface="Arial" panose="020B0604020202020204" pitchFamily="34" charset="0"/>
              </a:rPr>
              <a:t>请在这里添加标题</a:t>
            </a:r>
          </a:p>
        </p:txBody>
      </p:sp>
      <p:sp>
        <p:nvSpPr>
          <p:cNvPr id="49161" name="文本框 11">
            <a:extLst>
              <a:ext uri="{FF2B5EF4-FFF2-40B4-BE49-F238E27FC236}">
                <a16:creationId xmlns:a16="http://schemas.microsoft.com/office/drawing/2014/main" id="{7471D9A0-6677-420C-9244-EB79ED47BE26}"/>
              </a:ext>
            </a:extLst>
          </p:cNvPr>
          <p:cNvSpPr txBox="1">
            <a:spLocks noChangeArrowheads="1"/>
          </p:cNvSpPr>
          <p:nvPr/>
        </p:nvSpPr>
        <p:spPr bwMode="auto">
          <a:xfrm>
            <a:off x="8915400" y="3328988"/>
            <a:ext cx="2184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1200">
                <a:solidFill>
                  <a:srgbClr val="595959"/>
                </a:solidFill>
                <a:sym typeface="Arial" panose="020B0604020202020204" pitchFamily="34" charset="0"/>
              </a:rPr>
              <a:t>请在这里添加相应的文字内容请在这里添加相应的文字内容</a:t>
            </a:r>
          </a:p>
        </p:txBody>
      </p:sp>
      <p:sp>
        <p:nvSpPr>
          <p:cNvPr id="49162" name="文本框 12">
            <a:extLst>
              <a:ext uri="{FF2B5EF4-FFF2-40B4-BE49-F238E27FC236}">
                <a16:creationId xmlns:a16="http://schemas.microsoft.com/office/drawing/2014/main" id="{CD685439-CAD3-4B5A-A2FA-55C45A654031}"/>
              </a:ext>
            </a:extLst>
          </p:cNvPr>
          <p:cNvSpPr txBox="1">
            <a:spLocks noChangeArrowheads="1"/>
          </p:cNvSpPr>
          <p:nvPr/>
        </p:nvSpPr>
        <p:spPr bwMode="auto">
          <a:xfrm>
            <a:off x="8915400" y="3101975"/>
            <a:ext cx="1827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600" b="1">
                <a:solidFill>
                  <a:srgbClr val="4B649F"/>
                </a:solidFill>
                <a:sym typeface="Arial" panose="020B0604020202020204" pitchFamily="34" charset="0"/>
              </a:rPr>
              <a:t>请在这里添加标题</a:t>
            </a:r>
          </a:p>
        </p:txBody>
      </p:sp>
      <p:sp>
        <p:nvSpPr>
          <p:cNvPr id="49163" name="文本框 13">
            <a:extLst>
              <a:ext uri="{FF2B5EF4-FFF2-40B4-BE49-F238E27FC236}">
                <a16:creationId xmlns:a16="http://schemas.microsoft.com/office/drawing/2014/main" id="{038CE1B9-28F4-47F4-B5EE-3A2B0B7310EE}"/>
              </a:ext>
            </a:extLst>
          </p:cNvPr>
          <p:cNvSpPr txBox="1">
            <a:spLocks noChangeArrowheads="1"/>
          </p:cNvSpPr>
          <p:nvPr/>
        </p:nvSpPr>
        <p:spPr bwMode="auto">
          <a:xfrm>
            <a:off x="8915400" y="4495800"/>
            <a:ext cx="2184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Tx/>
              <a:buNone/>
            </a:pPr>
            <a:r>
              <a:rPr lang="zh-CN" altLang="en-US" sz="1200">
                <a:solidFill>
                  <a:srgbClr val="595959"/>
                </a:solidFill>
                <a:sym typeface="Arial" panose="020B0604020202020204" pitchFamily="34" charset="0"/>
              </a:rPr>
              <a:t>请在这里添加相应的文字内容请在这里添加相应的文字内容</a:t>
            </a:r>
          </a:p>
        </p:txBody>
      </p:sp>
      <p:sp>
        <p:nvSpPr>
          <p:cNvPr id="49164" name="文本框 14">
            <a:extLst>
              <a:ext uri="{FF2B5EF4-FFF2-40B4-BE49-F238E27FC236}">
                <a16:creationId xmlns:a16="http://schemas.microsoft.com/office/drawing/2014/main" id="{3DBA3C8A-B700-41A6-9806-3492D1200B10}"/>
              </a:ext>
            </a:extLst>
          </p:cNvPr>
          <p:cNvSpPr txBox="1">
            <a:spLocks noChangeArrowheads="1"/>
          </p:cNvSpPr>
          <p:nvPr/>
        </p:nvSpPr>
        <p:spPr bwMode="auto">
          <a:xfrm>
            <a:off x="8915400" y="4268788"/>
            <a:ext cx="1827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600" b="1">
                <a:solidFill>
                  <a:srgbClr val="4B649F"/>
                </a:solidFill>
                <a:sym typeface="Arial" panose="020B0604020202020204" pitchFamily="34" charset="0"/>
              </a:rPr>
              <a:t>请在这里添加标题</a:t>
            </a:r>
          </a:p>
        </p:txBody>
      </p:sp>
      <p:sp>
        <p:nvSpPr>
          <p:cNvPr id="49165" name="文本框 15">
            <a:extLst>
              <a:ext uri="{FF2B5EF4-FFF2-40B4-BE49-F238E27FC236}">
                <a16:creationId xmlns:a16="http://schemas.microsoft.com/office/drawing/2014/main" id="{AF0EDE4A-2E4C-4A0F-8D4C-CB8FA28436B8}"/>
              </a:ext>
            </a:extLst>
          </p:cNvPr>
          <p:cNvSpPr txBox="1">
            <a:spLocks noChangeArrowheads="1"/>
          </p:cNvSpPr>
          <p:nvPr/>
        </p:nvSpPr>
        <p:spPr bwMode="auto">
          <a:xfrm>
            <a:off x="1096963" y="2225675"/>
            <a:ext cx="2184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r" eaLnBrk="1" hangingPunct="1">
              <a:lnSpc>
                <a:spcPct val="150000"/>
              </a:lnSpc>
              <a:spcBef>
                <a:spcPct val="0"/>
              </a:spcBef>
              <a:buFontTx/>
              <a:buNone/>
            </a:pPr>
            <a:r>
              <a:rPr lang="zh-CN" altLang="en-US" sz="1200">
                <a:solidFill>
                  <a:srgbClr val="595959"/>
                </a:solidFill>
                <a:sym typeface="Arial" panose="020B0604020202020204" pitchFamily="34" charset="0"/>
              </a:rPr>
              <a:t>请在这里添加相应的文字内容请在这里添加相应的文字内容</a:t>
            </a:r>
          </a:p>
        </p:txBody>
      </p:sp>
      <p:sp>
        <p:nvSpPr>
          <p:cNvPr id="49166" name="文本框 16">
            <a:extLst>
              <a:ext uri="{FF2B5EF4-FFF2-40B4-BE49-F238E27FC236}">
                <a16:creationId xmlns:a16="http://schemas.microsoft.com/office/drawing/2014/main" id="{244AC277-622E-4C8C-B25B-C4C715D8FB63}"/>
              </a:ext>
            </a:extLst>
          </p:cNvPr>
          <p:cNvSpPr txBox="1">
            <a:spLocks noChangeArrowheads="1"/>
          </p:cNvSpPr>
          <p:nvPr/>
        </p:nvSpPr>
        <p:spPr bwMode="auto">
          <a:xfrm>
            <a:off x="1454150" y="1998663"/>
            <a:ext cx="1827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r" eaLnBrk="1" hangingPunct="1">
              <a:lnSpc>
                <a:spcPct val="100000"/>
              </a:lnSpc>
              <a:spcBef>
                <a:spcPct val="0"/>
              </a:spcBef>
              <a:buFontTx/>
              <a:buNone/>
            </a:pPr>
            <a:r>
              <a:rPr lang="zh-CN" altLang="en-US" sz="1600" b="1">
                <a:solidFill>
                  <a:srgbClr val="4B649F"/>
                </a:solidFill>
                <a:sym typeface="Arial" panose="020B0604020202020204" pitchFamily="34" charset="0"/>
              </a:rPr>
              <a:t>请在这里添加标题</a:t>
            </a:r>
          </a:p>
        </p:txBody>
      </p:sp>
      <p:sp>
        <p:nvSpPr>
          <p:cNvPr id="49167" name="文本框 17">
            <a:extLst>
              <a:ext uri="{FF2B5EF4-FFF2-40B4-BE49-F238E27FC236}">
                <a16:creationId xmlns:a16="http://schemas.microsoft.com/office/drawing/2014/main" id="{6BC4FAE8-9E0E-450A-9CF5-4E0017838671}"/>
              </a:ext>
            </a:extLst>
          </p:cNvPr>
          <p:cNvSpPr txBox="1">
            <a:spLocks noChangeArrowheads="1"/>
          </p:cNvSpPr>
          <p:nvPr/>
        </p:nvSpPr>
        <p:spPr bwMode="auto">
          <a:xfrm>
            <a:off x="1096963" y="3386138"/>
            <a:ext cx="2184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r" eaLnBrk="1" hangingPunct="1">
              <a:lnSpc>
                <a:spcPct val="150000"/>
              </a:lnSpc>
              <a:spcBef>
                <a:spcPct val="0"/>
              </a:spcBef>
              <a:buFontTx/>
              <a:buNone/>
            </a:pPr>
            <a:r>
              <a:rPr lang="zh-CN" altLang="en-US" sz="1200">
                <a:solidFill>
                  <a:srgbClr val="595959"/>
                </a:solidFill>
                <a:sym typeface="Arial" panose="020B0604020202020204" pitchFamily="34" charset="0"/>
              </a:rPr>
              <a:t>请在这里添加相应的文字内容请在这里添加相应的文字内容</a:t>
            </a:r>
          </a:p>
        </p:txBody>
      </p:sp>
      <p:sp>
        <p:nvSpPr>
          <p:cNvPr id="49168" name="文本框 18">
            <a:extLst>
              <a:ext uri="{FF2B5EF4-FFF2-40B4-BE49-F238E27FC236}">
                <a16:creationId xmlns:a16="http://schemas.microsoft.com/office/drawing/2014/main" id="{34A4EFD6-3035-4178-9A7C-51C44B81479F}"/>
              </a:ext>
            </a:extLst>
          </p:cNvPr>
          <p:cNvSpPr txBox="1">
            <a:spLocks noChangeArrowheads="1"/>
          </p:cNvSpPr>
          <p:nvPr/>
        </p:nvSpPr>
        <p:spPr bwMode="auto">
          <a:xfrm>
            <a:off x="1454150" y="3159125"/>
            <a:ext cx="1827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r" eaLnBrk="1" hangingPunct="1">
              <a:lnSpc>
                <a:spcPct val="100000"/>
              </a:lnSpc>
              <a:spcBef>
                <a:spcPct val="0"/>
              </a:spcBef>
              <a:buFontTx/>
              <a:buNone/>
            </a:pPr>
            <a:r>
              <a:rPr lang="zh-CN" altLang="en-US" sz="1600" b="1">
                <a:solidFill>
                  <a:srgbClr val="4B649F"/>
                </a:solidFill>
                <a:sym typeface="Arial" panose="020B0604020202020204" pitchFamily="34" charset="0"/>
              </a:rPr>
              <a:t>请在这里添加标题</a:t>
            </a:r>
          </a:p>
        </p:txBody>
      </p:sp>
      <p:sp>
        <p:nvSpPr>
          <p:cNvPr id="49169" name="文本框 19">
            <a:extLst>
              <a:ext uri="{FF2B5EF4-FFF2-40B4-BE49-F238E27FC236}">
                <a16:creationId xmlns:a16="http://schemas.microsoft.com/office/drawing/2014/main" id="{7589DED1-DB52-4096-BC73-CB82D71640C8}"/>
              </a:ext>
            </a:extLst>
          </p:cNvPr>
          <p:cNvSpPr txBox="1">
            <a:spLocks noChangeArrowheads="1"/>
          </p:cNvSpPr>
          <p:nvPr/>
        </p:nvSpPr>
        <p:spPr bwMode="auto">
          <a:xfrm>
            <a:off x="1096963" y="4552950"/>
            <a:ext cx="21844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r" eaLnBrk="1" hangingPunct="1">
              <a:lnSpc>
                <a:spcPct val="150000"/>
              </a:lnSpc>
              <a:spcBef>
                <a:spcPct val="0"/>
              </a:spcBef>
              <a:buFontTx/>
              <a:buNone/>
            </a:pPr>
            <a:r>
              <a:rPr lang="zh-CN" altLang="en-US" sz="1200">
                <a:solidFill>
                  <a:srgbClr val="595959"/>
                </a:solidFill>
                <a:sym typeface="Arial" panose="020B0604020202020204" pitchFamily="34" charset="0"/>
              </a:rPr>
              <a:t>请在这里添加相应的文字内容请在这里添加相应的文字内容</a:t>
            </a:r>
          </a:p>
        </p:txBody>
      </p:sp>
      <p:sp>
        <p:nvSpPr>
          <p:cNvPr id="49170" name="文本框 20">
            <a:extLst>
              <a:ext uri="{FF2B5EF4-FFF2-40B4-BE49-F238E27FC236}">
                <a16:creationId xmlns:a16="http://schemas.microsoft.com/office/drawing/2014/main" id="{C5DE89E0-6576-4FBA-A0FD-570DE4AE746A}"/>
              </a:ext>
            </a:extLst>
          </p:cNvPr>
          <p:cNvSpPr txBox="1">
            <a:spLocks noChangeArrowheads="1"/>
          </p:cNvSpPr>
          <p:nvPr/>
        </p:nvSpPr>
        <p:spPr bwMode="auto">
          <a:xfrm>
            <a:off x="1454150" y="4325938"/>
            <a:ext cx="18272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r" eaLnBrk="1" hangingPunct="1">
              <a:lnSpc>
                <a:spcPct val="100000"/>
              </a:lnSpc>
              <a:spcBef>
                <a:spcPct val="0"/>
              </a:spcBef>
              <a:buFontTx/>
              <a:buNone/>
            </a:pPr>
            <a:r>
              <a:rPr lang="zh-CN" altLang="en-US" sz="1600" b="1">
                <a:solidFill>
                  <a:srgbClr val="4B649F"/>
                </a:solidFill>
                <a:sym typeface="Arial" panose="020B0604020202020204" pitchFamily="34" charset="0"/>
              </a:rPr>
              <a:t>请在这里添加标题</a:t>
            </a:r>
          </a:p>
        </p:txBody>
      </p:sp>
      <p:sp>
        <p:nvSpPr>
          <p:cNvPr id="22" name="KSO_Shape">
            <a:extLst>
              <a:ext uri="{FF2B5EF4-FFF2-40B4-BE49-F238E27FC236}">
                <a16:creationId xmlns:a16="http://schemas.microsoft.com/office/drawing/2014/main" id="{FA41E4F5-D243-45F5-823D-427702F4488E}"/>
              </a:ext>
            </a:extLst>
          </p:cNvPr>
          <p:cNvSpPr/>
          <p:nvPr/>
        </p:nvSpPr>
        <p:spPr>
          <a:xfrm>
            <a:off x="3552825" y="2111375"/>
            <a:ext cx="515938" cy="533400"/>
          </a:xfrm>
          <a:custGeom>
            <a:avLst/>
            <a:gdLst/>
            <a:ahLst/>
            <a:cxnLst/>
            <a:rect l="l" t="t" r="r" b="b"/>
            <a:pathLst>
              <a:path w="1119349" h="1157433">
                <a:moveTo>
                  <a:pt x="135620" y="818456"/>
                </a:moveTo>
                <a:cubicBezTo>
                  <a:pt x="71450" y="948523"/>
                  <a:pt x="57484" y="1054732"/>
                  <a:pt x="108323" y="1103729"/>
                </a:cubicBezTo>
                <a:cubicBezTo>
                  <a:pt x="164989" y="1158341"/>
                  <a:pt x="289713" y="1129874"/>
                  <a:pt x="437069" y="1040437"/>
                </a:cubicBezTo>
                <a:cubicBezTo>
                  <a:pt x="307239" y="1007168"/>
                  <a:pt x="198946" y="926245"/>
                  <a:pt x="135620" y="818456"/>
                </a:cubicBezTo>
                <a:close/>
                <a:moveTo>
                  <a:pt x="582086" y="345816"/>
                </a:moveTo>
                <a:cubicBezTo>
                  <a:pt x="490772" y="345817"/>
                  <a:pt x="434615" y="407693"/>
                  <a:pt x="413811" y="495363"/>
                </a:cubicBezTo>
                <a:lnTo>
                  <a:pt x="750361" y="495364"/>
                </a:lnTo>
                <a:cubicBezTo>
                  <a:pt x="729557" y="407692"/>
                  <a:pt x="673401" y="345816"/>
                  <a:pt x="582086" y="345816"/>
                </a:cubicBezTo>
                <a:close/>
                <a:moveTo>
                  <a:pt x="954622" y="129"/>
                </a:moveTo>
                <a:cubicBezTo>
                  <a:pt x="1007406" y="-1466"/>
                  <a:pt x="1051113" y="11645"/>
                  <a:pt x="1081775" y="41196"/>
                </a:cubicBezTo>
                <a:cubicBezTo>
                  <a:pt x="1101805" y="60500"/>
                  <a:pt x="1115030" y="85625"/>
                  <a:pt x="1119349" y="116033"/>
                </a:cubicBezTo>
                <a:cubicBezTo>
                  <a:pt x="1112931" y="103633"/>
                  <a:pt x="1104158" y="92219"/>
                  <a:pt x="1093494" y="81508"/>
                </a:cubicBezTo>
                <a:cubicBezTo>
                  <a:pt x="1010899" y="-1451"/>
                  <a:pt x="882017" y="28786"/>
                  <a:pt x="737350" y="130602"/>
                </a:cubicBezTo>
                <a:cubicBezTo>
                  <a:pt x="943277" y="190863"/>
                  <a:pt x="1091569" y="370605"/>
                  <a:pt x="1091569" y="582598"/>
                </a:cubicBezTo>
                <a:lnTo>
                  <a:pt x="1085273" y="640757"/>
                </a:lnTo>
                <a:lnTo>
                  <a:pt x="755888" y="640756"/>
                </a:lnTo>
                <a:lnTo>
                  <a:pt x="719073" y="640757"/>
                </a:lnTo>
                <a:lnTo>
                  <a:pt x="408284" y="640757"/>
                </a:lnTo>
                <a:cubicBezTo>
                  <a:pt x="424002" y="743453"/>
                  <a:pt x="484447" y="819382"/>
                  <a:pt x="582086" y="819383"/>
                </a:cubicBezTo>
                <a:cubicBezTo>
                  <a:pt x="648673" y="819382"/>
                  <a:pt x="697960" y="784070"/>
                  <a:pt x="725617" y="727992"/>
                </a:cubicBezTo>
                <a:lnTo>
                  <a:pt x="1064773" y="727992"/>
                </a:lnTo>
                <a:cubicBezTo>
                  <a:pt x="1000780" y="921122"/>
                  <a:pt x="807116" y="1060320"/>
                  <a:pt x="578539" y="1060320"/>
                </a:cubicBezTo>
                <a:cubicBezTo>
                  <a:pt x="541437" y="1060319"/>
                  <a:pt x="505255" y="1056652"/>
                  <a:pt x="470646" y="1048435"/>
                </a:cubicBezTo>
                <a:cubicBezTo>
                  <a:pt x="288189" y="1159820"/>
                  <a:pt x="124174" y="1191927"/>
                  <a:pt x="45670" y="1116267"/>
                </a:cubicBezTo>
                <a:cubicBezTo>
                  <a:pt x="-38972" y="1034693"/>
                  <a:pt x="-2092" y="849162"/>
                  <a:pt x="124297" y="645271"/>
                </a:cubicBezTo>
                <a:cubicBezTo>
                  <a:pt x="126384" y="641564"/>
                  <a:pt x="128546" y="637931"/>
                  <a:pt x="130887" y="634433"/>
                </a:cubicBezTo>
                <a:cubicBezTo>
                  <a:pt x="140131" y="616742"/>
                  <a:pt x="151256" y="599735"/>
                  <a:pt x="163296" y="582889"/>
                </a:cubicBezTo>
                <a:cubicBezTo>
                  <a:pt x="171413" y="570408"/>
                  <a:pt x="179765" y="558285"/>
                  <a:pt x="189707" y="547372"/>
                </a:cubicBezTo>
                <a:cubicBezTo>
                  <a:pt x="207410" y="520542"/>
                  <a:pt x="227598" y="494496"/>
                  <a:pt x="249351" y="468810"/>
                </a:cubicBezTo>
                <a:cubicBezTo>
                  <a:pt x="261501" y="453873"/>
                  <a:pt x="274484" y="439223"/>
                  <a:pt x="288439" y="424719"/>
                </a:cubicBezTo>
                <a:cubicBezTo>
                  <a:pt x="304701" y="403895"/>
                  <a:pt x="322841" y="384213"/>
                  <a:pt x="341644" y="364703"/>
                </a:cubicBezTo>
                <a:cubicBezTo>
                  <a:pt x="392793" y="311630"/>
                  <a:pt x="445389" y="263415"/>
                  <a:pt x="498166" y="220924"/>
                </a:cubicBezTo>
                <a:cubicBezTo>
                  <a:pt x="310657" y="309270"/>
                  <a:pt x="183697" y="431706"/>
                  <a:pt x="65845" y="579499"/>
                </a:cubicBezTo>
                <a:cubicBezTo>
                  <a:pt x="67312" y="317087"/>
                  <a:pt x="296312" y="104878"/>
                  <a:pt x="578538" y="104878"/>
                </a:cubicBezTo>
                <a:lnTo>
                  <a:pt x="651994" y="111773"/>
                </a:lnTo>
                <a:cubicBezTo>
                  <a:pt x="764896" y="41979"/>
                  <a:pt x="871117" y="2651"/>
                  <a:pt x="954622" y="129"/>
                </a:cubicBezTo>
                <a:close/>
              </a:path>
            </a:pathLst>
          </a:custGeom>
          <a:solidFill>
            <a:srgbClr val="4B649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rgbClr val="4B649F"/>
              </a:solidFill>
              <a:cs typeface="+mn-ea"/>
              <a:sym typeface="+mn-lt"/>
            </a:endParaRPr>
          </a:p>
        </p:txBody>
      </p:sp>
      <p:sp>
        <p:nvSpPr>
          <p:cNvPr id="23" name="KSO_Shape">
            <a:extLst>
              <a:ext uri="{FF2B5EF4-FFF2-40B4-BE49-F238E27FC236}">
                <a16:creationId xmlns:a16="http://schemas.microsoft.com/office/drawing/2014/main" id="{473B670C-E6F6-4E51-9100-EB9892000667}"/>
              </a:ext>
            </a:extLst>
          </p:cNvPr>
          <p:cNvSpPr/>
          <p:nvPr/>
        </p:nvSpPr>
        <p:spPr>
          <a:xfrm>
            <a:off x="3552825" y="3325813"/>
            <a:ext cx="512763" cy="615950"/>
          </a:xfrm>
          <a:custGeom>
            <a:avLst/>
            <a:gdLst/>
            <a:ahLst/>
            <a:cxnLst/>
            <a:rect l="l" t="t" r="r" b="b"/>
            <a:pathLst>
              <a:path w="1674290" h="2018114">
                <a:moveTo>
                  <a:pt x="307141" y="691642"/>
                </a:moveTo>
                <a:lnTo>
                  <a:pt x="1378912" y="691642"/>
                </a:lnTo>
                <a:lnTo>
                  <a:pt x="1369387" y="1458335"/>
                </a:lnTo>
                <a:cubicBezTo>
                  <a:pt x="1369387" y="1541769"/>
                  <a:pt x="1301750" y="1609406"/>
                  <a:pt x="1218316" y="1609406"/>
                </a:cubicBezTo>
                <a:lnTo>
                  <a:pt x="1158892" y="1609406"/>
                </a:lnTo>
                <a:lnTo>
                  <a:pt x="1158892" y="1898352"/>
                </a:lnTo>
                <a:cubicBezTo>
                  <a:pt x="1158892" y="1964495"/>
                  <a:pt x="1105273" y="2018114"/>
                  <a:pt x="1039130" y="2018114"/>
                </a:cubicBezTo>
                <a:cubicBezTo>
                  <a:pt x="972987" y="2018114"/>
                  <a:pt x="919368" y="1964495"/>
                  <a:pt x="919368" y="1898352"/>
                </a:cubicBezTo>
                <a:lnTo>
                  <a:pt x="919368" y="1609406"/>
                </a:lnTo>
                <a:lnTo>
                  <a:pt x="765901" y="1609406"/>
                </a:lnTo>
                <a:lnTo>
                  <a:pt x="765901" y="1898351"/>
                </a:lnTo>
                <a:cubicBezTo>
                  <a:pt x="765901" y="1964494"/>
                  <a:pt x="712282" y="2018113"/>
                  <a:pt x="646139" y="2018113"/>
                </a:cubicBezTo>
                <a:cubicBezTo>
                  <a:pt x="579996" y="2018113"/>
                  <a:pt x="526377" y="1964494"/>
                  <a:pt x="526377" y="1898351"/>
                </a:cubicBezTo>
                <a:lnTo>
                  <a:pt x="526377" y="1609406"/>
                </a:lnTo>
                <a:lnTo>
                  <a:pt x="458213" y="1609406"/>
                </a:lnTo>
                <a:cubicBezTo>
                  <a:pt x="374779" y="1609406"/>
                  <a:pt x="307141" y="1541769"/>
                  <a:pt x="307141" y="1458335"/>
                </a:cubicBezTo>
                <a:lnTo>
                  <a:pt x="307141" y="1156202"/>
                </a:lnTo>
                <a:lnTo>
                  <a:pt x="307141" y="854070"/>
                </a:lnTo>
                <a:close/>
                <a:moveTo>
                  <a:pt x="1554528" y="683951"/>
                </a:moveTo>
                <a:cubicBezTo>
                  <a:pt x="1620671" y="683951"/>
                  <a:pt x="1674290" y="737570"/>
                  <a:pt x="1674290" y="803713"/>
                </a:cubicBezTo>
                <a:lnTo>
                  <a:pt x="1674290" y="1299148"/>
                </a:lnTo>
                <a:cubicBezTo>
                  <a:pt x="1674290" y="1365291"/>
                  <a:pt x="1620671" y="1418910"/>
                  <a:pt x="1554528" y="1418910"/>
                </a:cubicBezTo>
                <a:cubicBezTo>
                  <a:pt x="1488385" y="1418910"/>
                  <a:pt x="1434766" y="1365291"/>
                  <a:pt x="1434766" y="1299148"/>
                </a:cubicBezTo>
                <a:lnTo>
                  <a:pt x="1434766" y="803713"/>
                </a:lnTo>
                <a:cubicBezTo>
                  <a:pt x="1434766" y="737570"/>
                  <a:pt x="1488385" y="683951"/>
                  <a:pt x="1554528" y="683951"/>
                </a:cubicBezTo>
                <a:close/>
                <a:moveTo>
                  <a:pt x="119762" y="683950"/>
                </a:moveTo>
                <a:cubicBezTo>
                  <a:pt x="185905" y="683950"/>
                  <a:pt x="239524" y="737569"/>
                  <a:pt x="239524" y="803712"/>
                </a:cubicBezTo>
                <a:lnTo>
                  <a:pt x="239524" y="1299147"/>
                </a:lnTo>
                <a:cubicBezTo>
                  <a:pt x="239524" y="1365290"/>
                  <a:pt x="185905" y="1418909"/>
                  <a:pt x="119762" y="1418909"/>
                </a:cubicBezTo>
                <a:cubicBezTo>
                  <a:pt x="53619" y="1418909"/>
                  <a:pt x="0" y="1365290"/>
                  <a:pt x="0" y="1299147"/>
                </a:cubicBezTo>
                <a:lnTo>
                  <a:pt x="0" y="803712"/>
                </a:lnTo>
                <a:cubicBezTo>
                  <a:pt x="0" y="737569"/>
                  <a:pt x="53619" y="683950"/>
                  <a:pt x="119762" y="683950"/>
                </a:cubicBezTo>
                <a:close/>
                <a:moveTo>
                  <a:pt x="1058285" y="381191"/>
                </a:moveTo>
                <a:cubicBezTo>
                  <a:pt x="1028091" y="381191"/>
                  <a:pt x="1003614" y="405668"/>
                  <a:pt x="1003614" y="435862"/>
                </a:cubicBezTo>
                <a:cubicBezTo>
                  <a:pt x="1003614" y="466056"/>
                  <a:pt x="1028091" y="490533"/>
                  <a:pt x="1058285" y="490533"/>
                </a:cubicBezTo>
                <a:cubicBezTo>
                  <a:pt x="1088479" y="490533"/>
                  <a:pt x="1112956" y="466056"/>
                  <a:pt x="1112956" y="435862"/>
                </a:cubicBezTo>
                <a:cubicBezTo>
                  <a:pt x="1112956" y="405668"/>
                  <a:pt x="1088479" y="381191"/>
                  <a:pt x="1058285" y="381191"/>
                </a:cubicBezTo>
                <a:close/>
                <a:moveTo>
                  <a:pt x="620445" y="381191"/>
                </a:moveTo>
                <a:cubicBezTo>
                  <a:pt x="590251" y="381191"/>
                  <a:pt x="565774" y="405668"/>
                  <a:pt x="565774" y="435862"/>
                </a:cubicBezTo>
                <a:cubicBezTo>
                  <a:pt x="565774" y="466056"/>
                  <a:pt x="590251" y="490533"/>
                  <a:pt x="620445" y="490533"/>
                </a:cubicBezTo>
                <a:cubicBezTo>
                  <a:pt x="650639" y="490533"/>
                  <a:pt x="675116" y="466056"/>
                  <a:pt x="675116" y="435862"/>
                </a:cubicBezTo>
                <a:cubicBezTo>
                  <a:pt x="675116" y="405668"/>
                  <a:pt x="650639" y="381191"/>
                  <a:pt x="620445" y="381191"/>
                </a:cubicBezTo>
                <a:close/>
                <a:moveTo>
                  <a:pt x="508384" y="1373"/>
                </a:moveTo>
                <a:cubicBezTo>
                  <a:pt x="515956" y="3701"/>
                  <a:pt x="522639" y="8917"/>
                  <a:pt x="526639" y="16470"/>
                </a:cubicBezTo>
                <a:lnTo>
                  <a:pt x="615978" y="185144"/>
                </a:lnTo>
                <a:cubicBezTo>
                  <a:pt x="687009" y="148129"/>
                  <a:pt x="767930" y="128483"/>
                  <a:pt x="853439" y="128483"/>
                </a:cubicBezTo>
                <a:cubicBezTo>
                  <a:pt x="932860" y="128483"/>
                  <a:pt x="1008322" y="145431"/>
                  <a:pt x="1075718" y="177325"/>
                </a:cubicBezTo>
                <a:lnTo>
                  <a:pt x="1150798" y="40824"/>
                </a:lnTo>
                <a:cubicBezTo>
                  <a:pt x="1154917" y="33335"/>
                  <a:pt x="1161682" y="28224"/>
                  <a:pt x="1169289" y="26016"/>
                </a:cubicBezTo>
                <a:cubicBezTo>
                  <a:pt x="1176896" y="23808"/>
                  <a:pt x="1185346" y="24501"/>
                  <a:pt x="1192835" y="28621"/>
                </a:cubicBezTo>
                <a:cubicBezTo>
                  <a:pt x="1207813" y="36859"/>
                  <a:pt x="1213277" y="55680"/>
                  <a:pt x="1205038" y="70658"/>
                </a:cubicBezTo>
                <a:lnTo>
                  <a:pt x="1130773" y="205677"/>
                </a:lnTo>
                <a:cubicBezTo>
                  <a:pt x="1280708" y="293097"/>
                  <a:pt x="1383706" y="450928"/>
                  <a:pt x="1395615" y="633899"/>
                </a:cubicBezTo>
                <a:lnTo>
                  <a:pt x="311263" y="633899"/>
                </a:lnTo>
                <a:cubicBezTo>
                  <a:pt x="322782" y="456918"/>
                  <a:pt x="419524" y="303459"/>
                  <a:pt x="560939" y="213488"/>
                </a:cubicBezTo>
                <a:lnTo>
                  <a:pt x="471935" y="45445"/>
                </a:lnTo>
                <a:cubicBezTo>
                  <a:pt x="463934" y="30339"/>
                  <a:pt x="469694" y="11606"/>
                  <a:pt x="484800" y="3605"/>
                </a:cubicBezTo>
                <a:cubicBezTo>
                  <a:pt x="492353" y="-395"/>
                  <a:pt x="500812" y="-955"/>
                  <a:pt x="508384" y="1373"/>
                </a:cubicBezTo>
                <a:close/>
              </a:path>
            </a:pathLst>
          </a:custGeom>
          <a:solidFill>
            <a:srgbClr val="4B649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noProof="1">
              <a:solidFill>
                <a:srgbClr val="4B649F"/>
              </a:solidFill>
              <a:cs typeface="+mn-ea"/>
              <a:sym typeface="+mn-lt"/>
            </a:endParaRPr>
          </a:p>
        </p:txBody>
      </p:sp>
      <p:sp>
        <p:nvSpPr>
          <p:cNvPr id="24" name="KSO_Shape">
            <a:extLst>
              <a:ext uri="{FF2B5EF4-FFF2-40B4-BE49-F238E27FC236}">
                <a16:creationId xmlns:a16="http://schemas.microsoft.com/office/drawing/2014/main" id="{4D5C295A-0263-4241-8DD8-128B0E4C968D}"/>
              </a:ext>
            </a:extLst>
          </p:cNvPr>
          <p:cNvSpPr/>
          <p:nvPr/>
        </p:nvSpPr>
        <p:spPr bwMode="auto">
          <a:xfrm>
            <a:off x="3552825" y="4438650"/>
            <a:ext cx="519113" cy="436563"/>
          </a:xfrm>
          <a:custGeom>
            <a:avLst/>
            <a:gdLst>
              <a:gd name="T0" fmla="*/ 332222 w 2301876"/>
              <a:gd name="T1" fmla="*/ 1410232 h 1941513"/>
              <a:gd name="T2" fmla="*/ 321717 w 2301876"/>
              <a:gd name="T3" fmla="*/ 1470415 h 1941513"/>
              <a:gd name="T4" fmla="*/ 382384 w 2301876"/>
              <a:gd name="T5" fmla="*/ 1525343 h 1941513"/>
              <a:gd name="T6" fmla="*/ 696485 w 2301876"/>
              <a:gd name="T7" fmla="*/ 1509573 h 1941513"/>
              <a:gd name="T8" fmla="*/ 723010 w 2301876"/>
              <a:gd name="T9" fmla="*/ 1444398 h 1941513"/>
              <a:gd name="T10" fmla="*/ 671273 w 2301876"/>
              <a:gd name="T11" fmla="*/ 1380797 h 1941513"/>
              <a:gd name="T12" fmla="*/ 1348867 w 2301876"/>
              <a:gd name="T13" fmla="*/ 1247408 h 1941513"/>
              <a:gd name="T14" fmla="*/ 1327043 w 2301876"/>
              <a:gd name="T15" fmla="*/ 1320445 h 1941513"/>
              <a:gd name="T16" fmla="*/ 1593934 w 2301876"/>
              <a:gd name="T17" fmla="*/ 1356438 h 1941513"/>
              <a:gd name="T18" fmla="*/ 1647838 w 2301876"/>
              <a:gd name="T19" fmla="*/ 1303105 h 1941513"/>
              <a:gd name="T20" fmla="*/ 1606030 w 2301876"/>
              <a:gd name="T21" fmla="*/ 1239789 h 1941513"/>
              <a:gd name="T22" fmla="*/ 1529191 w 2301876"/>
              <a:gd name="T23" fmla="*/ 516517 h 1941513"/>
              <a:gd name="T24" fmla="*/ 1584982 w 2301876"/>
              <a:gd name="T25" fmla="*/ 576970 h 1941513"/>
              <a:gd name="T26" fmla="*/ 1601035 w 2301876"/>
              <a:gd name="T27" fmla="*/ 667649 h 1941513"/>
              <a:gd name="T28" fmla="*/ 1640510 w 2301876"/>
              <a:gd name="T29" fmla="*/ 716799 h 1941513"/>
              <a:gd name="T30" fmla="*/ 1583140 w 2301876"/>
              <a:gd name="T31" fmla="*/ 840071 h 1941513"/>
              <a:gd name="T32" fmla="*/ 1691827 w 2301876"/>
              <a:gd name="T33" fmla="*/ 916820 h 1941513"/>
              <a:gd name="T34" fmla="*/ 1229710 w 2301876"/>
              <a:gd name="T35" fmla="*/ 1106063 h 1941513"/>
              <a:gd name="T36" fmla="*/ 1284448 w 2301876"/>
              <a:gd name="T37" fmla="*/ 909460 h 1941513"/>
              <a:gd name="T38" fmla="*/ 1396556 w 2301876"/>
              <a:gd name="T39" fmla="*/ 836654 h 1941513"/>
              <a:gd name="T40" fmla="*/ 1335239 w 2301876"/>
              <a:gd name="T41" fmla="*/ 712857 h 1941513"/>
              <a:gd name="T42" fmla="*/ 1370240 w 2301876"/>
              <a:gd name="T43" fmla="*/ 660815 h 1941513"/>
              <a:gd name="T44" fmla="*/ 1388398 w 2301876"/>
              <a:gd name="T45" fmla="*/ 571451 h 1941513"/>
              <a:gd name="T46" fmla="*/ 1446031 w 2301876"/>
              <a:gd name="T47" fmla="*/ 514152 h 1941513"/>
              <a:gd name="T48" fmla="*/ 570227 w 2301876"/>
              <a:gd name="T49" fmla="*/ 477627 h 1941513"/>
              <a:gd name="T50" fmla="*/ 641756 w 2301876"/>
              <a:gd name="T51" fmla="*/ 549062 h 1941513"/>
              <a:gd name="T52" fmla="*/ 661216 w 2301876"/>
              <a:gd name="T53" fmla="*/ 657005 h 1941513"/>
              <a:gd name="T54" fmla="*/ 633078 w 2301876"/>
              <a:gd name="T55" fmla="*/ 739471 h 1941513"/>
              <a:gd name="T56" fmla="*/ 574697 w 2301876"/>
              <a:gd name="T57" fmla="*/ 792786 h 1941513"/>
              <a:gd name="T58" fmla="*/ 708552 w 2301876"/>
              <a:gd name="T59" fmla="*/ 915697 h 1941513"/>
              <a:gd name="T60" fmla="*/ 815320 w 2301876"/>
              <a:gd name="T61" fmla="*/ 1036508 h 1941513"/>
              <a:gd name="T62" fmla="*/ 222836 w 2301876"/>
              <a:gd name="T63" fmla="*/ 1047276 h 1941513"/>
              <a:gd name="T64" fmla="*/ 324870 w 2301876"/>
              <a:gd name="T65" fmla="*/ 922526 h 1941513"/>
              <a:gd name="T66" fmla="*/ 473189 w 2301876"/>
              <a:gd name="T67" fmla="*/ 794886 h 1941513"/>
              <a:gd name="T68" fmla="*/ 413493 w 2301876"/>
              <a:gd name="T69" fmla="*/ 744461 h 1941513"/>
              <a:gd name="T70" fmla="*/ 382462 w 2301876"/>
              <a:gd name="T71" fmla="*/ 663570 h 1941513"/>
              <a:gd name="T72" fmla="*/ 397978 w 2301876"/>
              <a:gd name="T73" fmla="*/ 556154 h 1941513"/>
              <a:gd name="T74" fmla="*/ 466878 w 2301876"/>
              <a:gd name="T75" fmla="*/ 480778 h 1941513"/>
              <a:gd name="T76" fmla="*/ 140242 w 2301876"/>
              <a:gd name="T77" fmla="*/ 134558 h 1941513"/>
              <a:gd name="T78" fmla="*/ 133677 w 2301876"/>
              <a:gd name="T79" fmla="*/ 1210760 h 1941513"/>
              <a:gd name="T80" fmla="*/ 198545 w 2301876"/>
              <a:gd name="T81" fmla="*/ 1290654 h 1941513"/>
              <a:gd name="T82" fmla="*/ 905010 w 2301876"/>
              <a:gd name="T83" fmla="*/ 1223901 h 1941513"/>
              <a:gd name="T84" fmla="*/ 906061 w 2301876"/>
              <a:gd name="T85" fmla="*/ 137186 h 1941513"/>
              <a:gd name="T86" fmla="*/ 1795088 w 2301876"/>
              <a:gd name="T87" fmla="*/ 130835 h 1941513"/>
              <a:gd name="T88" fmla="*/ 1869239 w 2301876"/>
              <a:gd name="T89" fmla="*/ 166040 h 1941513"/>
              <a:gd name="T90" fmla="*/ 1904211 w 2301876"/>
              <a:gd name="T91" fmla="*/ 240391 h 1941513"/>
              <a:gd name="T92" fmla="*/ 1879757 w 2301876"/>
              <a:gd name="T93" fmla="*/ 1330166 h 1941513"/>
              <a:gd name="T94" fmla="*/ 1769057 w 2301876"/>
              <a:gd name="T95" fmla="*/ 1410033 h 1941513"/>
              <a:gd name="T96" fmla="*/ 1237904 w 2301876"/>
              <a:gd name="T97" fmla="*/ 1415550 h 1941513"/>
              <a:gd name="T98" fmla="*/ 1189785 w 2301876"/>
              <a:gd name="T99" fmla="*/ 1139429 h 1941513"/>
              <a:gd name="T100" fmla="*/ 1756435 w 2301876"/>
              <a:gd name="T101" fmla="*/ 1159921 h 1941513"/>
              <a:gd name="T102" fmla="*/ 1799821 w 2301876"/>
              <a:gd name="T103" fmla="*/ 1088198 h 1941513"/>
              <a:gd name="T104" fmla="*/ 898445 w 2301876"/>
              <a:gd name="T105" fmla="*/ 262 h 1941513"/>
              <a:gd name="T106" fmla="*/ 992990 w 2301876"/>
              <a:gd name="T107" fmla="*/ 39421 h 1941513"/>
              <a:gd name="T108" fmla="*/ 1041313 w 2301876"/>
              <a:gd name="T109" fmla="*/ 129302 h 1941513"/>
              <a:gd name="T110" fmla="*/ 1017414 w 2301876"/>
              <a:gd name="T111" fmla="*/ 1483030 h 1941513"/>
              <a:gd name="T112" fmla="*/ 887939 w 2301876"/>
              <a:gd name="T113" fmla="*/ 1588417 h 1941513"/>
              <a:gd name="T114" fmla="*/ 200909 w 2301876"/>
              <a:gd name="T115" fmla="*/ 1599454 h 1941513"/>
              <a:gd name="T116" fmla="*/ 45959 w 2301876"/>
              <a:gd name="T117" fmla="*/ 1513779 h 1941513"/>
              <a:gd name="T118" fmla="*/ 0 w 2301876"/>
              <a:gd name="T119" fmla="*/ 152429 h 1941513"/>
              <a:gd name="T120" fmla="*/ 34667 w 2301876"/>
              <a:gd name="T121" fmla="*/ 55452 h 1941513"/>
              <a:gd name="T122" fmla="*/ 121596 w 2301876"/>
              <a:gd name="T123" fmla="*/ 2891 h 19415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01876" h="1941513">
                <a:moveTo>
                  <a:pt x="475693" y="1664563"/>
                </a:moveTo>
                <a:lnTo>
                  <a:pt x="471250" y="1664880"/>
                </a:lnTo>
                <a:lnTo>
                  <a:pt x="466490" y="1665198"/>
                </a:lnTo>
                <a:lnTo>
                  <a:pt x="462047" y="1665515"/>
                </a:lnTo>
                <a:lnTo>
                  <a:pt x="457605" y="1666468"/>
                </a:lnTo>
                <a:lnTo>
                  <a:pt x="453162" y="1667421"/>
                </a:lnTo>
                <a:lnTo>
                  <a:pt x="449354" y="1668691"/>
                </a:lnTo>
                <a:lnTo>
                  <a:pt x="440786" y="1671550"/>
                </a:lnTo>
                <a:lnTo>
                  <a:pt x="433170" y="1675679"/>
                </a:lnTo>
                <a:lnTo>
                  <a:pt x="425553" y="1680125"/>
                </a:lnTo>
                <a:lnTo>
                  <a:pt x="418572" y="1685207"/>
                </a:lnTo>
                <a:lnTo>
                  <a:pt x="412542" y="1691241"/>
                </a:lnTo>
                <a:lnTo>
                  <a:pt x="406513" y="1697276"/>
                </a:lnTo>
                <a:lnTo>
                  <a:pt x="401435" y="1704263"/>
                </a:lnTo>
                <a:lnTo>
                  <a:pt x="396993" y="1711886"/>
                </a:lnTo>
                <a:lnTo>
                  <a:pt x="392867" y="1719508"/>
                </a:lnTo>
                <a:lnTo>
                  <a:pt x="390011" y="1728083"/>
                </a:lnTo>
                <a:lnTo>
                  <a:pt x="388742" y="1732212"/>
                </a:lnTo>
                <a:lnTo>
                  <a:pt x="387790" y="1736341"/>
                </a:lnTo>
                <a:lnTo>
                  <a:pt x="386838" y="1740787"/>
                </a:lnTo>
                <a:lnTo>
                  <a:pt x="386203" y="1745552"/>
                </a:lnTo>
                <a:lnTo>
                  <a:pt x="385886" y="1749998"/>
                </a:lnTo>
                <a:lnTo>
                  <a:pt x="385886" y="1754444"/>
                </a:lnTo>
                <a:lnTo>
                  <a:pt x="385886" y="1759209"/>
                </a:lnTo>
                <a:lnTo>
                  <a:pt x="386203" y="1763655"/>
                </a:lnTo>
                <a:lnTo>
                  <a:pt x="386838" y="1768419"/>
                </a:lnTo>
                <a:lnTo>
                  <a:pt x="387790" y="1772865"/>
                </a:lnTo>
                <a:lnTo>
                  <a:pt x="388742" y="1776994"/>
                </a:lnTo>
                <a:lnTo>
                  <a:pt x="390011" y="1781441"/>
                </a:lnTo>
                <a:lnTo>
                  <a:pt x="392867" y="1789698"/>
                </a:lnTo>
                <a:lnTo>
                  <a:pt x="396993" y="1797639"/>
                </a:lnTo>
                <a:lnTo>
                  <a:pt x="401435" y="1804943"/>
                </a:lnTo>
                <a:lnTo>
                  <a:pt x="406513" y="1812248"/>
                </a:lnTo>
                <a:lnTo>
                  <a:pt x="412542" y="1818283"/>
                </a:lnTo>
                <a:lnTo>
                  <a:pt x="418572" y="1824317"/>
                </a:lnTo>
                <a:lnTo>
                  <a:pt x="425553" y="1829399"/>
                </a:lnTo>
                <a:lnTo>
                  <a:pt x="433170" y="1833845"/>
                </a:lnTo>
                <a:lnTo>
                  <a:pt x="440786" y="1837657"/>
                </a:lnTo>
                <a:lnTo>
                  <a:pt x="449354" y="1840515"/>
                </a:lnTo>
                <a:lnTo>
                  <a:pt x="453162" y="1842103"/>
                </a:lnTo>
                <a:lnTo>
                  <a:pt x="457605" y="1842738"/>
                </a:lnTo>
                <a:lnTo>
                  <a:pt x="462047" y="1843374"/>
                </a:lnTo>
                <a:lnTo>
                  <a:pt x="466490" y="1844326"/>
                </a:lnTo>
                <a:lnTo>
                  <a:pt x="471250" y="1844644"/>
                </a:lnTo>
                <a:lnTo>
                  <a:pt x="475693" y="1844644"/>
                </a:lnTo>
                <a:lnTo>
                  <a:pt x="784465" y="1844644"/>
                </a:lnTo>
                <a:lnTo>
                  <a:pt x="788908" y="1844644"/>
                </a:lnTo>
                <a:lnTo>
                  <a:pt x="793668" y="1844326"/>
                </a:lnTo>
                <a:lnTo>
                  <a:pt x="798111" y="1843374"/>
                </a:lnTo>
                <a:lnTo>
                  <a:pt x="802553" y="1842738"/>
                </a:lnTo>
                <a:lnTo>
                  <a:pt x="806996" y="1842103"/>
                </a:lnTo>
                <a:lnTo>
                  <a:pt x="811122" y="1840515"/>
                </a:lnTo>
                <a:lnTo>
                  <a:pt x="819690" y="1837657"/>
                </a:lnTo>
                <a:lnTo>
                  <a:pt x="827306" y="1833845"/>
                </a:lnTo>
                <a:lnTo>
                  <a:pt x="834605" y="1829399"/>
                </a:lnTo>
                <a:lnTo>
                  <a:pt x="841586" y="1824317"/>
                </a:lnTo>
                <a:lnTo>
                  <a:pt x="847933" y="1818283"/>
                </a:lnTo>
                <a:lnTo>
                  <a:pt x="853963" y="1812248"/>
                </a:lnTo>
                <a:lnTo>
                  <a:pt x="859040" y="1804943"/>
                </a:lnTo>
                <a:lnTo>
                  <a:pt x="863483" y="1797639"/>
                </a:lnTo>
                <a:lnTo>
                  <a:pt x="867608" y="1789698"/>
                </a:lnTo>
                <a:lnTo>
                  <a:pt x="870464" y="1781441"/>
                </a:lnTo>
                <a:lnTo>
                  <a:pt x="871734" y="1776994"/>
                </a:lnTo>
                <a:lnTo>
                  <a:pt x="872686" y="1772865"/>
                </a:lnTo>
                <a:lnTo>
                  <a:pt x="873320" y="1768419"/>
                </a:lnTo>
                <a:lnTo>
                  <a:pt x="873638" y="1763655"/>
                </a:lnTo>
                <a:lnTo>
                  <a:pt x="874272" y="1759209"/>
                </a:lnTo>
                <a:lnTo>
                  <a:pt x="874590" y="1754444"/>
                </a:lnTo>
                <a:lnTo>
                  <a:pt x="874272" y="1749998"/>
                </a:lnTo>
                <a:lnTo>
                  <a:pt x="873638" y="1745552"/>
                </a:lnTo>
                <a:lnTo>
                  <a:pt x="873320" y="1740787"/>
                </a:lnTo>
                <a:lnTo>
                  <a:pt x="872686" y="1736341"/>
                </a:lnTo>
                <a:lnTo>
                  <a:pt x="871734" y="1732212"/>
                </a:lnTo>
                <a:lnTo>
                  <a:pt x="870464" y="1728083"/>
                </a:lnTo>
                <a:lnTo>
                  <a:pt x="867608" y="1719508"/>
                </a:lnTo>
                <a:lnTo>
                  <a:pt x="863483" y="1711886"/>
                </a:lnTo>
                <a:lnTo>
                  <a:pt x="859040" y="1704263"/>
                </a:lnTo>
                <a:lnTo>
                  <a:pt x="853963" y="1697276"/>
                </a:lnTo>
                <a:lnTo>
                  <a:pt x="847933" y="1691241"/>
                </a:lnTo>
                <a:lnTo>
                  <a:pt x="841586" y="1685207"/>
                </a:lnTo>
                <a:lnTo>
                  <a:pt x="834605" y="1680125"/>
                </a:lnTo>
                <a:lnTo>
                  <a:pt x="827306" y="1675679"/>
                </a:lnTo>
                <a:lnTo>
                  <a:pt x="819690" y="1671550"/>
                </a:lnTo>
                <a:lnTo>
                  <a:pt x="811122" y="1668691"/>
                </a:lnTo>
                <a:lnTo>
                  <a:pt x="806996" y="1667421"/>
                </a:lnTo>
                <a:lnTo>
                  <a:pt x="802553" y="1666468"/>
                </a:lnTo>
                <a:lnTo>
                  <a:pt x="798111" y="1665515"/>
                </a:lnTo>
                <a:lnTo>
                  <a:pt x="793668" y="1665198"/>
                </a:lnTo>
                <a:lnTo>
                  <a:pt x="788908" y="1664880"/>
                </a:lnTo>
                <a:lnTo>
                  <a:pt x="784465" y="1664563"/>
                </a:lnTo>
                <a:lnTo>
                  <a:pt x="475693" y="1664563"/>
                </a:lnTo>
                <a:close/>
                <a:moveTo>
                  <a:pt x="1670551" y="1495108"/>
                </a:moveTo>
                <a:lnTo>
                  <a:pt x="1662926" y="1495425"/>
                </a:lnTo>
                <a:lnTo>
                  <a:pt x="1655936" y="1496695"/>
                </a:lnTo>
                <a:lnTo>
                  <a:pt x="1648946" y="1498283"/>
                </a:lnTo>
                <a:lnTo>
                  <a:pt x="1642274" y="1500823"/>
                </a:lnTo>
                <a:lnTo>
                  <a:pt x="1636237" y="1503998"/>
                </a:lnTo>
                <a:lnTo>
                  <a:pt x="1629882" y="1507490"/>
                </a:lnTo>
                <a:lnTo>
                  <a:pt x="1624481" y="1511618"/>
                </a:lnTo>
                <a:lnTo>
                  <a:pt x="1619080" y="1516380"/>
                </a:lnTo>
                <a:lnTo>
                  <a:pt x="1614631" y="1521778"/>
                </a:lnTo>
                <a:lnTo>
                  <a:pt x="1610183" y="1527175"/>
                </a:lnTo>
                <a:lnTo>
                  <a:pt x="1606688" y="1533208"/>
                </a:lnTo>
                <a:lnTo>
                  <a:pt x="1603511" y="1539240"/>
                </a:lnTo>
                <a:lnTo>
                  <a:pt x="1601605" y="1545908"/>
                </a:lnTo>
                <a:lnTo>
                  <a:pt x="1599698" y="1552893"/>
                </a:lnTo>
                <a:lnTo>
                  <a:pt x="1598427" y="1559878"/>
                </a:lnTo>
                <a:lnTo>
                  <a:pt x="1598110" y="1567498"/>
                </a:lnTo>
                <a:lnTo>
                  <a:pt x="1598427" y="1574800"/>
                </a:lnTo>
                <a:lnTo>
                  <a:pt x="1599698" y="1582103"/>
                </a:lnTo>
                <a:lnTo>
                  <a:pt x="1601605" y="1589088"/>
                </a:lnTo>
                <a:lnTo>
                  <a:pt x="1603511" y="1595755"/>
                </a:lnTo>
                <a:lnTo>
                  <a:pt x="1606688" y="1602105"/>
                </a:lnTo>
                <a:lnTo>
                  <a:pt x="1610183" y="1607820"/>
                </a:lnTo>
                <a:lnTo>
                  <a:pt x="1614631" y="1613535"/>
                </a:lnTo>
                <a:lnTo>
                  <a:pt x="1619080" y="1618615"/>
                </a:lnTo>
                <a:lnTo>
                  <a:pt x="1624481" y="1623378"/>
                </a:lnTo>
                <a:lnTo>
                  <a:pt x="1629882" y="1627505"/>
                </a:lnTo>
                <a:lnTo>
                  <a:pt x="1636237" y="1630998"/>
                </a:lnTo>
                <a:lnTo>
                  <a:pt x="1642274" y="1634173"/>
                </a:lnTo>
                <a:lnTo>
                  <a:pt x="1648946" y="1636713"/>
                </a:lnTo>
                <a:lnTo>
                  <a:pt x="1655936" y="1638300"/>
                </a:lnTo>
                <a:lnTo>
                  <a:pt x="1662926" y="1639253"/>
                </a:lnTo>
                <a:lnTo>
                  <a:pt x="1670551" y="1639570"/>
                </a:lnTo>
                <a:lnTo>
                  <a:pt x="1918697" y="1639570"/>
                </a:lnTo>
                <a:lnTo>
                  <a:pt x="1926004" y="1639253"/>
                </a:lnTo>
                <a:lnTo>
                  <a:pt x="1933630" y="1638300"/>
                </a:lnTo>
                <a:lnTo>
                  <a:pt x="1940620" y="1636713"/>
                </a:lnTo>
                <a:lnTo>
                  <a:pt x="1947292" y="1634173"/>
                </a:lnTo>
                <a:lnTo>
                  <a:pt x="1953329" y="1630998"/>
                </a:lnTo>
                <a:lnTo>
                  <a:pt x="1959366" y="1627505"/>
                </a:lnTo>
                <a:lnTo>
                  <a:pt x="1964767" y="1623378"/>
                </a:lnTo>
                <a:lnTo>
                  <a:pt x="1970168" y="1618615"/>
                </a:lnTo>
                <a:lnTo>
                  <a:pt x="1974934" y="1613535"/>
                </a:lnTo>
                <a:lnTo>
                  <a:pt x="1979065" y="1607820"/>
                </a:lnTo>
                <a:lnTo>
                  <a:pt x="1982560" y="1602105"/>
                </a:lnTo>
                <a:lnTo>
                  <a:pt x="1985419" y="1595755"/>
                </a:lnTo>
                <a:lnTo>
                  <a:pt x="1988279" y="1589088"/>
                </a:lnTo>
                <a:lnTo>
                  <a:pt x="1989868" y="1582103"/>
                </a:lnTo>
                <a:lnTo>
                  <a:pt x="1991138" y="1574800"/>
                </a:lnTo>
                <a:lnTo>
                  <a:pt x="1991456" y="1567498"/>
                </a:lnTo>
                <a:lnTo>
                  <a:pt x="1991138" y="1559878"/>
                </a:lnTo>
                <a:lnTo>
                  <a:pt x="1989868" y="1552893"/>
                </a:lnTo>
                <a:lnTo>
                  <a:pt x="1988279" y="1545908"/>
                </a:lnTo>
                <a:lnTo>
                  <a:pt x="1985419" y="1539240"/>
                </a:lnTo>
                <a:lnTo>
                  <a:pt x="1982560" y="1533208"/>
                </a:lnTo>
                <a:lnTo>
                  <a:pt x="1979065" y="1527175"/>
                </a:lnTo>
                <a:lnTo>
                  <a:pt x="1974934" y="1521778"/>
                </a:lnTo>
                <a:lnTo>
                  <a:pt x="1970168" y="1516380"/>
                </a:lnTo>
                <a:lnTo>
                  <a:pt x="1964767" y="1511618"/>
                </a:lnTo>
                <a:lnTo>
                  <a:pt x="1959366" y="1507490"/>
                </a:lnTo>
                <a:lnTo>
                  <a:pt x="1953329" y="1503998"/>
                </a:lnTo>
                <a:lnTo>
                  <a:pt x="1947292" y="1500823"/>
                </a:lnTo>
                <a:lnTo>
                  <a:pt x="1940620" y="1498283"/>
                </a:lnTo>
                <a:lnTo>
                  <a:pt x="1933630" y="1496695"/>
                </a:lnTo>
                <a:lnTo>
                  <a:pt x="1926004" y="1495425"/>
                </a:lnTo>
                <a:lnTo>
                  <a:pt x="1918697" y="1495108"/>
                </a:lnTo>
                <a:lnTo>
                  <a:pt x="1670551" y="1495108"/>
                </a:lnTo>
                <a:close/>
                <a:moveTo>
                  <a:pt x="1787673" y="611187"/>
                </a:moveTo>
                <a:lnTo>
                  <a:pt x="1794669" y="611187"/>
                </a:lnTo>
                <a:lnTo>
                  <a:pt x="1801665" y="611187"/>
                </a:lnTo>
                <a:lnTo>
                  <a:pt x="1808661" y="612140"/>
                </a:lnTo>
                <a:lnTo>
                  <a:pt x="1815338" y="613093"/>
                </a:lnTo>
                <a:lnTo>
                  <a:pt x="1822016" y="614681"/>
                </a:lnTo>
                <a:lnTo>
                  <a:pt x="1828694" y="616587"/>
                </a:lnTo>
                <a:lnTo>
                  <a:pt x="1835372" y="618810"/>
                </a:lnTo>
                <a:lnTo>
                  <a:pt x="1841732" y="621352"/>
                </a:lnTo>
                <a:lnTo>
                  <a:pt x="1847773" y="624210"/>
                </a:lnTo>
                <a:lnTo>
                  <a:pt x="1853815" y="627387"/>
                </a:lnTo>
                <a:lnTo>
                  <a:pt x="1859539" y="631198"/>
                </a:lnTo>
                <a:lnTo>
                  <a:pt x="1865581" y="635010"/>
                </a:lnTo>
                <a:lnTo>
                  <a:pt x="1870987" y="639457"/>
                </a:lnTo>
                <a:lnTo>
                  <a:pt x="1876393" y="643904"/>
                </a:lnTo>
                <a:lnTo>
                  <a:pt x="1881480" y="648986"/>
                </a:lnTo>
                <a:lnTo>
                  <a:pt x="1886568" y="654068"/>
                </a:lnTo>
                <a:lnTo>
                  <a:pt x="1891338" y="659151"/>
                </a:lnTo>
                <a:lnTo>
                  <a:pt x="1895790" y="665186"/>
                </a:lnTo>
                <a:lnTo>
                  <a:pt x="1900242" y="670903"/>
                </a:lnTo>
                <a:lnTo>
                  <a:pt x="1904376" y="677256"/>
                </a:lnTo>
                <a:lnTo>
                  <a:pt x="1908192" y="683609"/>
                </a:lnTo>
                <a:lnTo>
                  <a:pt x="1911690" y="690597"/>
                </a:lnTo>
                <a:lnTo>
                  <a:pt x="1915188" y="697267"/>
                </a:lnTo>
                <a:lnTo>
                  <a:pt x="1918049" y="704255"/>
                </a:lnTo>
                <a:lnTo>
                  <a:pt x="1920593" y="711561"/>
                </a:lnTo>
                <a:lnTo>
                  <a:pt x="1923137" y="718867"/>
                </a:lnTo>
                <a:lnTo>
                  <a:pt x="1925363" y="726808"/>
                </a:lnTo>
                <a:lnTo>
                  <a:pt x="1927271" y="734431"/>
                </a:lnTo>
                <a:lnTo>
                  <a:pt x="1928861" y="742690"/>
                </a:lnTo>
                <a:lnTo>
                  <a:pt x="1929815" y="750631"/>
                </a:lnTo>
                <a:lnTo>
                  <a:pt x="1930451" y="758889"/>
                </a:lnTo>
                <a:lnTo>
                  <a:pt x="1931405" y="767466"/>
                </a:lnTo>
                <a:lnTo>
                  <a:pt x="1931405" y="775724"/>
                </a:lnTo>
                <a:lnTo>
                  <a:pt x="1931723" y="784301"/>
                </a:lnTo>
                <a:lnTo>
                  <a:pt x="1932359" y="791924"/>
                </a:lnTo>
                <a:lnTo>
                  <a:pt x="1933313" y="799865"/>
                </a:lnTo>
                <a:lnTo>
                  <a:pt x="1934585" y="806853"/>
                </a:lnTo>
                <a:lnTo>
                  <a:pt x="1936175" y="813206"/>
                </a:lnTo>
                <a:lnTo>
                  <a:pt x="1938401" y="819241"/>
                </a:lnTo>
                <a:lnTo>
                  <a:pt x="1940627" y="824958"/>
                </a:lnTo>
                <a:lnTo>
                  <a:pt x="1943171" y="830041"/>
                </a:lnTo>
                <a:lnTo>
                  <a:pt x="1945715" y="834805"/>
                </a:lnTo>
                <a:lnTo>
                  <a:pt x="1948576" y="839252"/>
                </a:lnTo>
                <a:lnTo>
                  <a:pt x="1951756" y="843381"/>
                </a:lnTo>
                <a:lnTo>
                  <a:pt x="1954936" y="846875"/>
                </a:lnTo>
                <a:lnTo>
                  <a:pt x="1958116" y="850687"/>
                </a:lnTo>
                <a:lnTo>
                  <a:pt x="1961614" y="853546"/>
                </a:lnTo>
                <a:lnTo>
                  <a:pt x="1965430" y="856087"/>
                </a:lnTo>
                <a:lnTo>
                  <a:pt x="1968610" y="858946"/>
                </a:lnTo>
                <a:lnTo>
                  <a:pt x="1975606" y="862757"/>
                </a:lnTo>
                <a:lnTo>
                  <a:pt x="1982284" y="866251"/>
                </a:lnTo>
                <a:lnTo>
                  <a:pt x="1988643" y="868475"/>
                </a:lnTo>
                <a:lnTo>
                  <a:pt x="1994049" y="869745"/>
                </a:lnTo>
                <a:lnTo>
                  <a:pt x="1998819" y="871016"/>
                </a:lnTo>
                <a:lnTo>
                  <a:pt x="2002635" y="871334"/>
                </a:lnTo>
                <a:lnTo>
                  <a:pt x="2005815" y="871651"/>
                </a:lnTo>
                <a:lnTo>
                  <a:pt x="2005815" y="932320"/>
                </a:lnTo>
                <a:lnTo>
                  <a:pt x="1841096" y="932320"/>
                </a:lnTo>
                <a:lnTo>
                  <a:pt x="1841096" y="997119"/>
                </a:lnTo>
                <a:lnTo>
                  <a:pt x="1853815" y="999025"/>
                </a:lnTo>
                <a:lnTo>
                  <a:pt x="1865899" y="1001566"/>
                </a:lnTo>
                <a:lnTo>
                  <a:pt x="1877983" y="1004107"/>
                </a:lnTo>
                <a:lnTo>
                  <a:pt x="1890066" y="1007601"/>
                </a:lnTo>
                <a:lnTo>
                  <a:pt x="1901514" y="1011095"/>
                </a:lnTo>
                <a:lnTo>
                  <a:pt x="1912962" y="1015224"/>
                </a:lnTo>
                <a:lnTo>
                  <a:pt x="1923773" y="1019354"/>
                </a:lnTo>
                <a:lnTo>
                  <a:pt x="1934903" y="1024118"/>
                </a:lnTo>
                <a:lnTo>
                  <a:pt x="1945715" y="1029200"/>
                </a:lnTo>
                <a:lnTo>
                  <a:pt x="1956208" y="1034918"/>
                </a:lnTo>
                <a:lnTo>
                  <a:pt x="1966384" y="1040635"/>
                </a:lnTo>
                <a:lnTo>
                  <a:pt x="1976242" y="1046988"/>
                </a:lnTo>
                <a:lnTo>
                  <a:pt x="1986099" y="1053659"/>
                </a:lnTo>
                <a:lnTo>
                  <a:pt x="1995321" y="1060329"/>
                </a:lnTo>
                <a:lnTo>
                  <a:pt x="2003907" y="1067635"/>
                </a:lnTo>
                <a:lnTo>
                  <a:pt x="2012811" y="1074940"/>
                </a:lnTo>
                <a:lnTo>
                  <a:pt x="2021396" y="1082881"/>
                </a:lnTo>
                <a:lnTo>
                  <a:pt x="2029028" y="1090822"/>
                </a:lnTo>
                <a:lnTo>
                  <a:pt x="2036978" y="1099081"/>
                </a:lnTo>
                <a:lnTo>
                  <a:pt x="2044292" y="1107975"/>
                </a:lnTo>
                <a:lnTo>
                  <a:pt x="2051288" y="1116551"/>
                </a:lnTo>
                <a:lnTo>
                  <a:pt x="2057965" y="1125445"/>
                </a:lnTo>
                <a:lnTo>
                  <a:pt x="2064325" y="1135292"/>
                </a:lnTo>
                <a:lnTo>
                  <a:pt x="2069731" y="1144821"/>
                </a:lnTo>
                <a:lnTo>
                  <a:pt x="2075455" y="1154350"/>
                </a:lnTo>
                <a:lnTo>
                  <a:pt x="2080225" y="1164515"/>
                </a:lnTo>
                <a:lnTo>
                  <a:pt x="2084995" y="1174679"/>
                </a:lnTo>
                <a:lnTo>
                  <a:pt x="2089128" y="1185161"/>
                </a:lnTo>
                <a:lnTo>
                  <a:pt x="2092626" y="1195643"/>
                </a:lnTo>
                <a:lnTo>
                  <a:pt x="2095488" y="1206761"/>
                </a:lnTo>
                <a:lnTo>
                  <a:pt x="2098668" y="1217560"/>
                </a:lnTo>
                <a:lnTo>
                  <a:pt x="2100894" y="1228995"/>
                </a:lnTo>
                <a:lnTo>
                  <a:pt x="2103438" y="1336675"/>
                </a:lnTo>
                <a:lnTo>
                  <a:pt x="1485900" y="1336675"/>
                </a:lnTo>
                <a:lnTo>
                  <a:pt x="1488444" y="1228995"/>
                </a:lnTo>
                <a:lnTo>
                  <a:pt x="1490670" y="1217560"/>
                </a:lnTo>
                <a:lnTo>
                  <a:pt x="1493214" y="1206761"/>
                </a:lnTo>
                <a:lnTo>
                  <a:pt x="1496712" y="1195643"/>
                </a:lnTo>
                <a:lnTo>
                  <a:pt x="1500210" y="1185161"/>
                </a:lnTo>
                <a:lnTo>
                  <a:pt x="1504343" y="1174679"/>
                </a:lnTo>
                <a:lnTo>
                  <a:pt x="1508795" y="1164515"/>
                </a:lnTo>
                <a:lnTo>
                  <a:pt x="1513565" y="1154350"/>
                </a:lnTo>
                <a:lnTo>
                  <a:pt x="1519289" y="1144821"/>
                </a:lnTo>
                <a:lnTo>
                  <a:pt x="1525013" y="1135292"/>
                </a:lnTo>
                <a:lnTo>
                  <a:pt x="1531055" y="1125763"/>
                </a:lnTo>
                <a:lnTo>
                  <a:pt x="1537732" y="1116551"/>
                </a:lnTo>
                <a:lnTo>
                  <a:pt x="1544728" y="1107975"/>
                </a:lnTo>
                <a:lnTo>
                  <a:pt x="1552042" y="1099081"/>
                </a:lnTo>
                <a:lnTo>
                  <a:pt x="1559674" y="1090822"/>
                </a:lnTo>
                <a:lnTo>
                  <a:pt x="1567942" y="1082881"/>
                </a:lnTo>
                <a:lnTo>
                  <a:pt x="1576209" y="1074940"/>
                </a:lnTo>
                <a:lnTo>
                  <a:pt x="1584795" y="1067635"/>
                </a:lnTo>
                <a:lnTo>
                  <a:pt x="1593699" y="1060329"/>
                </a:lnTo>
                <a:lnTo>
                  <a:pt x="1603239" y="1053659"/>
                </a:lnTo>
                <a:lnTo>
                  <a:pt x="1613096" y="1046988"/>
                </a:lnTo>
                <a:lnTo>
                  <a:pt x="1622954" y="1040635"/>
                </a:lnTo>
                <a:lnTo>
                  <a:pt x="1632812" y="1034918"/>
                </a:lnTo>
                <a:lnTo>
                  <a:pt x="1643305" y="1029200"/>
                </a:lnTo>
                <a:lnTo>
                  <a:pt x="1654117" y="1024118"/>
                </a:lnTo>
                <a:lnTo>
                  <a:pt x="1664929" y="1019671"/>
                </a:lnTo>
                <a:lnTo>
                  <a:pt x="1676058" y="1015224"/>
                </a:lnTo>
                <a:lnTo>
                  <a:pt x="1687506" y="1011095"/>
                </a:lnTo>
                <a:lnTo>
                  <a:pt x="1699272" y="1007601"/>
                </a:lnTo>
                <a:lnTo>
                  <a:pt x="1711355" y="1004107"/>
                </a:lnTo>
                <a:lnTo>
                  <a:pt x="1723439" y="1001566"/>
                </a:lnTo>
                <a:lnTo>
                  <a:pt x="1735523" y="999025"/>
                </a:lnTo>
                <a:lnTo>
                  <a:pt x="1747924" y="997119"/>
                </a:lnTo>
                <a:lnTo>
                  <a:pt x="1747924" y="932320"/>
                </a:lnTo>
                <a:lnTo>
                  <a:pt x="1583205" y="932320"/>
                </a:lnTo>
                <a:lnTo>
                  <a:pt x="1583205" y="871651"/>
                </a:lnTo>
                <a:lnTo>
                  <a:pt x="1586385" y="871334"/>
                </a:lnTo>
                <a:lnTo>
                  <a:pt x="1590201" y="870698"/>
                </a:lnTo>
                <a:lnTo>
                  <a:pt x="1594971" y="869110"/>
                </a:lnTo>
                <a:lnTo>
                  <a:pt x="1600377" y="867204"/>
                </a:lnTo>
                <a:lnTo>
                  <a:pt x="1606736" y="864663"/>
                </a:lnTo>
                <a:lnTo>
                  <a:pt x="1613414" y="861487"/>
                </a:lnTo>
                <a:lnTo>
                  <a:pt x="1620410" y="857358"/>
                </a:lnTo>
                <a:lnTo>
                  <a:pt x="1624226" y="854816"/>
                </a:lnTo>
                <a:lnTo>
                  <a:pt x="1627406" y="851958"/>
                </a:lnTo>
                <a:lnTo>
                  <a:pt x="1630586" y="848464"/>
                </a:lnTo>
                <a:lnTo>
                  <a:pt x="1634084" y="845287"/>
                </a:lnTo>
                <a:lnTo>
                  <a:pt x="1637264" y="841476"/>
                </a:lnTo>
                <a:lnTo>
                  <a:pt x="1640444" y="837346"/>
                </a:lnTo>
                <a:lnTo>
                  <a:pt x="1643305" y="832899"/>
                </a:lnTo>
                <a:lnTo>
                  <a:pt x="1646167" y="828135"/>
                </a:lnTo>
                <a:lnTo>
                  <a:pt x="1648393" y="823052"/>
                </a:lnTo>
                <a:lnTo>
                  <a:pt x="1650619" y="817653"/>
                </a:lnTo>
                <a:lnTo>
                  <a:pt x="1652845" y="811617"/>
                </a:lnTo>
                <a:lnTo>
                  <a:pt x="1654435" y="805265"/>
                </a:lnTo>
                <a:lnTo>
                  <a:pt x="1655707" y="798594"/>
                </a:lnTo>
                <a:lnTo>
                  <a:pt x="1656979" y="791289"/>
                </a:lnTo>
                <a:lnTo>
                  <a:pt x="1657297" y="783983"/>
                </a:lnTo>
                <a:lnTo>
                  <a:pt x="1657615" y="775724"/>
                </a:lnTo>
                <a:lnTo>
                  <a:pt x="1657933" y="767466"/>
                </a:lnTo>
                <a:lnTo>
                  <a:pt x="1658569" y="758889"/>
                </a:lnTo>
                <a:lnTo>
                  <a:pt x="1659205" y="750631"/>
                </a:lnTo>
                <a:lnTo>
                  <a:pt x="1660477" y="742690"/>
                </a:lnTo>
                <a:lnTo>
                  <a:pt x="1662067" y="734431"/>
                </a:lnTo>
                <a:lnTo>
                  <a:pt x="1663975" y="726808"/>
                </a:lnTo>
                <a:lnTo>
                  <a:pt x="1666201" y="718867"/>
                </a:lnTo>
                <a:lnTo>
                  <a:pt x="1668427" y="711561"/>
                </a:lnTo>
                <a:lnTo>
                  <a:pt x="1671289" y="704255"/>
                </a:lnTo>
                <a:lnTo>
                  <a:pt x="1674151" y="697267"/>
                </a:lnTo>
                <a:lnTo>
                  <a:pt x="1677648" y="690597"/>
                </a:lnTo>
                <a:lnTo>
                  <a:pt x="1680828" y="683609"/>
                </a:lnTo>
                <a:lnTo>
                  <a:pt x="1684962" y="677256"/>
                </a:lnTo>
                <a:lnTo>
                  <a:pt x="1689096" y="670903"/>
                </a:lnTo>
                <a:lnTo>
                  <a:pt x="1693230" y="665186"/>
                </a:lnTo>
                <a:lnTo>
                  <a:pt x="1698000" y="659151"/>
                </a:lnTo>
                <a:lnTo>
                  <a:pt x="1702770" y="654068"/>
                </a:lnTo>
                <a:lnTo>
                  <a:pt x="1707540" y="648986"/>
                </a:lnTo>
                <a:lnTo>
                  <a:pt x="1712627" y="643904"/>
                </a:lnTo>
                <a:lnTo>
                  <a:pt x="1718351" y="639457"/>
                </a:lnTo>
                <a:lnTo>
                  <a:pt x="1723757" y="635010"/>
                </a:lnTo>
                <a:lnTo>
                  <a:pt x="1729163" y="631198"/>
                </a:lnTo>
                <a:lnTo>
                  <a:pt x="1735205" y="627387"/>
                </a:lnTo>
                <a:lnTo>
                  <a:pt x="1741565" y="624210"/>
                </a:lnTo>
                <a:lnTo>
                  <a:pt x="1747288" y="621352"/>
                </a:lnTo>
                <a:lnTo>
                  <a:pt x="1753966" y="618810"/>
                </a:lnTo>
                <a:lnTo>
                  <a:pt x="1760326" y="616587"/>
                </a:lnTo>
                <a:lnTo>
                  <a:pt x="1767004" y="614681"/>
                </a:lnTo>
                <a:lnTo>
                  <a:pt x="1773682" y="613093"/>
                </a:lnTo>
                <a:lnTo>
                  <a:pt x="1780677" y="612140"/>
                </a:lnTo>
                <a:lnTo>
                  <a:pt x="1787673" y="611187"/>
                </a:lnTo>
                <a:close/>
                <a:moveTo>
                  <a:pt x="630238" y="565150"/>
                </a:moveTo>
                <a:lnTo>
                  <a:pt x="639136" y="565468"/>
                </a:lnTo>
                <a:lnTo>
                  <a:pt x="647397" y="566420"/>
                </a:lnTo>
                <a:lnTo>
                  <a:pt x="655977" y="567372"/>
                </a:lnTo>
                <a:lnTo>
                  <a:pt x="664557" y="569276"/>
                </a:lnTo>
                <a:lnTo>
                  <a:pt x="672501" y="571498"/>
                </a:lnTo>
                <a:lnTo>
                  <a:pt x="680762" y="574354"/>
                </a:lnTo>
                <a:lnTo>
                  <a:pt x="689024" y="577211"/>
                </a:lnTo>
                <a:lnTo>
                  <a:pt x="696333" y="581020"/>
                </a:lnTo>
                <a:lnTo>
                  <a:pt x="703959" y="585463"/>
                </a:lnTo>
                <a:lnTo>
                  <a:pt x="711268" y="589907"/>
                </a:lnTo>
                <a:lnTo>
                  <a:pt x="718258" y="594667"/>
                </a:lnTo>
                <a:lnTo>
                  <a:pt x="725249" y="600063"/>
                </a:lnTo>
                <a:lnTo>
                  <a:pt x="731922" y="605776"/>
                </a:lnTo>
                <a:lnTo>
                  <a:pt x="738278" y="611489"/>
                </a:lnTo>
                <a:lnTo>
                  <a:pt x="744633" y="618154"/>
                </a:lnTo>
                <a:lnTo>
                  <a:pt x="750353" y="624820"/>
                </a:lnTo>
                <a:lnTo>
                  <a:pt x="756072" y="632437"/>
                </a:lnTo>
                <a:lnTo>
                  <a:pt x="761474" y="639737"/>
                </a:lnTo>
                <a:lnTo>
                  <a:pt x="766241" y="647354"/>
                </a:lnTo>
                <a:lnTo>
                  <a:pt x="771007" y="655289"/>
                </a:lnTo>
                <a:lnTo>
                  <a:pt x="775456" y="663541"/>
                </a:lnTo>
                <a:lnTo>
                  <a:pt x="779587" y="672111"/>
                </a:lnTo>
                <a:lnTo>
                  <a:pt x="783400" y="680998"/>
                </a:lnTo>
                <a:lnTo>
                  <a:pt x="786895" y="690202"/>
                </a:lnTo>
                <a:lnTo>
                  <a:pt x="790073" y="699406"/>
                </a:lnTo>
                <a:lnTo>
                  <a:pt x="792615" y="708611"/>
                </a:lnTo>
                <a:lnTo>
                  <a:pt x="794839" y="718450"/>
                </a:lnTo>
                <a:lnTo>
                  <a:pt x="796746" y="728606"/>
                </a:lnTo>
                <a:lnTo>
                  <a:pt x="798017" y="738445"/>
                </a:lnTo>
                <a:lnTo>
                  <a:pt x="799288" y="748919"/>
                </a:lnTo>
                <a:lnTo>
                  <a:pt x="799923" y="759076"/>
                </a:lnTo>
                <a:lnTo>
                  <a:pt x="800241" y="769550"/>
                </a:lnTo>
                <a:lnTo>
                  <a:pt x="799923" y="777802"/>
                </a:lnTo>
                <a:lnTo>
                  <a:pt x="799606" y="786054"/>
                </a:lnTo>
                <a:lnTo>
                  <a:pt x="798970" y="793989"/>
                </a:lnTo>
                <a:lnTo>
                  <a:pt x="798017" y="801923"/>
                </a:lnTo>
                <a:lnTo>
                  <a:pt x="797064" y="809541"/>
                </a:lnTo>
                <a:lnTo>
                  <a:pt x="795475" y="817476"/>
                </a:lnTo>
                <a:lnTo>
                  <a:pt x="793568" y="825093"/>
                </a:lnTo>
                <a:lnTo>
                  <a:pt x="791979" y="832710"/>
                </a:lnTo>
                <a:lnTo>
                  <a:pt x="789755" y="840328"/>
                </a:lnTo>
                <a:lnTo>
                  <a:pt x="787531" y="847310"/>
                </a:lnTo>
                <a:lnTo>
                  <a:pt x="784671" y="854293"/>
                </a:lnTo>
                <a:lnTo>
                  <a:pt x="781811" y="861276"/>
                </a:lnTo>
                <a:lnTo>
                  <a:pt x="778951" y="868258"/>
                </a:lnTo>
                <a:lnTo>
                  <a:pt x="775456" y="874923"/>
                </a:lnTo>
                <a:lnTo>
                  <a:pt x="772278" y="880954"/>
                </a:lnTo>
                <a:lnTo>
                  <a:pt x="768465" y="887619"/>
                </a:lnTo>
                <a:lnTo>
                  <a:pt x="764970" y="893649"/>
                </a:lnTo>
                <a:lnTo>
                  <a:pt x="760839" y="899680"/>
                </a:lnTo>
                <a:lnTo>
                  <a:pt x="756708" y="905393"/>
                </a:lnTo>
                <a:lnTo>
                  <a:pt x="752259" y="911106"/>
                </a:lnTo>
                <a:lnTo>
                  <a:pt x="747810" y="916501"/>
                </a:lnTo>
                <a:lnTo>
                  <a:pt x="743044" y="921580"/>
                </a:lnTo>
                <a:lnTo>
                  <a:pt x="738278" y="926341"/>
                </a:lnTo>
                <a:lnTo>
                  <a:pt x="733193" y="931101"/>
                </a:lnTo>
                <a:lnTo>
                  <a:pt x="728109" y="936180"/>
                </a:lnTo>
                <a:lnTo>
                  <a:pt x="722707" y="939988"/>
                </a:lnTo>
                <a:lnTo>
                  <a:pt x="717305" y="944114"/>
                </a:lnTo>
                <a:lnTo>
                  <a:pt x="711903" y="948241"/>
                </a:lnTo>
                <a:lnTo>
                  <a:pt x="706183" y="951414"/>
                </a:lnTo>
                <a:lnTo>
                  <a:pt x="700464" y="954906"/>
                </a:lnTo>
                <a:lnTo>
                  <a:pt x="694426" y="958080"/>
                </a:lnTo>
                <a:lnTo>
                  <a:pt x="688071" y="960619"/>
                </a:lnTo>
                <a:lnTo>
                  <a:pt x="688071" y="1044727"/>
                </a:lnTo>
                <a:lnTo>
                  <a:pt x="703641" y="1047266"/>
                </a:lnTo>
                <a:lnTo>
                  <a:pt x="718894" y="1050440"/>
                </a:lnTo>
                <a:lnTo>
                  <a:pt x="733829" y="1053614"/>
                </a:lnTo>
                <a:lnTo>
                  <a:pt x="748764" y="1057740"/>
                </a:lnTo>
                <a:lnTo>
                  <a:pt x="763063" y="1062184"/>
                </a:lnTo>
                <a:lnTo>
                  <a:pt x="777045" y="1066945"/>
                </a:lnTo>
                <a:lnTo>
                  <a:pt x="791026" y="1072340"/>
                </a:lnTo>
                <a:lnTo>
                  <a:pt x="804690" y="1078371"/>
                </a:lnTo>
                <a:lnTo>
                  <a:pt x="818036" y="1085036"/>
                </a:lnTo>
                <a:lnTo>
                  <a:pt x="831064" y="1091701"/>
                </a:lnTo>
                <a:lnTo>
                  <a:pt x="843775" y="1099001"/>
                </a:lnTo>
                <a:lnTo>
                  <a:pt x="856167" y="1106618"/>
                </a:lnTo>
                <a:lnTo>
                  <a:pt x="867925" y="1114871"/>
                </a:lnTo>
                <a:lnTo>
                  <a:pt x="879682" y="1123440"/>
                </a:lnTo>
                <a:lnTo>
                  <a:pt x="890804" y="1132010"/>
                </a:lnTo>
                <a:lnTo>
                  <a:pt x="901925" y="1141214"/>
                </a:lnTo>
                <a:lnTo>
                  <a:pt x="912094" y="1151370"/>
                </a:lnTo>
                <a:lnTo>
                  <a:pt x="921944" y="1161210"/>
                </a:lnTo>
                <a:lnTo>
                  <a:pt x="931795" y="1171683"/>
                </a:lnTo>
                <a:lnTo>
                  <a:pt x="940692" y="1182157"/>
                </a:lnTo>
                <a:lnTo>
                  <a:pt x="949272" y="1193266"/>
                </a:lnTo>
                <a:lnTo>
                  <a:pt x="957534" y="1204692"/>
                </a:lnTo>
                <a:lnTo>
                  <a:pt x="965160" y="1216118"/>
                </a:lnTo>
                <a:lnTo>
                  <a:pt x="972151" y="1227862"/>
                </a:lnTo>
                <a:lnTo>
                  <a:pt x="979142" y="1240557"/>
                </a:lnTo>
                <a:lnTo>
                  <a:pt x="985179" y="1252618"/>
                </a:lnTo>
                <a:lnTo>
                  <a:pt x="991217" y="1265631"/>
                </a:lnTo>
                <a:lnTo>
                  <a:pt x="995983" y="1278327"/>
                </a:lnTo>
                <a:lnTo>
                  <a:pt x="1000749" y="1291657"/>
                </a:lnTo>
                <a:lnTo>
                  <a:pt x="1004880" y="1304988"/>
                </a:lnTo>
                <a:lnTo>
                  <a:pt x="1008058" y="1318635"/>
                </a:lnTo>
                <a:lnTo>
                  <a:pt x="1010600" y="1332600"/>
                </a:lnTo>
                <a:lnTo>
                  <a:pt x="1014413" y="1484313"/>
                </a:lnTo>
                <a:lnTo>
                  <a:pt x="246063" y="1484313"/>
                </a:lnTo>
                <a:lnTo>
                  <a:pt x="249876" y="1332600"/>
                </a:lnTo>
                <a:lnTo>
                  <a:pt x="252419" y="1318635"/>
                </a:lnTo>
                <a:lnTo>
                  <a:pt x="255596" y="1304988"/>
                </a:lnTo>
                <a:lnTo>
                  <a:pt x="259727" y="1291657"/>
                </a:lnTo>
                <a:lnTo>
                  <a:pt x="264176" y="1278327"/>
                </a:lnTo>
                <a:lnTo>
                  <a:pt x="269260" y="1265631"/>
                </a:lnTo>
                <a:lnTo>
                  <a:pt x="275297" y="1252618"/>
                </a:lnTo>
                <a:lnTo>
                  <a:pt x="281017" y="1240557"/>
                </a:lnTo>
                <a:lnTo>
                  <a:pt x="288008" y="1227862"/>
                </a:lnTo>
                <a:lnTo>
                  <a:pt x="294999" y="1216118"/>
                </a:lnTo>
                <a:lnTo>
                  <a:pt x="302943" y="1204692"/>
                </a:lnTo>
                <a:lnTo>
                  <a:pt x="310887" y="1193266"/>
                </a:lnTo>
                <a:lnTo>
                  <a:pt x="319784" y="1182157"/>
                </a:lnTo>
                <a:lnTo>
                  <a:pt x="328682" y="1171683"/>
                </a:lnTo>
                <a:lnTo>
                  <a:pt x="338214" y="1161210"/>
                </a:lnTo>
                <a:lnTo>
                  <a:pt x="348383" y="1151370"/>
                </a:lnTo>
                <a:lnTo>
                  <a:pt x="358869" y="1141214"/>
                </a:lnTo>
                <a:lnTo>
                  <a:pt x="369673" y="1132010"/>
                </a:lnTo>
                <a:lnTo>
                  <a:pt x="380795" y="1123440"/>
                </a:lnTo>
                <a:lnTo>
                  <a:pt x="392552" y="1114871"/>
                </a:lnTo>
                <a:lnTo>
                  <a:pt x="404309" y="1106618"/>
                </a:lnTo>
                <a:lnTo>
                  <a:pt x="417020" y="1099001"/>
                </a:lnTo>
                <a:lnTo>
                  <a:pt x="429412" y="1091701"/>
                </a:lnTo>
                <a:lnTo>
                  <a:pt x="442441" y="1085036"/>
                </a:lnTo>
                <a:lnTo>
                  <a:pt x="455787" y="1078371"/>
                </a:lnTo>
                <a:lnTo>
                  <a:pt x="469450" y="1072340"/>
                </a:lnTo>
                <a:lnTo>
                  <a:pt x="483432" y="1066945"/>
                </a:lnTo>
                <a:lnTo>
                  <a:pt x="497413" y="1062184"/>
                </a:lnTo>
                <a:lnTo>
                  <a:pt x="511713" y="1057740"/>
                </a:lnTo>
                <a:lnTo>
                  <a:pt x="526648" y="1053614"/>
                </a:lnTo>
                <a:lnTo>
                  <a:pt x="541582" y="1050440"/>
                </a:lnTo>
                <a:lnTo>
                  <a:pt x="556835" y="1047266"/>
                </a:lnTo>
                <a:lnTo>
                  <a:pt x="571770" y="1044727"/>
                </a:lnTo>
                <a:lnTo>
                  <a:pt x="571770" y="960619"/>
                </a:lnTo>
                <a:lnTo>
                  <a:pt x="566050" y="958080"/>
                </a:lnTo>
                <a:lnTo>
                  <a:pt x="560013" y="954906"/>
                </a:lnTo>
                <a:lnTo>
                  <a:pt x="554293" y="951414"/>
                </a:lnTo>
                <a:lnTo>
                  <a:pt x="548573" y="948241"/>
                </a:lnTo>
                <a:lnTo>
                  <a:pt x="543171" y="944114"/>
                </a:lnTo>
                <a:lnTo>
                  <a:pt x="537452" y="939988"/>
                </a:lnTo>
                <a:lnTo>
                  <a:pt x="532367" y="935545"/>
                </a:lnTo>
                <a:lnTo>
                  <a:pt x="527283" y="931101"/>
                </a:lnTo>
                <a:lnTo>
                  <a:pt x="522199" y="926341"/>
                </a:lnTo>
                <a:lnTo>
                  <a:pt x="517433" y="921580"/>
                </a:lnTo>
                <a:lnTo>
                  <a:pt x="512348" y="916501"/>
                </a:lnTo>
                <a:lnTo>
                  <a:pt x="507900" y="911106"/>
                </a:lnTo>
                <a:lnTo>
                  <a:pt x="503769" y="905393"/>
                </a:lnTo>
                <a:lnTo>
                  <a:pt x="499638" y="899680"/>
                </a:lnTo>
                <a:lnTo>
                  <a:pt x="495507" y="893649"/>
                </a:lnTo>
                <a:lnTo>
                  <a:pt x="491694" y="887302"/>
                </a:lnTo>
                <a:lnTo>
                  <a:pt x="488198" y="880954"/>
                </a:lnTo>
                <a:lnTo>
                  <a:pt x="484385" y="874923"/>
                </a:lnTo>
                <a:lnTo>
                  <a:pt x="481525" y="868258"/>
                </a:lnTo>
                <a:lnTo>
                  <a:pt x="478665" y="861276"/>
                </a:lnTo>
                <a:lnTo>
                  <a:pt x="475488" y="854293"/>
                </a:lnTo>
                <a:lnTo>
                  <a:pt x="472946" y="847310"/>
                </a:lnTo>
                <a:lnTo>
                  <a:pt x="470404" y="839693"/>
                </a:lnTo>
                <a:lnTo>
                  <a:pt x="468497" y="832393"/>
                </a:lnTo>
                <a:lnTo>
                  <a:pt x="466273" y="825093"/>
                </a:lnTo>
                <a:lnTo>
                  <a:pt x="465002" y="817476"/>
                </a:lnTo>
                <a:lnTo>
                  <a:pt x="463413" y="809541"/>
                </a:lnTo>
                <a:lnTo>
                  <a:pt x="462142" y="801923"/>
                </a:lnTo>
                <a:lnTo>
                  <a:pt x="461189" y="793989"/>
                </a:lnTo>
                <a:lnTo>
                  <a:pt x="460871" y="786054"/>
                </a:lnTo>
                <a:lnTo>
                  <a:pt x="460235" y="777802"/>
                </a:lnTo>
                <a:lnTo>
                  <a:pt x="460235" y="769550"/>
                </a:lnTo>
                <a:lnTo>
                  <a:pt x="460553" y="759076"/>
                </a:lnTo>
                <a:lnTo>
                  <a:pt x="460871" y="748919"/>
                </a:lnTo>
                <a:lnTo>
                  <a:pt x="461824" y="738445"/>
                </a:lnTo>
                <a:lnTo>
                  <a:pt x="463413" y="728606"/>
                </a:lnTo>
                <a:lnTo>
                  <a:pt x="465637" y="718450"/>
                </a:lnTo>
                <a:lnTo>
                  <a:pt x="467862" y="708611"/>
                </a:lnTo>
                <a:lnTo>
                  <a:pt x="470404" y="699406"/>
                </a:lnTo>
                <a:lnTo>
                  <a:pt x="473264" y="690202"/>
                </a:lnTo>
                <a:lnTo>
                  <a:pt x="477077" y="680998"/>
                </a:lnTo>
                <a:lnTo>
                  <a:pt x="480890" y="672111"/>
                </a:lnTo>
                <a:lnTo>
                  <a:pt x="484703" y="663541"/>
                </a:lnTo>
                <a:lnTo>
                  <a:pt x="489152" y="655289"/>
                </a:lnTo>
                <a:lnTo>
                  <a:pt x="493918" y="647354"/>
                </a:lnTo>
                <a:lnTo>
                  <a:pt x="498685" y="639737"/>
                </a:lnTo>
                <a:lnTo>
                  <a:pt x="504404" y="632437"/>
                </a:lnTo>
                <a:lnTo>
                  <a:pt x="509806" y="624820"/>
                </a:lnTo>
                <a:lnTo>
                  <a:pt x="515844" y="618154"/>
                </a:lnTo>
                <a:lnTo>
                  <a:pt x="522199" y="611489"/>
                </a:lnTo>
                <a:lnTo>
                  <a:pt x="528236" y="605776"/>
                </a:lnTo>
                <a:lnTo>
                  <a:pt x="534909" y="600063"/>
                </a:lnTo>
                <a:lnTo>
                  <a:pt x="541900" y="594667"/>
                </a:lnTo>
                <a:lnTo>
                  <a:pt x="548891" y="589907"/>
                </a:lnTo>
                <a:lnTo>
                  <a:pt x="556517" y="585463"/>
                </a:lnTo>
                <a:lnTo>
                  <a:pt x="564144" y="581020"/>
                </a:lnTo>
                <a:lnTo>
                  <a:pt x="571770" y="577211"/>
                </a:lnTo>
                <a:lnTo>
                  <a:pt x="579714" y="574354"/>
                </a:lnTo>
                <a:lnTo>
                  <a:pt x="587658" y="571498"/>
                </a:lnTo>
                <a:lnTo>
                  <a:pt x="595920" y="569276"/>
                </a:lnTo>
                <a:lnTo>
                  <a:pt x="604499" y="567372"/>
                </a:lnTo>
                <a:lnTo>
                  <a:pt x="612761" y="566420"/>
                </a:lnTo>
                <a:lnTo>
                  <a:pt x="621659" y="565468"/>
                </a:lnTo>
                <a:lnTo>
                  <a:pt x="630238" y="565150"/>
                </a:lnTo>
                <a:close/>
                <a:moveTo>
                  <a:pt x="181836" y="158167"/>
                </a:moveTo>
                <a:lnTo>
                  <a:pt x="178980" y="158484"/>
                </a:lnTo>
                <a:lnTo>
                  <a:pt x="176441" y="159119"/>
                </a:lnTo>
                <a:lnTo>
                  <a:pt x="173902" y="160390"/>
                </a:lnTo>
                <a:lnTo>
                  <a:pt x="171681" y="161343"/>
                </a:lnTo>
                <a:lnTo>
                  <a:pt x="169459" y="162613"/>
                </a:lnTo>
                <a:lnTo>
                  <a:pt x="167238" y="163884"/>
                </a:lnTo>
                <a:lnTo>
                  <a:pt x="165651" y="165789"/>
                </a:lnTo>
                <a:lnTo>
                  <a:pt x="164065" y="167695"/>
                </a:lnTo>
                <a:lnTo>
                  <a:pt x="162478" y="169918"/>
                </a:lnTo>
                <a:lnTo>
                  <a:pt x="161209" y="171824"/>
                </a:lnTo>
                <a:lnTo>
                  <a:pt x="159939" y="174364"/>
                </a:lnTo>
                <a:lnTo>
                  <a:pt x="159305" y="176588"/>
                </a:lnTo>
                <a:lnTo>
                  <a:pt x="158352" y="179128"/>
                </a:lnTo>
                <a:lnTo>
                  <a:pt x="158035" y="181669"/>
                </a:lnTo>
                <a:lnTo>
                  <a:pt x="157718" y="184210"/>
                </a:lnTo>
                <a:lnTo>
                  <a:pt x="157718" y="1440334"/>
                </a:lnTo>
                <a:lnTo>
                  <a:pt x="158352" y="1447639"/>
                </a:lnTo>
                <a:lnTo>
                  <a:pt x="159622" y="1454944"/>
                </a:lnTo>
                <a:lnTo>
                  <a:pt x="161526" y="1463202"/>
                </a:lnTo>
                <a:lnTo>
                  <a:pt x="164065" y="1471142"/>
                </a:lnTo>
                <a:lnTo>
                  <a:pt x="167238" y="1479717"/>
                </a:lnTo>
                <a:lnTo>
                  <a:pt x="171363" y="1488610"/>
                </a:lnTo>
                <a:lnTo>
                  <a:pt x="175806" y="1497185"/>
                </a:lnTo>
                <a:lnTo>
                  <a:pt x="181201" y="1506078"/>
                </a:lnTo>
                <a:lnTo>
                  <a:pt x="187230" y="1514336"/>
                </a:lnTo>
                <a:lnTo>
                  <a:pt x="193577" y="1522594"/>
                </a:lnTo>
                <a:lnTo>
                  <a:pt x="200876" y="1530534"/>
                </a:lnTo>
                <a:lnTo>
                  <a:pt x="208492" y="1538156"/>
                </a:lnTo>
                <a:lnTo>
                  <a:pt x="216743" y="1545143"/>
                </a:lnTo>
                <a:lnTo>
                  <a:pt x="225629" y="1551178"/>
                </a:lnTo>
                <a:lnTo>
                  <a:pt x="230389" y="1554354"/>
                </a:lnTo>
                <a:lnTo>
                  <a:pt x="235149" y="1557212"/>
                </a:lnTo>
                <a:lnTo>
                  <a:pt x="239909" y="1559753"/>
                </a:lnTo>
                <a:lnTo>
                  <a:pt x="244669" y="1561976"/>
                </a:lnTo>
                <a:lnTo>
                  <a:pt x="1018979" y="1561976"/>
                </a:lnTo>
                <a:lnTo>
                  <a:pt x="1018979" y="1559436"/>
                </a:lnTo>
                <a:lnTo>
                  <a:pt x="1028182" y="1554354"/>
                </a:lnTo>
                <a:lnTo>
                  <a:pt x="1037068" y="1548637"/>
                </a:lnTo>
                <a:lnTo>
                  <a:pt x="1045636" y="1542603"/>
                </a:lnTo>
                <a:lnTo>
                  <a:pt x="1053252" y="1535298"/>
                </a:lnTo>
                <a:lnTo>
                  <a:pt x="1060551" y="1527993"/>
                </a:lnTo>
                <a:lnTo>
                  <a:pt x="1067532" y="1520370"/>
                </a:lnTo>
                <a:lnTo>
                  <a:pt x="1073879" y="1512113"/>
                </a:lnTo>
                <a:lnTo>
                  <a:pt x="1079908" y="1504173"/>
                </a:lnTo>
                <a:lnTo>
                  <a:pt x="1084986" y="1495597"/>
                </a:lnTo>
                <a:lnTo>
                  <a:pt x="1089429" y="1487022"/>
                </a:lnTo>
                <a:lnTo>
                  <a:pt x="1093554" y="1479082"/>
                </a:lnTo>
                <a:lnTo>
                  <a:pt x="1096728" y="1470507"/>
                </a:lnTo>
                <a:lnTo>
                  <a:pt x="1099266" y="1462884"/>
                </a:lnTo>
                <a:lnTo>
                  <a:pt x="1101170" y="1454626"/>
                </a:lnTo>
                <a:lnTo>
                  <a:pt x="1102122" y="1447321"/>
                </a:lnTo>
                <a:lnTo>
                  <a:pt x="1102757" y="1440334"/>
                </a:lnTo>
                <a:lnTo>
                  <a:pt x="1102757" y="184210"/>
                </a:lnTo>
                <a:lnTo>
                  <a:pt x="1102122" y="181669"/>
                </a:lnTo>
                <a:lnTo>
                  <a:pt x="1101805" y="179128"/>
                </a:lnTo>
                <a:lnTo>
                  <a:pt x="1101170" y="176588"/>
                </a:lnTo>
                <a:lnTo>
                  <a:pt x="1100536" y="174364"/>
                </a:lnTo>
                <a:lnTo>
                  <a:pt x="1099266" y="171824"/>
                </a:lnTo>
                <a:lnTo>
                  <a:pt x="1097997" y="169918"/>
                </a:lnTo>
                <a:lnTo>
                  <a:pt x="1096410" y="167695"/>
                </a:lnTo>
                <a:lnTo>
                  <a:pt x="1094824" y="165789"/>
                </a:lnTo>
                <a:lnTo>
                  <a:pt x="1092919" y="163884"/>
                </a:lnTo>
                <a:lnTo>
                  <a:pt x="1090698" y="162613"/>
                </a:lnTo>
                <a:lnTo>
                  <a:pt x="1088794" y="161343"/>
                </a:lnTo>
                <a:lnTo>
                  <a:pt x="1086573" y="160390"/>
                </a:lnTo>
                <a:lnTo>
                  <a:pt x="1083716" y="159119"/>
                </a:lnTo>
                <a:lnTo>
                  <a:pt x="1081178" y="158484"/>
                </a:lnTo>
                <a:lnTo>
                  <a:pt x="1078639" y="158167"/>
                </a:lnTo>
                <a:lnTo>
                  <a:pt x="1076100" y="158167"/>
                </a:lnTo>
                <a:lnTo>
                  <a:pt x="184374" y="158167"/>
                </a:lnTo>
                <a:lnTo>
                  <a:pt x="181836" y="158167"/>
                </a:lnTo>
                <a:close/>
                <a:moveTo>
                  <a:pt x="1414463" y="157162"/>
                </a:moveTo>
                <a:lnTo>
                  <a:pt x="2153497" y="157162"/>
                </a:lnTo>
                <a:lnTo>
                  <a:pt x="2161123" y="157162"/>
                </a:lnTo>
                <a:lnTo>
                  <a:pt x="2169066" y="158114"/>
                </a:lnTo>
                <a:lnTo>
                  <a:pt x="2176374" y="158749"/>
                </a:lnTo>
                <a:lnTo>
                  <a:pt x="2183364" y="160337"/>
                </a:lnTo>
                <a:lnTo>
                  <a:pt x="2190671" y="161924"/>
                </a:lnTo>
                <a:lnTo>
                  <a:pt x="2197661" y="163829"/>
                </a:lnTo>
                <a:lnTo>
                  <a:pt x="2204651" y="166052"/>
                </a:lnTo>
                <a:lnTo>
                  <a:pt x="2211324" y="168909"/>
                </a:lnTo>
                <a:lnTo>
                  <a:pt x="2217996" y="172084"/>
                </a:lnTo>
                <a:lnTo>
                  <a:pt x="2224350" y="174942"/>
                </a:lnTo>
                <a:lnTo>
                  <a:pt x="2230387" y="178752"/>
                </a:lnTo>
                <a:lnTo>
                  <a:pt x="2236424" y="182562"/>
                </a:lnTo>
                <a:lnTo>
                  <a:pt x="2242461" y="186689"/>
                </a:lnTo>
                <a:lnTo>
                  <a:pt x="2247862" y="191134"/>
                </a:lnTo>
                <a:lnTo>
                  <a:pt x="2253264" y="195579"/>
                </a:lnTo>
                <a:lnTo>
                  <a:pt x="2258665" y="200659"/>
                </a:lnTo>
                <a:lnTo>
                  <a:pt x="2263431" y="206057"/>
                </a:lnTo>
                <a:lnTo>
                  <a:pt x="2268197" y="211137"/>
                </a:lnTo>
                <a:lnTo>
                  <a:pt x="2272645" y="216852"/>
                </a:lnTo>
                <a:lnTo>
                  <a:pt x="2276776" y="222567"/>
                </a:lnTo>
                <a:lnTo>
                  <a:pt x="2280270" y="228917"/>
                </a:lnTo>
                <a:lnTo>
                  <a:pt x="2284083" y="234949"/>
                </a:lnTo>
                <a:lnTo>
                  <a:pt x="2287261" y="241299"/>
                </a:lnTo>
                <a:lnTo>
                  <a:pt x="2290438" y="247967"/>
                </a:lnTo>
                <a:lnTo>
                  <a:pt x="2292980" y="254634"/>
                </a:lnTo>
                <a:lnTo>
                  <a:pt x="2295204" y="261619"/>
                </a:lnTo>
                <a:lnTo>
                  <a:pt x="2297428" y="268604"/>
                </a:lnTo>
                <a:lnTo>
                  <a:pt x="2298699" y="275589"/>
                </a:lnTo>
                <a:lnTo>
                  <a:pt x="2300287" y="282892"/>
                </a:lnTo>
                <a:lnTo>
                  <a:pt x="2300923" y="290512"/>
                </a:lnTo>
                <a:lnTo>
                  <a:pt x="2301876" y="297814"/>
                </a:lnTo>
                <a:lnTo>
                  <a:pt x="2301876" y="305434"/>
                </a:lnTo>
                <a:lnTo>
                  <a:pt x="2301876" y="1484630"/>
                </a:lnTo>
                <a:lnTo>
                  <a:pt x="2301876" y="1497013"/>
                </a:lnTo>
                <a:lnTo>
                  <a:pt x="2300923" y="1509078"/>
                </a:lnTo>
                <a:lnTo>
                  <a:pt x="2299652" y="1521143"/>
                </a:lnTo>
                <a:lnTo>
                  <a:pt x="2298063" y="1533208"/>
                </a:lnTo>
                <a:lnTo>
                  <a:pt x="2295839" y="1544638"/>
                </a:lnTo>
                <a:lnTo>
                  <a:pt x="2292980" y="1555433"/>
                </a:lnTo>
                <a:lnTo>
                  <a:pt x="2289802" y="1566545"/>
                </a:lnTo>
                <a:lnTo>
                  <a:pt x="2285990" y="1577340"/>
                </a:lnTo>
                <a:lnTo>
                  <a:pt x="2281859" y="1587500"/>
                </a:lnTo>
                <a:lnTo>
                  <a:pt x="2277093" y="1597660"/>
                </a:lnTo>
                <a:lnTo>
                  <a:pt x="2271374" y="1607503"/>
                </a:lnTo>
                <a:lnTo>
                  <a:pt x="2265655" y="1616710"/>
                </a:lnTo>
                <a:lnTo>
                  <a:pt x="2259300" y="1625918"/>
                </a:lnTo>
                <a:lnTo>
                  <a:pt x="2252310" y="1634808"/>
                </a:lnTo>
                <a:lnTo>
                  <a:pt x="2244685" y="1643063"/>
                </a:lnTo>
                <a:lnTo>
                  <a:pt x="2236424" y="1651000"/>
                </a:lnTo>
                <a:lnTo>
                  <a:pt x="2227846" y="1658938"/>
                </a:lnTo>
                <a:lnTo>
                  <a:pt x="2218631" y="1665923"/>
                </a:lnTo>
                <a:lnTo>
                  <a:pt x="2208782" y="1672908"/>
                </a:lnTo>
                <a:lnTo>
                  <a:pt x="2198297" y="1678940"/>
                </a:lnTo>
                <a:lnTo>
                  <a:pt x="2187494" y="1684973"/>
                </a:lnTo>
                <a:lnTo>
                  <a:pt x="2176056" y="1690370"/>
                </a:lnTo>
                <a:lnTo>
                  <a:pt x="2163664" y="1695450"/>
                </a:lnTo>
                <a:lnTo>
                  <a:pt x="2150955" y="1700213"/>
                </a:lnTo>
                <a:lnTo>
                  <a:pt x="2137611" y="1704023"/>
                </a:lnTo>
                <a:lnTo>
                  <a:pt x="2123631" y="1707515"/>
                </a:lnTo>
                <a:lnTo>
                  <a:pt x="2108698" y="1710373"/>
                </a:lnTo>
                <a:lnTo>
                  <a:pt x="2093764" y="1712913"/>
                </a:lnTo>
                <a:lnTo>
                  <a:pt x="2077878" y="1715135"/>
                </a:lnTo>
                <a:lnTo>
                  <a:pt x="2061038" y="1716405"/>
                </a:lnTo>
                <a:lnTo>
                  <a:pt x="2044199" y="1717358"/>
                </a:lnTo>
                <a:lnTo>
                  <a:pt x="2026406" y="1717675"/>
                </a:lnTo>
                <a:lnTo>
                  <a:pt x="1563159" y="1717675"/>
                </a:lnTo>
                <a:lnTo>
                  <a:pt x="1551721" y="1717358"/>
                </a:lnTo>
                <a:lnTo>
                  <a:pt x="1540601" y="1716723"/>
                </a:lnTo>
                <a:lnTo>
                  <a:pt x="1529163" y="1715453"/>
                </a:lnTo>
                <a:lnTo>
                  <a:pt x="1518042" y="1714500"/>
                </a:lnTo>
                <a:lnTo>
                  <a:pt x="1506922" y="1712913"/>
                </a:lnTo>
                <a:lnTo>
                  <a:pt x="1495801" y="1710690"/>
                </a:lnTo>
                <a:lnTo>
                  <a:pt x="1485634" y="1709103"/>
                </a:lnTo>
                <a:lnTo>
                  <a:pt x="1475149" y="1706880"/>
                </a:lnTo>
                <a:lnTo>
                  <a:pt x="1456085" y="1701800"/>
                </a:lnTo>
                <a:lnTo>
                  <a:pt x="1439246" y="1697038"/>
                </a:lnTo>
                <a:lnTo>
                  <a:pt x="1424948" y="1692593"/>
                </a:lnTo>
                <a:lnTo>
                  <a:pt x="1414463" y="1688783"/>
                </a:lnTo>
                <a:lnTo>
                  <a:pt x="1414463" y="1342708"/>
                </a:lnTo>
                <a:lnTo>
                  <a:pt x="1416687" y="1347470"/>
                </a:lnTo>
                <a:lnTo>
                  <a:pt x="1419229" y="1352233"/>
                </a:lnTo>
                <a:lnTo>
                  <a:pt x="1422088" y="1357630"/>
                </a:lnTo>
                <a:lnTo>
                  <a:pt x="1425583" y="1362393"/>
                </a:lnTo>
                <a:lnTo>
                  <a:pt x="1429078" y="1367473"/>
                </a:lnTo>
                <a:lnTo>
                  <a:pt x="1433209" y="1372235"/>
                </a:lnTo>
                <a:lnTo>
                  <a:pt x="1437657" y="1376998"/>
                </a:lnTo>
                <a:lnTo>
                  <a:pt x="1442105" y="1381760"/>
                </a:lnTo>
                <a:lnTo>
                  <a:pt x="1446871" y="1386523"/>
                </a:lnTo>
                <a:lnTo>
                  <a:pt x="1451637" y="1390968"/>
                </a:lnTo>
                <a:lnTo>
                  <a:pt x="1456721" y="1395413"/>
                </a:lnTo>
                <a:lnTo>
                  <a:pt x="1462440" y="1399540"/>
                </a:lnTo>
                <a:lnTo>
                  <a:pt x="1467523" y="1403350"/>
                </a:lnTo>
                <a:lnTo>
                  <a:pt x="1472925" y="1406525"/>
                </a:lnTo>
                <a:lnTo>
                  <a:pt x="1478644" y="1410018"/>
                </a:lnTo>
                <a:lnTo>
                  <a:pt x="1484045" y="1412558"/>
                </a:lnTo>
                <a:lnTo>
                  <a:pt x="1484045" y="1413510"/>
                </a:lnTo>
                <a:lnTo>
                  <a:pt x="2108062" y="1413510"/>
                </a:lnTo>
                <a:lnTo>
                  <a:pt x="2108062" y="1410335"/>
                </a:lnTo>
                <a:lnTo>
                  <a:pt x="2115370" y="1406208"/>
                </a:lnTo>
                <a:lnTo>
                  <a:pt x="2122360" y="1401763"/>
                </a:lnTo>
                <a:lnTo>
                  <a:pt x="2129032" y="1396683"/>
                </a:lnTo>
                <a:lnTo>
                  <a:pt x="2135387" y="1390968"/>
                </a:lnTo>
                <a:lnTo>
                  <a:pt x="2141106" y="1385253"/>
                </a:lnTo>
                <a:lnTo>
                  <a:pt x="2146825" y="1378903"/>
                </a:lnTo>
                <a:lnTo>
                  <a:pt x="2151909" y="1372235"/>
                </a:lnTo>
                <a:lnTo>
                  <a:pt x="2156357" y="1365568"/>
                </a:lnTo>
                <a:lnTo>
                  <a:pt x="2160805" y="1358900"/>
                </a:lnTo>
                <a:lnTo>
                  <a:pt x="2163982" y="1352233"/>
                </a:lnTo>
                <a:lnTo>
                  <a:pt x="2167477" y="1345883"/>
                </a:lnTo>
                <a:lnTo>
                  <a:pt x="2170019" y="1339215"/>
                </a:lnTo>
                <a:lnTo>
                  <a:pt x="2172243" y="1332865"/>
                </a:lnTo>
                <a:lnTo>
                  <a:pt x="2173832" y="1326515"/>
                </a:lnTo>
                <a:lnTo>
                  <a:pt x="2174467" y="1320800"/>
                </a:lnTo>
                <a:lnTo>
                  <a:pt x="2174785" y="1315085"/>
                </a:lnTo>
                <a:lnTo>
                  <a:pt x="2174785" y="305434"/>
                </a:lnTo>
                <a:lnTo>
                  <a:pt x="2174467" y="301307"/>
                </a:lnTo>
                <a:lnTo>
                  <a:pt x="2172879" y="297497"/>
                </a:lnTo>
                <a:lnTo>
                  <a:pt x="2171290" y="293687"/>
                </a:lnTo>
                <a:lnTo>
                  <a:pt x="2168430" y="290829"/>
                </a:lnTo>
                <a:lnTo>
                  <a:pt x="2165571" y="288289"/>
                </a:lnTo>
                <a:lnTo>
                  <a:pt x="2162076" y="286067"/>
                </a:lnTo>
                <a:lnTo>
                  <a:pt x="2157945" y="284797"/>
                </a:lnTo>
                <a:lnTo>
                  <a:pt x="2153497" y="284479"/>
                </a:lnTo>
                <a:lnTo>
                  <a:pt x="1414463" y="284479"/>
                </a:lnTo>
                <a:lnTo>
                  <a:pt x="1414463" y="157162"/>
                </a:lnTo>
                <a:close/>
                <a:moveTo>
                  <a:pt x="184374" y="0"/>
                </a:moveTo>
                <a:lnTo>
                  <a:pt x="1076100" y="0"/>
                </a:lnTo>
                <a:lnTo>
                  <a:pt x="1085621" y="317"/>
                </a:lnTo>
                <a:lnTo>
                  <a:pt x="1094824" y="953"/>
                </a:lnTo>
                <a:lnTo>
                  <a:pt x="1104026" y="1905"/>
                </a:lnTo>
                <a:lnTo>
                  <a:pt x="1113229" y="3494"/>
                </a:lnTo>
                <a:lnTo>
                  <a:pt x="1122115" y="5717"/>
                </a:lnTo>
                <a:lnTo>
                  <a:pt x="1131000" y="8258"/>
                </a:lnTo>
                <a:lnTo>
                  <a:pt x="1139568" y="11434"/>
                </a:lnTo>
                <a:lnTo>
                  <a:pt x="1147502" y="14610"/>
                </a:lnTo>
                <a:lnTo>
                  <a:pt x="1156070" y="18421"/>
                </a:lnTo>
                <a:lnTo>
                  <a:pt x="1163686" y="22232"/>
                </a:lnTo>
                <a:lnTo>
                  <a:pt x="1171620" y="26679"/>
                </a:lnTo>
                <a:lnTo>
                  <a:pt x="1178919" y="31443"/>
                </a:lnTo>
                <a:lnTo>
                  <a:pt x="1186217" y="36842"/>
                </a:lnTo>
                <a:lnTo>
                  <a:pt x="1193199" y="42241"/>
                </a:lnTo>
                <a:lnTo>
                  <a:pt x="1199863" y="47640"/>
                </a:lnTo>
                <a:lnTo>
                  <a:pt x="1206210" y="53993"/>
                </a:lnTo>
                <a:lnTo>
                  <a:pt x="1212557" y="60345"/>
                </a:lnTo>
                <a:lnTo>
                  <a:pt x="1218269" y="67014"/>
                </a:lnTo>
                <a:lnTo>
                  <a:pt x="1223981" y="74002"/>
                </a:lnTo>
                <a:lnTo>
                  <a:pt x="1229058" y="81306"/>
                </a:lnTo>
                <a:lnTo>
                  <a:pt x="1233818" y="88611"/>
                </a:lnTo>
                <a:lnTo>
                  <a:pt x="1238261" y="96551"/>
                </a:lnTo>
                <a:lnTo>
                  <a:pt x="1242387" y="104492"/>
                </a:lnTo>
                <a:lnTo>
                  <a:pt x="1245877" y="112749"/>
                </a:lnTo>
                <a:lnTo>
                  <a:pt x="1249368" y="121325"/>
                </a:lnTo>
                <a:lnTo>
                  <a:pt x="1252224" y="129582"/>
                </a:lnTo>
                <a:lnTo>
                  <a:pt x="1254446" y="138475"/>
                </a:lnTo>
                <a:lnTo>
                  <a:pt x="1256667" y="147368"/>
                </a:lnTo>
                <a:lnTo>
                  <a:pt x="1258254" y="156261"/>
                </a:lnTo>
                <a:lnTo>
                  <a:pt x="1259523" y="165472"/>
                </a:lnTo>
                <a:lnTo>
                  <a:pt x="1259840" y="175000"/>
                </a:lnTo>
                <a:lnTo>
                  <a:pt x="1260475" y="184210"/>
                </a:lnTo>
                <a:lnTo>
                  <a:pt x="1260475" y="1651541"/>
                </a:lnTo>
                <a:lnTo>
                  <a:pt x="1259840" y="1667103"/>
                </a:lnTo>
                <a:lnTo>
                  <a:pt x="1259206" y="1682348"/>
                </a:lnTo>
                <a:lnTo>
                  <a:pt x="1257936" y="1696958"/>
                </a:lnTo>
                <a:lnTo>
                  <a:pt x="1255715" y="1711886"/>
                </a:lnTo>
                <a:lnTo>
                  <a:pt x="1252542" y="1725860"/>
                </a:lnTo>
                <a:lnTo>
                  <a:pt x="1249368" y="1739835"/>
                </a:lnTo>
                <a:lnTo>
                  <a:pt x="1245243" y="1753492"/>
                </a:lnTo>
                <a:lnTo>
                  <a:pt x="1240483" y="1766831"/>
                </a:lnTo>
                <a:lnTo>
                  <a:pt x="1235405" y="1779535"/>
                </a:lnTo>
                <a:lnTo>
                  <a:pt x="1229376" y="1792239"/>
                </a:lnTo>
                <a:lnTo>
                  <a:pt x="1222712" y="1804308"/>
                </a:lnTo>
                <a:lnTo>
                  <a:pt x="1215413" y="1816060"/>
                </a:lnTo>
                <a:lnTo>
                  <a:pt x="1207162" y="1827493"/>
                </a:lnTo>
                <a:lnTo>
                  <a:pt x="1198594" y="1838292"/>
                </a:lnTo>
                <a:lnTo>
                  <a:pt x="1189391" y="1848773"/>
                </a:lnTo>
                <a:lnTo>
                  <a:pt x="1179236" y="1858619"/>
                </a:lnTo>
                <a:lnTo>
                  <a:pt x="1168129" y="1868147"/>
                </a:lnTo>
                <a:lnTo>
                  <a:pt x="1156705" y="1877040"/>
                </a:lnTo>
                <a:lnTo>
                  <a:pt x="1144646" y="1885615"/>
                </a:lnTo>
                <a:lnTo>
                  <a:pt x="1131635" y="1893555"/>
                </a:lnTo>
                <a:lnTo>
                  <a:pt x="1117989" y="1900860"/>
                </a:lnTo>
                <a:lnTo>
                  <a:pt x="1103709" y="1907530"/>
                </a:lnTo>
                <a:lnTo>
                  <a:pt x="1088794" y="1913882"/>
                </a:lnTo>
                <a:lnTo>
                  <a:pt x="1072927" y="1919599"/>
                </a:lnTo>
                <a:lnTo>
                  <a:pt x="1056108" y="1924680"/>
                </a:lnTo>
                <a:lnTo>
                  <a:pt x="1038654" y="1929127"/>
                </a:lnTo>
                <a:lnTo>
                  <a:pt x="1020566" y="1932620"/>
                </a:lnTo>
                <a:lnTo>
                  <a:pt x="1001526" y="1936114"/>
                </a:lnTo>
                <a:lnTo>
                  <a:pt x="981851" y="1938337"/>
                </a:lnTo>
                <a:lnTo>
                  <a:pt x="961541" y="1940243"/>
                </a:lnTo>
                <a:lnTo>
                  <a:pt x="940279" y="1941196"/>
                </a:lnTo>
                <a:lnTo>
                  <a:pt x="918065" y="1941513"/>
                </a:lnTo>
                <a:lnTo>
                  <a:pt x="342410" y="1941513"/>
                </a:lnTo>
                <a:lnTo>
                  <a:pt x="321148" y="1941196"/>
                </a:lnTo>
                <a:lnTo>
                  <a:pt x="300839" y="1940243"/>
                </a:lnTo>
                <a:lnTo>
                  <a:pt x="280846" y="1938337"/>
                </a:lnTo>
                <a:lnTo>
                  <a:pt x="261806" y="1936114"/>
                </a:lnTo>
                <a:lnTo>
                  <a:pt x="242765" y="1932938"/>
                </a:lnTo>
                <a:lnTo>
                  <a:pt x="225311" y="1929444"/>
                </a:lnTo>
                <a:lnTo>
                  <a:pt x="208175" y="1924998"/>
                </a:lnTo>
                <a:lnTo>
                  <a:pt x="191673" y="1920234"/>
                </a:lnTo>
                <a:lnTo>
                  <a:pt x="175806" y="1914517"/>
                </a:lnTo>
                <a:lnTo>
                  <a:pt x="160574" y="1908800"/>
                </a:lnTo>
                <a:lnTo>
                  <a:pt x="146294" y="1902130"/>
                </a:lnTo>
                <a:lnTo>
                  <a:pt x="132648" y="1894825"/>
                </a:lnTo>
                <a:lnTo>
                  <a:pt x="119954" y="1886885"/>
                </a:lnTo>
                <a:lnTo>
                  <a:pt x="107261" y="1878628"/>
                </a:lnTo>
                <a:lnTo>
                  <a:pt x="95836" y="1869735"/>
                </a:lnTo>
                <a:lnTo>
                  <a:pt x="84730" y="1860524"/>
                </a:lnTo>
                <a:lnTo>
                  <a:pt x="74575" y="1850361"/>
                </a:lnTo>
                <a:lnTo>
                  <a:pt x="64737" y="1840198"/>
                </a:lnTo>
                <a:lnTo>
                  <a:pt x="55534" y="1829399"/>
                </a:lnTo>
                <a:lnTo>
                  <a:pt x="47601" y="1817965"/>
                </a:lnTo>
                <a:lnTo>
                  <a:pt x="39985" y="1806532"/>
                </a:lnTo>
                <a:lnTo>
                  <a:pt x="32686" y="1794463"/>
                </a:lnTo>
                <a:lnTo>
                  <a:pt x="26656" y="1781758"/>
                </a:lnTo>
                <a:lnTo>
                  <a:pt x="20944" y="1768419"/>
                </a:lnTo>
                <a:lnTo>
                  <a:pt x="16184" y="1755397"/>
                </a:lnTo>
                <a:lnTo>
                  <a:pt x="11741" y="1741740"/>
                </a:lnTo>
                <a:lnTo>
                  <a:pt x="8251" y="1727131"/>
                </a:lnTo>
                <a:lnTo>
                  <a:pt x="5077" y="1712838"/>
                </a:lnTo>
                <a:lnTo>
                  <a:pt x="2856" y="1698229"/>
                </a:lnTo>
                <a:lnTo>
                  <a:pt x="1269" y="1682984"/>
                </a:lnTo>
                <a:lnTo>
                  <a:pt x="317" y="1667421"/>
                </a:lnTo>
                <a:lnTo>
                  <a:pt x="0" y="1651541"/>
                </a:lnTo>
                <a:lnTo>
                  <a:pt x="0" y="184210"/>
                </a:lnTo>
                <a:lnTo>
                  <a:pt x="0" y="175000"/>
                </a:lnTo>
                <a:lnTo>
                  <a:pt x="634" y="165472"/>
                </a:lnTo>
                <a:lnTo>
                  <a:pt x="1904" y="156261"/>
                </a:lnTo>
                <a:lnTo>
                  <a:pt x="3808" y="147368"/>
                </a:lnTo>
                <a:lnTo>
                  <a:pt x="6029" y="138475"/>
                </a:lnTo>
                <a:lnTo>
                  <a:pt x="8251" y="129582"/>
                </a:lnTo>
                <a:lnTo>
                  <a:pt x="11107" y="121325"/>
                </a:lnTo>
                <a:lnTo>
                  <a:pt x="14280" y="112749"/>
                </a:lnTo>
                <a:lnTo>
                  <a:pt x="18088" y="104492"/>
                </a:lnTo>
                <a:lnTo>
                  <a:pt x="22214" y="96551"/>
                </a:lnTo>
                <a:lnTo>
                  <a:pt x="26656" y="88611"/>
                </a:lnTo>
                <a:lnTo>
                  <a:pt x="31416" y="81306"/>
                </a:lnTo>
                <a:lnTo>
                  <a:pt x="36494" y="74002"/>
                </a:lnTo>
                <a:lnTo>
                  <a:pt x="41889" y="67014"/>
                </a:lnTo>
                <a:lnTo>
                  <a:pt x="47918" y="60345"/>
                </a:lnTo>
                <a:lnTo>
                  <a:pt x="53948" y="53993"/>
                </a:lnTo>
                <a:lnTo>
                  <a:pt x="60612" y="47640"/>
                </a:lnTo>
                <a:lnTo>
                  <a:pt x="66959" y="42241"/>
                </a:lnTo>
                <a:lnTo>
                  <a:pt x="74257" y="36842"/>
                </a:lnTo>
                <a:lnTo>
                  <a:pt x="81556" y="31443"/>
                </a:lnTo>
                <a:lnTo>
                  <a:pt x="88855" y="26679"/>
                </a:lnTo>
                <a:lnTo>
                  <a:pt x="96471" y="22232"/>
                </a:lnTo>
                <a:lnTo>
                  <a:pt x="104405" y="18421"/>
                </a:lnTo>
                <a:lnTo>
                  <a:pt x="112338" y="14610"/>
                </a:lnTo>
                <a:lnTo>
                  <a:pt x="120906" y="11434"/>
                </a:lnTo>
                <a:lnTo>
                  <a:pt x="129475" y="8258"/>
                </a:lnTo>
                <a:lnTo>
                  <a:pt x="138360" y="5717"/>
                </a:lnTo>
                <a:lnTo>
                  <a:pt x="146928" y="3494"/>
                </a:lnTo>
                <a:lnTo>
                  <a:pt x="156131" y="1905"/>
                </a:lnTo>
                <a:lnTo>
                  <a:pt x="165651" y="953"/>
                </a:lnTo>
                <a:lnTo>
                  <a:pt x="174854" y="317"/>
                </a:lnTo>
                <a:lnTo>
                  <a:pt x="184374" y="0"/>
                </a:lnTo>
                <a:close/>
              </a:path>
            </a:pathLst>
          </a:custGeom>
          <a:solidFill>
            <a:srgbClr val="4B649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4B649F"/>
              </a:solidFill>
              <a:latin typeface="+mn-lt"/>
              <a:ea typeface="+mn-ea"/>
              <a:cs typeface="+mn-ea"/>
              <a:sym typeface="+mn-lt"/>
            </a:endParaRPr>
          </a:p>
        </p:txBody>
      </p:sp>
      <p:sp>
        <p:nvSpPr>
          <p:cNvPr id="49174" name="KSO_Shape">
            <a:extLst>
              <a:ext uri="{FF2B5EF4-FFF2-40B4-BE49-F238E27FC236}">
                <a16:creationId xmlns:a16="http://schemas.microsoft.com/office/drawing/2014/main" id="{19B04D00-AB5D-4941-A08B-DA32CE79D2D2}"/>
              </a:ext>
            </a:extLst>
          </p:cNvPr>
          <p:cNvSpPr>
            <a:spLocks noChangeArrowheads="1"/>
          </p:cNvSpPr>
          <p:nvPr/>
        </p:nvSpPr>
        <p:spPr bwMode="auto">
          <a:xfrm>
            <a:off x="8294688" y="2095500"/>
            <a:ext cx="466725" cy="482600"/>
          </a:xfrm>
          <a:custGeom>
            <a:avLst/>
            <a:gdLst>
              <a:gd name="T0" fmla="*/ 2147483646 w 90"/>
              <a:gd name="T1" fmla="*/ 2147483646 h 93"/>
              <a:gd name="T2" fmla="*/ 2147483646 w 90"/>
              <a:gd name="T3" fmla="*/ 2147483646 h 93"/>
              <a:gd name="T4" fmla="*/ 2147483646 w 90"/>
              <a:gd name="T5" fmla="*/ 2147483646 h 93"/>
              <a:gd name="T6" fmla="*/ 2147483646 w 90"/>
              <a:gd name="T7" fmla="*/ 2147483646 h 93"/>
              <a:gd name="T8" fmla="*/ 2147483646 w 90"/>
              <a:gd name="T9" fmla="*/ 2147483646 h 93"/>
              <a:gd name="T10" fmla="*/ 0 w 90"/>
              <a:gd name="T11" fmla="*/ 2147483646 h 93"/>
              <a:gd name="T12" fmla="*/ 0 w 90"/>
              <a:gd name="T13" fmla="*/ 2147483646 h 93"/>
              <a:gd name="T14" fmla="*/ 2147483646 w 90"/>
              <a:gd name="T15" fmla="*/ 2147483646 h 93"/>
              <a:gd name="T16" fmla="*/ 2147483646 w 90"/>
              <a:gd name="T17" fmla="*/ 2147483646 h 93"/>
              <a:gd name="T18" fmla="*/ 2147483646 w 90"/>
              <a:gd name="T19" fmla="*/ 2147483646 h 93"/>
              <a:gd name="T20" fmla="*/ 2147483646 w 90"/>
              <a:gd name="T21" fmla="*/ 2147483646 h 93"/>
              <a:gd name="T22" fmla="*/ 2147483646 w 90"/>
              <a:gd name="T23" fmla="*/ 2147483646 h 93"/>
              <a:gd name="T24" fmla="*/ 2147483646 w 90"/>
              <a:gd name="T25" fmla="*/ 2147483646 h 93"/>
              <a:gd name="T26" fmla="*/ 2147483646 w 90"/>
              <a:gd name="T27" fmla="*/ 2147483646 h 93"/>
              <a:gd name="T28" fmla="*/ 2147483646 w 90"/>
              <a:gd name="T29" fmla="*/ 2147483646 h 93"/>
              <a:gd name="T30" fmla="*/ 2147483646 w 90"/>
              <a:gd name="T31" fmla="*/ 2147483646 h 93"/>
              <a:gd name="T32" fmla="*/ 2147483646 w 90"/>
              <a:gd name="T33" fmla="*/ 2147483646 h 93"/>
              <a:gd name="T34" fmla="*/ 2147483646 w 90"/>
              <a:gd name="T35" fmla="*/ 2147483646 h 93"/>
              <a:gd name="T36" fmla="*/ 2147483646 w 90"/>
              <a:gd name="T37" fmla="*/ 2147483646 h 93"/>
              <a:gd name="T38" fmla="*/ 2147483646 w 90"/>
              <a:gd name="T39" fmla="*/ 2147483646 h 93"/>
              <a:gd name="T40" fmla="*/ 2147483646 w 90"/>
              <a:gd name="T41" fmla="*/ 2147483646 h 93"/>
              <a:gd name="T42" fmla="*/ 2147483646 w 90"/>
              <a:gd name="T43" fmla="*/ 2147483646 h 93"/>
              <a:gd name="T44" fmla="*/ 2147483646 w 90"/>
              <a:gd name="T45" fmla="*/ 2147483646 h 93"/>
              <a:gd name="T46" fmla="*/ 2147483646 w 90"/>
              <a:gd name="T47" fmla="*/ 2147483646 h 93"/>
              <a:gd name="T48" fmla="*/ 2147483646 w 90"/>
              <a:gd name="T49" fmla="*/ 2147483646 h 93"/>
              <a:gd name="T50" fmla="*/ 2147483646 w 90"/>
              <a:gd name="T51" fmla="*/ 2147483646 h 93"/>
              <a:gd name="T52" fmla="*/ 2147483646 w 90"/>
              <a:gd name="T53" fmla="*/ 2147483646 h 93"/>
              <a:gd name="T54" fmla="*/ 2147483646 w 90"/>
              <a:gd name="T55" fmla="*/ 2147483646 h 93"/>
              <a:gd name="T56" fmla="*/ 2147483646 w 90"/>
              <a:gd name="T57" fmla="*/ 2147483646 h 93"/>
              <a:gd name="T58" fmla="*/ 2147483646 w 90"/>
              <a:gd name="T59" fmla="*/ 2147483646 h 93"/>
              <a:gd name="T60" fmla="*/ 2147483646 w 90"/>
              <a:gd name="T61" fmla="*/ 2147483646 h 93"/>
              <a:gd name="T62" fmla="*/ 2147483646 w 90"/>
              <a:gd name="T63" fmla="*/ 2147483646 h 93"/>
              <a:gd name="T64" fmla="*/ 2147483646 w 90"/>
              <a:gd name="T65" fmla="*/ 2147483646 h 93"/>
              <a:gd name="T66" fmla="*/ 2147483646 w 90"/>
              <a:gd name="T67" fmla="*/ 2147483646 h 93"/>
              <a:gd name="T68" fmla="*/ 2147483646 w 90"/>
              <a:gd name="T69" fmla="*/ 2147483646 h 93"/>
              <a:gd name="T70" fmla="*/ 2147483646 w 90"/>
              <a:gd name="T71" fmla="*/ 2147483646 h 93"/>
              <a:gd name="T72" fmla="*/ 2147483646 w 90"/>
              <a:gd name="T73" fmla="*/ 2147483646 h 93"/>
              <a:gd name="T74" fmla="*/ 2147483646 w 90"/>
              <a:gd name="T75" fmla="*/ 2147483646 h 93"/>
              <a:gd name="T76" fmla="*/ 2147483646 w 90"/>
              <a:gd name="T77" fmla="*/ 2147483646 h 93"/>
              <a:gd name="T78" fmla="*/ 2147483646 w 90"/>
              <a:gd name="T79" fmla="*/ 2147483646 h 93"/>
              <a:gd name="T80" fmla="*/ 2147483646 w 90"/>
              <a:gd name="T81" fmla="*/ 2147483646 h 93"/>
              <a:gd name="T82" fmla="*/ 2147483646 w 90"/>
              <a:gd name="T83" fmla="*/ 2147483646 h 93"/>
              <a:gd name="T84" fmla="*/ 2147483646 w 90"/>
              <a:gd name="T85" fmla="*/ 2147483646 h 93"/>
              <a:gd name="T86" fmla="*/ 2147483646 w 90"/>
              <a:gd name="T87" fmla="*/ 2147483646 h 93"/>
              <a:gd name="T88" fmla="*/ 2147483646 w 90"/>
              <a:gd name="T89" fmla="*/ 2147483646 h 93"/>
              <a:gd name="T90" fmla="*/ 2147483646 w 90"/>
              <a:gd name="T91" fmla="*/ 2147483646 h 93"/>
              <a:gd name="T92" fmla="*/ 2147483646 w 90"/>
              <a:gd name="T93" fmla="*/ 2147483646 h 93"/>
              <a:gd name="T94" fmla="*/ 2147483646 w 90"/>
              <a:gd name="T95" fmla="*/ 2147483646 h 93"/>
              <a:gd name="T96" fmla="*/ 2147483646 w 90"/>
              <a:gd name="T97" fmla="*/ 2147483646 h 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0" h="93">
                <a:moveTo>
                  <a:pt x="86" y="38"/>
                </a:moveTo>
                <a:cubicBezTo>
                  <a:pt x="88" y="40"/>
                  <a:pt x="90" y="43"/>
                  <a:pt x="90" y="46"/>
                </a:cubicBezTo>
                <a:cubicBezTo>
                  <a:pt x="90" y="83"/>
                  <a:pt x="90" y="83"/>
                  <a:pt x="90" y="83"/>
                </a:cubicBezTo>
                <a:cubicBezTo>
                  <a:pt x="90" y="88"/>
                  <a:pt x="86" y="93"/>
                  <a:pt x="81" y="93"/>
                </a:cubicBezTo>
                <a:cubicBezTo>
                  <a:pt x="9" y="93"/>
                  <a:pt x="9" y="93"/>
                  <a:pt x="9" y="93"/>
                </a:cubicBezTo>
                <a:cubicBezTo>
                  <a:pt x="4" y="93"/>
                  <a:pt x="0" y="88"/>
                  <a:pt x="0" y="83"/>
                </a:cubicBezTo>
                <a:cubicBezTo>
                  <a:pt x="0" y="46"/>
                  <a:pt x="0" y="46"/>
                  <a:pt x="0" y="46"/>
                </a:cubicBezTo>
                <a:cubicBezTo>
                  <a:pt x="0" y="44"/>
                  <a:pt x="1" y="41"/>
                  <a:pt x="2" y="40"/>
                </a:cubicBezTo>
                <a:cubicBezTo>
                  <a:pt x="2" y="40"/>
                  <a:pt x="2" y="40"/>
                  <a:pt x="2" y="40"/>
                </a:cubicBezTo>
                <a:cubicBezTo>
                  <a:pt x="2" y="40"/>
                  <a:pt x="2" y="40"/>
                  <a:pt x="2" y="40"/>
                </a:cubicBezTo>
                <a:cubicBezTo>
                  <a:pt x="2" y="39"/>
                  <a:pt x="2" y="39"/>
                  <a:pt x="3" y="39"/>
                </a:cubicBezTo>
                <a:cubicBezTo>
                  <a:pt x="39" y="3"/>
                  <a:pt x="39" y="3"/>
                  <a:pt x="39" y="3"/>
                </a:cubicBezTo>
                <a:cubicBezTo>
                  <a:pt x="43" y="0"/>
                  <a:pt x="46" y="0"/>
                  <a:pt x="50" y="3"/>
                </a:cubicBezTo>
                <a:cubicBezTo>
                  <a:pt x="86" y="38"/>
                  <a:pt x="86" y="38"/>
                  <a:pt x="86" y="38"/>
                </a:cubicBezTo>
                <a:close/>
                <a:moveTo>
                  <a:pt x="15" y="30"/>
                </a:moveTo>
                <a:cubicBezTo>
                  <a:pt x="15" y="52"/>
                  <a:pt x="15" y="52"/>
                  <a:pt x="15" y="52"/>
                </a:cubicBezTo>
                <a:cubicBezTo>
                  <a:pt x="45" y="75"/>
                  <a:pt x="45" y="75"/>
                  <a:pt x="45" y="75"/>
                </a:cubicBezTo>
                <a:cubicBezTo>
                  <a:pt x="72" y="54"/>
                  <a:pt x="72" y="54"/>
                  <a:pt x="72" y="54"/>
                </a:cubicBezTo>
                <a:cubicBezTo>
                  <a:pt x="72" y="30"/>
                  <a:pt x="72" y="30"/>
                  <a:pt x="72" y="30"/>
                </a:cubicBezTo>
                <a:cubicBezTo>
                  <a:pt x="15" y="30"/>
                  <a:pt x="15" y="30"/>
                  <a:pt x="15" y="30"/>
                </a:cubicBezTo>
                <a:close/>
                <a:moveTo>
                  <a:pt x="25" y="35"/>
                </a:moveTo>
                <a:cubicBezTo>
                  <a:pt x="25" y="39"/>
                  <a:pt x="25" y="39"/>
                  <a:pt x="25" y="39"/>
                </a:cubicBezTo>
                <a:cubicBezTo>
                  <a:pt x="63" y="39"/>
                  <a:pt x="63" y="39"/>
                  <a:pt x="63" y="39"/>
                </a:cubicBezTo>
                <a:cubicBezTo>
                  <a:pt x="63" y="35"/>
                  <a:pt x="63" y="35"/>
                  <a:pt x="63" y="35"/>
                </a:cubicBezTo>
                <a:cubicBezTo>
                  <a:pt x="25" y="35"/>
                  <a:pt x="25" y="35"/>
                  <a:pt x="25" y="35"/>
                </a:cubicBezTo>
                <a:close/>
                <a:moveTo>
                  <a:pt x="25" y="51"/>
                </a:moveTo>
                <a:cubicBezTo>
                  <a:pt x="25" y="55"/>
                  <a:pt x="25" y="55"/>
                  <a:pt x="25" y="55"/>
                </a:cubicBezTo>
                <a:cubicBezTo>
                  <a:pt x="63" y="55"/>
                  <a:pt x="63" y="55"/>
                  <a:pt x="63" y="55"/>
                </a:cubicBezTo>
                <a:cubicBezTo>
                  <a:pt x="63" y="51"/>
                  <a:pt x="63" y="51"/>
                  <a:pt x="63" y="51"/>
                </a:cubicBezTo>
                <a:cubicBezTo>
                  <a:pt x="25" y="51"/>
                  <a:pt x="25" y="51"/>
                  <a:pt x="25" y="51"/>
                </a:cubicBezTo>
                <a:close/>
                <a:moveTo>
                  <a:pt x="25" y="43"/>
                </a:moveTo>
                <a:cubicBezTo>
                  <a:pt x="25" y="47"/>
                  <a:pt x="25" y="47"/>
                  <a:pt x="25" y="47"/>
                </a:cubicBezTo>
                <a:cubicBezTo>
                  <a:pt x="63" y="47"/>
                  <a:pt x="63" y="47"/>
                  <a:pt x="63" y="47"/>
                </a:cubicBezTo>
                <a:cubicBezTo>
                  <a:pt x="63" y="43"/>
                  <a:pt x="63" y="43"/>
                  <a:pt x="63" y="43"/>
                </a:cubicBezTo>
                <a:cubicBezTo>
                  <a:pt x="25" y="43"/>
                  <a:pt x="25" y="43"/>
                  <a:pt x="25" y="43"/>
                </a:cubicBezTo>
                <a:close/>
                <a:moveTo>
                  <a:pt x="10" y="87"/>
                </a:moveTo>
                <a:cubicBezTo>
                  <a:pt x="28" y="69"/>
                  <a:pt x="28" y="69"/>
                  <a:pt x="28" y="69"/>
                </a:cubicBezTo>
                <a:cubicBezTo>
                  <a:pt x="28" y="69"/>
                  <a:pt x="28" y="68"/>
                  <a:pt x="28" y="67"/>
                </a:cubicBezTo>
                <a:cubicBezTo>
                  <a:pt x="27" y="66"/>
                  <a:pt x="26" y="66"/>
                  <a:pt x="25" y="67"/>
                </a:cubicBezTo>
                <a:cubicBezTo>
                  <a:pt x="7" y="84"/>
                  <a:pt x="7" y="84"/>
                  <a:pt x="7" y="84"/>
                </a:cubicBezTo>
                <a:cubicBezTo>
                  <a:pt x="6" y="85"/>
                  <a:pt x="6" y="86"/>
                  <a:pt x="7" y="87"/>
                </a:cubicBezTo>
                <a:cubicBezTo>
                  <a:pt x="8" y="87"/>
                  <a:pt x="9" y="87"/>
                  <a:pt x="10" y="87"/>
                </a:cubicBezTo>
                <a:close/>
                <a:moveTo>
                  <a:pt x="84" y="84"/>
                </a:moveTo>
                <a:cubicBezTo>
                  <a:pt x="66" y="67"/>
                  <a:pt x="66" y="67"/>
                  <a:pt x="66" y="67"/>
                </a:cubicBezTo>
                <a:cubicBezTo>
                  <a:pt x="65" y="66"/>
                  <a:pt x="64" y="66"/>
                  <a:pt x="63" y="67"/>
                </a:cubicBezTo>
                <a:cubicBezTo>
                  <a:pt x="62" y="68"/>
                  <a:pt x="62" y="69"/>
                  <a:pt x="63" y="69"/>
                </a:cubicBezTo>
                <a:cubicBezTo>
                  <a:pt x="81" y="87"/>
                  <a:pt x="81" y="87"/>
                  <a:pt x="81" y="87"/>
                </a:cubicBezTo>
                <a:cubicBezTo>
                  <a:pt x="82" y="87"/>
                  <a:pt x="83" y="87"/>
                  <a:pt x="84" y="87"/>
                </a:cubicBezTo>
                <a:cubicBezTo>
                  <a:pt x="85" y="86"/>
                  <a:pt x="85" y="85"/>
                  <a:pt x="84" y="84"/>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49175" name="KSO_Shape">
            <a:extLst>
              <a:ext uri="{FF2B5EF4-FFF2-40B4-BE49-F238E27FC236}">
                <a16:creationId xmlns:a16="http://schemas.microsoft.com/office/drawing/2014/main" id="{EE33F866-6CFB-4C98-B708-21DE81D4DA13}"/>
              </a:ext>
            </a:extLst>
          </p:cNvPr>
          <p:cNvSpPr>
            <a:spLocks noChangeArrowheads="1"/>
          </p:cNvSpPr>
          <p:nvPr/>
        </p:nvSpPr>
        <p:spPr bwMode="auto">
          <a:xfrm>
            <a:off x="8294688" y="3252788"/>
            <a:ext cx="504825" cy="542925"/>
          </a:xfrm>
          <a:custGeom>
            <a:avLst/>
            <a:gdLst>
              <a:gd name="T0" fmla="*/ 2147483646 w 2578"/>
              <a:gd name="T1" fmla="*/ 2147483646 h 2775"/>
              <a:gd name="T2" fmla="*/ 2147483646 w 2578"/>
              <a:gd name="T3" fmla="*/ 2147483646 h 2775"/>
              <a:gd name="T4" fmla="*/ 2147483646 w 2578"/>
              <a:gd name="T5" fmla="*/ 2147483646 h 2775"/>
              <a:gd name="T6" fmla="*/ 2147483646 w 2578"/>
              <a:gd name="T7" fmla="*/ 2147483646 h 2775"/>
              <a:gd name="T8" fmla="*/ 2147483646 w 2578"/>
              <a:gd name="T9" fmla="*/ 2147483646 h 2775"/>
              <a:gd name="T10" fmla="*/ 2147483646 w 2578"/>
              <a:gd name="T11" fmla="*/ 2147483646 h 2775"/>
              <a:gd name="T12" fmla="*/ 2147483646 w 2578"/>
              <a:gd name="T13" fmla="*/ 2147483646 h 2775"/>
              <a:gd name="T14" fmla="*/ 2147483646 w 2578"/>
              <a:gd name="T15" fmla="*/ 2147483646 h 2775"/>
              <a:gd name="T16" fmla="*/ 2147483646 w 2578"/>
              <a:gd name="T17" fmla="*/ 2147483646 h 2775"/>
              <a:gd name="T18" fmla="*/ 2147483646 w 2578"/>
              <a:gd name="T19" fmla="*/ 2147483646 h 2775"/>
              <a:gd name="T20" fmla="*/ 2147483646 w 2578"/>
              <a:gd name="T21" fmla="*/ 2147483646 h 2775"/>
              <a:gd name="T22" fmla="*/ 2147483646 w 2578"/>
              <a:gd name="T23" fmla="*/ 2147483646 h 2775"/>
              <a:gd name="T24" fmla="*/ 2147483646 w 2578"/>
              <a:gd name="T25" fmla="*/ 2147483646 h 2775"/>
              <a:gd name="T26" fmla="*/ 2147483646 w 2578"/>
              <a:gd name="T27" fmla="*/ 2147483646 h 2775"/>
              <a:gd name="T28" fmla="*/ 2147483646 w 2578"/>
              <a:gd name="T29" fmla="*/ 2147483646 h 2775"/>
              <a:gd name="T30" fmla="*/ 2147483646 w 2578"/>
              <a:gd name="T31" fmla="*/ 2147483646 h 2775"/>
              <a:gd name="T32" fmla="*/ 2147483646 w 2578"/>
              <a:gd name="T33" fmla="*/ 2147483646 h 2775"/>
              <a:gd name="T34" fmla="*/ 2147483646 w 2578"/>
              <a:gd name="T35" fmla="*/ 2147483646 h 2775"/>
              <a:gd name="T36" fmla="*/ 2147483646 w 2578"/>
              <a:gd name="T37" fmla="*/ 2147483646 h 2775"/>
              <a:gd name="T38" fmla="*/ 2147483646 w 2578"/>
              <a:gd name="T39" fmla="*/ 2147483646 h 2775"/>
              <a:gd name="T40" fmla="*/ 2147483646 w 2578"/>
              <a:gd name="T41" fmla="*/ 2147483646 h 2775"/>
              <a:gd name="T42" fmla="*/ 2147483646 w 2578"/>
              <a:gd name="T43" fmla="*/ 2147483646 h 2775"/>
              <a:gd name="T44" fmla="*/ 2147483646 w 2578"/>
              <a:gd name="T45" fmla="*/ 2147483646 h 2775"/>
              <a:gd name="T46" fmla="*/ 2147483646 w 2578"/>
              <a:gd name="T47" fmla="*/ 2147483646 h 2775"/>
              <a:gd name="T48" fmla="*/ 2147483646 w 2578"/>
              <a:gd name="T49" fmla="*/ 2147483646 h 2775"/>
              <a:gd name="T50" fmla="*/ 2147483646 w 2578"/>
              <a:gd name="T51" fmla="*/ 2147483646 h 2775"/>
              <a:gd name="T52" fmla="*/ 2147483646 w 2578"/>
              <a:gd name="T53" fmla="*/ 2147483646 h 2775"/>
              <a:gd name="T54" fmla="*/ 2147483646 w 2578"/>
              <a:gd name="T55" fmla="*/ 2147483646 h 2775"/>
              <a:gd name="T56" fmla="*/ 2147483646 w 2578"/>
              <a:gd name="T57" fmla="*/ 2147483646 h 2775"/>
              <a:gd name="T58" fmla="*/ 2147483646 w 2578"/>
              <a:gd name="T59" fmla="*/ 2147483646 h 2775"/>
              <a:gd name="T60" fmla="*/ 2147483646 w 2578"/>
              <a:gd name="T61" fmla="*/ 2147483646 h 2775"/>
              <a:gd name="T62" fmla="*/ 2147483646 w 2578"/>
              <a:gd name="T63" fmla="*/ 2147483646 h 2775"/>
              <a:gd name="T64" fmla="*/ 2147483646 w 2578"/>
              <a:gd name="T65" fmla="*/ 2147483646 h 2775"/>
              <a:gd name="T66" fmla="*/ 2147483646 w 2578"/>
              <a:gd name="T67" fmla="*/ 2147483646 h 2775"/>
              <a:gd name="T68" fmla="*/ 1246463055 w 2578"/>
              <a:gd name="T69" fmla="*/ 2147483646 h 2775"/>
              <a:gd name="T70" fmla="*/ 2147483646 w 2578"/>
              <a:gd name="T71" fmla="*/ 2147483646 h 2775"/>
              <a:gd name="T72" fmla="*/ 2147483646 w 2578"/>
              <a:gd name="T73" fmla="*/ 2147483646 h 2775"/>
              <a:gd name="T74" fmla="*/ 0 w 2578"/>
              <a:gd name="T75" fmla="*/ 2147483646 h 2775"/>
              <a:gd name="T76" fmla="*/ 2147483646 w 2578"/>
              <a:gd name="T77" fmla="*/ 2147483646 h 2775"/>
              <a:gd name="T78" fmla="*/ 2147483646 w 2578"/>
              <a:gd name="T79" fmla="*/ 2074497643 h 2775"/>
              <a:gd name="T80" fmla="*/ 2147483646 w 2578"/>
              <a:gd name="T81" fmla="*/ 2074497643 h 2775"/>
              <a:gd name="T82" fmla="*/ 2147483646 w 2578"/>
              <a:gd name="T83" fmla="*/ 2147483646 h 2775"/>
              <a:gd name="T84" fmla="*/ 2147483646 w 2578"/>
              <a:gd name="T85" fmla="*/ 2147483646 h 2775"/>
              <a:gd name="T86" fmla="*/ 2147483646 w 2578"/>
              <a:gd name="T87" fmla="*/ 2147483646 h 2775"/>
              <a:gd name="T88" fmla="*/ 2147483646 w 2578"/>
              <a:gd name="T89" fmla="*/ 1130858580 h 2775"/>
              <a:gd name="T90" fmla="*/ 2147483646 w 2578"/>
              <a:gd name="T91" fmla="*/ 2147483646 h 2775"/>
              <a:gd name="T92" fmla="*/ 2147483646 w 2578"/>
              <a:gd name="T93" fmla="*/ 1130858580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sp>
        <p:nvSpPr>
          <p:cNvPr id="49176" name="KSO_Shape">
            <a:extLst>
              <a:ext uri="{FF2B5EF4-FFF2-40B4-BE49-F238E27FC236}">
                <a16:creationId xmlns:a16="http://schemas.microsoft.com/office/drawing/2014/main" id="{FA8D5B6C-2D2F-4D26-9402-AB3E1357E5A4}"/>
              </a:ext>
            </a:extLst>
          </p:cNvPr>
          <p:cNvSpPr>
            <a:spLocks noChangeArrowheads="1"/>
          </p:cNvSpPr>
          <p:nvPr/>
        </p:nvSpPr>
        <p:spPr bwMode="auto">
          <a:xfrm>
            <a:off x="8294688" y="4371975"/>
            <a:ext cx="504825" cy="504825"/>
          </a:xfrm>
          <a:custGeom>
            <a:avLst/>
            <a:gdLst>
              <a:gd name="T0" fmla="*/ 2147483646 w 3279"/>
              <a:gd name="T1" fmla="*/ 2147483646 h 3279"/>
              <a:gd name="T2" fmla="*/ 2147483646 w 3279"/>
              <a:gd name="T3" fmla="*/ 2147483646 h 3279"/>
              <a:gd name="T4" fmla="*/ 0 w 3279"/>
              <a:gd name="T5" fmla="*/ 2147483646 h 3279"/>
              <a:gd name="T6" fmla="*/ 0 w 3279"/>
              <a:gd name="T7" fmla="*/ 0 h 3279"/>
              <a:gd name="T8" fmla="*/ 2147483646 w 3279"/>
              <a:gd name="T9" fmla="*/ 0 h 3279"/>
              <a:gd name="T10" fmla="*/ 2147483646 w 3279"/>
              <a:gd name="T11" fmla="*/ 715254350 h 3279"/>
              <a:gd name="T12" fmla="*/ 2147483646 w 3279"/>
              <a:gd name="T13" fmla="*/ 715254350 h 3279"/>
              <a:gd name="T14" fmla="*/ 2147483646 w 3279"/>
              <a:gd name="T15" fmla="*/ 715254350 h 3279"/>
              <a:gd name="T16" fmla="*/ 2147483646 w 3279"/>
              <a:gd name="T17" fmla="*/ 1430485145 h 3279"/>
              <a:gd name="T18" fmla="*/ 2147483646 w 3279"/>
              <a:gd name="T19" fmla="*/ 1430485145 h 3279"/>
              <a:gd name="T20" fmla="*/ 2147483646 w 3279"/>
              <a:gd name="T21" fmla="*/ 1430485145 h 3279"/>
              <a:gd name="T22" fmla="*/ 2147483646 w 3279"/>
              <a:gd name="T23" fmla="*/ 2147483646 h 3279"/>
              <a:gd name="T24" fmla="*/ 2147483646 w 3279"/>
              <a:gd name="T25" fmla="*/ 2147483646 h 3279"/>
              <a:gd name="T26" fmla="*/ 2147483646 w 3279"/>
              <a:gd name="T27" fmla="*/ 952447893 h 3279"/>
              <a:gd name="T28" fmla="*/ 956098059 w 3279"/>
              <a:gd name="T29" fmla="*/ 952447893 h 3279"/>
              <a:gd name="T30" fmla="*/ 956098059 w 3279"/>
              <a:gd name="T31" fmla="*/ 2147483646 h 3279"/>
              <a:gd name="T32" fmla="*/ 1758910526 w 3279"/>
              <a:gd name="T33" fmla="*/ 2147483646 h 3279"/>
              <a:gd name="T34" fmla="*/ 2147483646 w 3279"/>
              <a:gd name="T35" fmla="*/ 2147483646 h 3279"/>
              <a:gd name="T36" fmla="*/ 2147483646 w 3279"/>
              <a:gd name="T37" fmla="*/ 952447893 h 3279"/>
              <a:gd name="T38" fmla="*/ 2147483646 w 3279"/>
              <a:gd name="T39" fmla="*/ 2142089328 h 3279"/>
              <a:gd name="T40" fmla="*/ 2147483646 w 3279"/>
              <a:gd name="T41" fmla="*/ 2142089328 h 3279"/>
              <a:gd name="T42" fmla="*/ 2147483646 w 3279"/>
              <a:gd name="T43" fmla="*/ 2147483646 h 3279"/>
              <a:gd name="T44" fmla="*/ 2147483646 w 3279"/>
              <a:gd name="T45" fmla="*/ 2147483646 h 3279"/>
              <a:gd name="T46" fmla="*/ 2147483646 w 3279"/>
              <a:gd name="T47" fmla="*/ 2147483646 h 3279"/>
              <a:gd name="T48" fmla="*/ 2147483646 w 3279"/>
              <a:gd name="T49" fmla="*/ 1430485145 h 3279"/>
              <a:gd name="T50" fmla="*/ 2147483646 w 3279"/>
              <a:gd name="T51" fmla="*/ 1430485145 h 3279"/>
              <a:gd name="T52" fmla="*/ 2147483646 w 3279"/>
              <a:gd name="T53" fmla="*/ 2147483646 h 3279"/>
              <a:gd name="T54" fmla="*/ 2147483646 w 3279"/>
              <a:gd name="T55" fmla="*/ 2147483646 h 3279"/>
              <a:gd name="T56" fmla="*/ 2147483646 w 3279"/>
              <a:gd name="T57" fmla="*/ 2147483646 h 3279"/>
              <a:gd name="T58" fmla="*/ 2147483646 w 3279"/>
              <a:gd name="T59" fmla="*/ 2142089328 h 3279"/>
              <a:gd name="T60" fmla="*/ 2147483646 w 3279"/>
              <a:gd name="T61" fmla="*/ 2147483646 h 3279"/>
              <a:gd name="T62" fmla="*/ 2147483646 w 3279"/>
              <a:gd name="T63" fmla="*/ 2147483646 h 3279"/>
              <a:gd name="T64" fmla="*/ 2147483646 w 3279"/>
              <a:gd name="T65" fmla="*/ 2147483646 h 3279"/>
              <a:gd name="T66" fmla="*/ 2147483646 w 3279"/>
              <a:gd name="T67" fmla="*/ 2147483646 h 3279"/>
              <a:gd name="T68" fmla="*/ 2147483646 w 3279"/>
              <a:gd name="T69" fmla="*/ 2147483646 h 3279"/>
              <a:gd name="T70" fmla="*/ 2147483646 w 3279"/>
              <a:gd name="T71" fmla="*/ 2147483646 h 3279"/>
              <a:gd name="T72" fmla="*/ 2147483646 w 3279"/>
              <a:gd name="T73" fmla="*/ 2147483646 h 3279"/>
              <a:gd name="T74" fmla="*/ 2147483646 w 3279"/>
              <a:gd name="T75" fmla="*/ 2147483646 h 3279"/>
              <a:gd name="T76" fmla="*/ 2147483646 w 3279"/>
              <a:gd name="T77" fmla="*/ 2147483646 h 3279"/>
              <a:gd name="T78" fmla="*/ 2147483646 w 3279"/>
              <a:gd name="T79" fmla="*/ 2147483646 h 3279"/>
              <a:gd name="T80" fmla="*/ 2147483646 w 3279"/>
              <a:gd name="T81" fmla="*/ 2147483646 h 3279"/>
              <a:gd name="T82" fmla="*/ 2147483646 w 3279"/>
              <a:gd name="T83" fmla="*/ 2147483646 h 3279"/>
              <a:gd name="T84" fmla="*/ 2147483646 w 3279"/>
              <a:gd name="T85" fmla="*/ 2147483646 h 3279"/>
              <a:gd name="T86" fmla="*/ 2147483646 w 3279"/>
              <a:gd name="T87" fmla="*/ 2147483646 h 3279"/>
              <a:gd name="T88" fmla="*/ 2147483646 w 3279"/>
              <a:gd name="T89" fmla="*/ 2147483646 h 3279"/>
              <a:gd name="T90" fmla="*/ 2147483646 w 3279"/>
              <a:gd name="T91" fmla="*/ 2147483646 h 3279"/>
              <a:gd name="T92" fmla="*/ 2147483646 w 3279"/>
              <a:gd name="T93" fmla="*/ 2147483646 h 3279"/>
              <a:gd name="T94" fmla="*/ 2147483646 w 3279"/>
              <a:gd name="T95" fmla="*/ 2147483646 h 3279"/>
              <a:gd name="T96" fmla="*/ 2147483646 w 3279"/>
              <a:gd name="T97" fmla="*/ 2147483646 h 3279"/>
              <a:gd name="T98" fmla="*/ 2147483646 w 3279"/>
              <a:gd name="T99" fmla="*/ 2147483646 h 3279"/>
              <a:gd name="T100" fmla="*/ 2147483646 w 3279"/>
              <a:gd name="T101" fmla="*/ 2147483646 h 3279"/>
              <a:gd name="T102" fmla="*/ 2147483646 w 3279"/>
              <a:gd name="T103" fmla="*/ 2147483646 h 3279"/>
              <a:gd name="T104" fmla="*/ 2147483646 w 3279"/>
              <a:gd name="T105" fmla="*/ 2147483646 h 3279"/>
              <a:gd name="T106" fmla="*/ 2147483646 w 3279"/>
              <a:gd name="T107" fmla="*/ 2147483646 h 3279"/>
              <a:gd name="T108" fmla="*/ 2147483646 w 3279"/>
              <a:gd name="T109" fmla="*/ 2147483646 h 3279"/>
              <a:gd name="T110" fmla="*/ 2147483646 w 3279"/>
              <a:gd name="T111" fmla="*/ 2147483646 h 3279"/>
              <a:gd name="T112" fmla="*/ 2147483646 w 3279"/>
              <a:gd name="T113" fmla="*/ 2147483646 h 3279"/>
              <a:gd name="T114" fmla="*/ 2147483646 w 3279"/>
              <a:gd name="T115" fmla="*/ 2147483646 h 3279"/>
              <a:gd name="T116" fmla="*/ 2147483646 w 3279"/>
              <a:gd name="T117" fmla="*/ 2147483646 h 3279"/>
              <a:gd name="T118" fmla="*/ 2147483646 w 3279"/>
              <a:gd name="T119" fmla="*/ 2147483646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rgbClr val="4B649F"/>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a:p>
        </p:txBody>
      </p:sp>
      <p:sp>
        <p:nvSpPr>
          <p:cNvPr id="28" name="椭圆 27">
            <a:extLst>
              <a:ext uri="{FF2B5EF4-FFF2-40B4-BE49-F238E27FC236}">
                <a16:creationId xmlns:a16="http://schemas.microsoft.com/office/drawing/2014/main" id="{FE339B3F-277A-4C99-BB2A-C4BD7ACB279F}"/>
              </a:ext>
            </a:extLst>
          </p:cNvPr>
          <p:cNvSpPr/>
          <p:nvPr/>
        </p:nvSpPr>
        <p:spPr>
          <a:xfrm>
            <a:off x="4540250" y="1998663"/>
            <a:ext cx="3128963" cy="312896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solidFill>
                <a:schemeClr val="accent1"/>
              </a:solidFill>
              <a:cs typeface="+mn-ea"/>
              <a:sym typeface="+mn-lt"/>
            </a:endParaRPr>
          </a:p>
        </p:txBody>
      </p:sp>
      <p:sp>
        <p:nvSpPr>
          <p:cNvPr id="29" name="椭圆 28">
            <a:extLst>
              <a:ext uri="{FF2B5EF4-FFF2-40B4-BE49-F238E27FC236}">
                <a16:creationId xmlns:a16="http://schemas.microsoft.com/office/drawing/2014/main" id="{7838EFC5-E979-4CB8-B92D-FE58BDED4C7C}"/>
              </a:ext>
            </a:extLst>
          </p:cNvPr>
          <p:cNvSpPr/>
          <p:nvPr/>
        </p:nvSpPr>
        <p:spPr>
          <a:xfrm>
            <a:off x="4678363" y="2138363"/>
            <a:ext cx="2851150" cy="2849562"/>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solidFill>
                <a:schemeClr val="accent1"/>
              </a:solidFill>
              <a:cs typeface="+mn-ea"/>
              <a:sym typeface="+mn-lt"/>
            </a:endParaRPr>
          </a:p>
        </p:txBody>
      </p:sp>
      <p:sp>
        <p:nvSpPr>
          <p:cNvPr id="30" name="KSO_Shape">
            <a:extLst>
              <a:ext uri="{FF2B5EF4-FFF2-40B4-BE49-F238E27FC236}">
                <a16:creationId xmlns:a16="http://schemas.microsoft.com/office/drawing/2014/main" id="{9F5FC895-369A-4107-9271-322F277134C3}"/>
              </a:ext>
            </a:extLst>
          </p:cNvPr>
          <p:cNvSpPr/>
          <p:nvPr/>
        </p:nvSpPr>
        <p:spPr bwMode="auto">
          <a:xfrm>
            <a:off x="5595938" y="2713038"/>
            <a:ext cx="1046162" cy="892175"/>
          </a:xfrm>
          <a:custGeom>
            <a:avLst/>
            <a:gdLst/>
            <a:ahLst/>
            <a:cxnLst/>
            <a:rect l="0" t="0" r="r" b="b"/>
            <a:pathLst>
              <a:path w="4999037" h="4260141">
                <a:moveTo>
                  <a:pt x="1900345" y="3557911"/>
                </a:moveTo>
                <a:lnTo>
                  <a:pt x="3097730" y="3557911"/>
                </a:lnTo>
                <a:lnTo>
                  <a:pt x="3102535" y="3590573"/>
                </a:lnTo>
                <a:lnTo>
                  <a:pt x="3107340" y="3623235"/>
                </a:lnTo>
                <a:lnTo>
                  <a:pt x="3113106" y="3656858"/>
                </a:lnTo>
                <a:lnTo>
                  <a:pt x="3119833" y="3691441"/>
                </a:lnTo>
                <a:lnTo>
                  <a:pt x="3126560" y="3717378"/>
                </a:lnTo>
                <a:lnTo>
                  <a:pt x="3134248" y="3744276"/>
                </a:lnTo>
                <a:lnTo>
                  <a:pt x="3140975" y="3769253"/>
                </a:lnTo>
                <a:lnTo>
                  <a:pt x="3148663" y="3795190"/>
                </a:lnTo>
                <a:lnTo>
                  <a:pt x="3158272" y="3821127"/>
                </a:lnTo>
                <a:lnTo>
                  <a:pt x="3166921" y="3846104"/>
                </a:lnTo>
                <a:lnTo>
                  <a:pt x="3177492" y="3871081"/>
                </a:lnTo>
                <a:lnTo>
                  <a:pt x="3189024" y="3895097"/>
                </a:lnTo>
                <a:lnTo>
                  <a:pt x="3200556" y="3919113"/>
                </a:lnTo>
                <a:lnTo>
                  <a:pt x="3213048" y="3941208"/>
                </a:lnTo>
                <a:lnTo>
                  <a:pt x="3226502" y="3964263"/>
                </a:lnTo>
                <a:lnTo>
                  <a:pt x="3240917" y="3984437"/>
                </a:lnTo>
                <a:lnTo>
                  <a:pt x="3256293" y="4004610"/>
                </a:lnTo>
                <a:lnTo>
                  <a:pt x="3271668" y="4024784"/>
                </a:lnTo>
                <a:lnTo>
                  <a:pt x="3288966" y="4042075"/>
                </a:lnTo>
                <a:lnTo>
                  <a:pt x="3306264" y="4058406"/>
                </a:lnTo>
                <a:lnTo>
                  <a:pt x="3318757" y="4069934"/>
                </a:lnTo>
                <a:lnTo>
                  <a:pt x="3331249" y="4079540"/>
                </a:lnTo>
                <a:lnTo>
                  <a:pt x="3344703" y="4089147"/>
                </a:lnTo>
                <a:lnTo>
                  <a:pt x="3358157" y="4097793"/>
                </a:lnTo>
                <a:lnTo>
                  <a:pt x="3372572" y="4106438"/>
                </a:lnTo>
                <a:lnTo>
                  <a:pt x="3386026" y="4114123"/>
                </a:lnTo>
                <a:lnTo>
                  <a:pt x="3402362" y="4121809"/>
                </a:lnTo>
                <a:lnTo>
                  <a:pt x="3417738" y="4127573"/>
                </a:lnTo>
                <a:lnTo>
                  <a:pt x="3433114" y="4133336"/>
                </a:lnTo>
                <a:lnTo>
                  <a:pt x="3450411" y="4138140"/>
                </a:lnTo>
                <a:lnTo>
                  <a:pt x="3467709" y="4142943"/>
                </a:lnTo>
                <a:lnTo>
                  <a:pt x="3485007" y="4145825"/>
                </a:lnTo>
                <a:lnTo>
                  <a:pt x="3504227" y="4148707"/>
                </a:lnTo>
                <a:lnTo>
                  <a:pt x="3523446" y="4151589"/>
                </a:lnTo>
                <a:lnTo>
                  <a:pt x="3543627" y="4152549"/>
                </a:lnTo>
                <a:lnTo>
                  <a:pt x="3564769" y="4152549"/>
                </a:lnTo>
                <a:lnTo>
                  <a:pt x="3564769" y="4260141"/>
                </a:lnTo>
                <a:lnTo>
                  <a:pt x="1434268" y="4260141"/>
                </a:lnTo>
                <a:lnTo>
                  <a:pt x="1434268" y="4152549"/>
                </a:lnTo>
                <a:lnTo>
                  <a:pt x="1455409" y="4152549"/>
                </a:lnTo>
                <a:lnTo>
                  <a:pt x="1474629" y="4151589"/>
                </a:lnTo>
                <a:lnTo>
                  <a:pt x="1493849" y="4148707"/>
                </a:lnTo>
                <a:lnTo>
                  <a:pt x="1513068" y="4145825"/>
                </a:lnTo>
                <a:lnTo>
                  <a:pt x="1530366" y="4142943"/>
                </a:lnTo>
                <a:lnTo>
                  <a:pt x="1547664" y="4138140"/>
                </a:lnTo>
                <a:lnTo>
                  <a:pt x="1564962" y="4133336"/>
                </a:lnTo>
                <a:lnTo>
                  <a:pt x="1581298" y="4127573"/>
                </a:lnTo>
                <a:lnTo>
                  <a:pt x="1596674" y="4121809"/>
                </a:lnTo>
                <a:lnTo>
                  <a:pt x="1612050" y="4114123"/>
                </a:lnTo>
                <a:lnTo>
                  <a:pt x="1626465" y="4106438"/>
                </a:lnTo>
                <a:lnTo>
                  <a:pt x="1639918" y="4097793"/>
                </a:lnTo>
                <a:lnTo>
                  <a:pt x="1653372" y="4089147"/>
                </a:lnTo>
                <a:lnTo>
                  <a:pt x="1666826" y="4079540"/>
                </a:lnTo>
                <a:lnTo>
                  <a:pt x="1679319" y="4069934"/>
                </a:lnTo>
                <a:lnTo>
                  <a:pt x="1691811" y="4058406"/>
                </a:lnTo>
                <a:lnTo>
                  <a:pt x="1703343" y="4047839"/>
                </a:lnTo>
                <a:lnTo>
                  <a:pt x="1715836" y="4036311"/>
                </a:lnTo>
                <a:lnTo>
                  <a:pt x="1726407" y="4024784"/>
                </a:lnTo>
                <a:lnTo>
                  <a:pt x="1736978" y="4012295"/>
                </a:lnTo>
                <a:lnTo>
                  <a:pt x="1757158" y="3985397"/>
                </a:lnTo>
                <a:lnTo>
                  <a:pt x="1776378" y="3956578"/>
                </a:lnTo>
                <a:lnTo>
                  <a:pt x="1793676" y="3926798"/>
                </a:lnTo>
                <a:lnTo>
                  <a:pt x="1809052" y="3895097"/>
                </a:lnTo>
                <a:lnTo>
                  <a:pt x="1824427" y="3863396"/>
                </a:lnTo>
                <a:lnTo>
                  <a:pt x="1837881" y="3829773"/>
                </a:lnTo>
                <a:lnTo>
                  <a:pt x="1849413" y="3795190"/>
                </a:lnTo>
                <a:lnTo>
                  <a:pt x="1859984" y="3761568"/>
                </a:lnTo>
                <a:lnTo>
                  <a:pt x="1868632" y="3726984"/>
                </a:lnTo>
                <a:lnTo>
                  <a:pt x="1878242" y="3692401"/>
                </a:lnTo>
                <a:lnTo>
                  <a:pt x="1884969" y="3657818"/>
                </a:lnTo>
                <a:lnTo>
                  <a:pt x="1890735" y="3623235"/>
                </a:lnTo>
                <a:lnTo>
                  <a:pt x="1896501" y="3590573"/>
                </a:lnTo>
                <a:lnTo>
                  <a:pt x="1900345" y="3557911"/>
                </a:lnTo>
                <a:close/>
                <a:moveTo>
                  <a:pt x="344993" y="345832"/>
                </a:moveTo>
                <a:lnTo>
                  <a:pt x="344993" y="3036592"/>
                </a:lnTo>
                <a:lnTo>
                  <a:pt x="4655005" y="3036592"/>
                </a:lnTo>
                <a:lnTo>
                  <a:pt x="4655005" y="345832"/>
                </a:lnTo>
                <a:lnTo>
                  <a:pt x="344993" y="345832"/>
                </a:lnTo>
                <a:close/>
                <a:moveTo>
                  <a:pt x="142226" y="0"/>
                </a:moveTo>
                <a:lnTo>
                  <a:pt x="4857773" y="0"/>
                </a:lnTo>
                <a:lnTo>
                  <a:pt x="4872187" y="961"/>
                </a:lnTo>
                <a:lnTo>
                  <a:pt x="4885641" y="2882"/>
                </a:lnTo>
                <a:lnTo>
                  <a:pt x="4899095" y="6725"/>
                </a:lnTo>
                <a:lnTo>
                  <a:pt x="4913510" y="10567"/>
                </a:lnTo>
                <a:lnTo>
                  <a:pt x="4925042" y="17292"/>
                </a:lnTo>
                <a:lnTo>
                  <a:pt x="4936573" y="24016"/>
                </a:lnTo>
                <a:lnTo>
                  <a:pt x="4947144" y="32662"/>
                </a:lnTo>
                <a:lnTo>
                  <a:pt x="4957715" y="42268"/>
                </a:lnTo>
                <a:lnTo>
                  <a:pt x="4967325" y="51875"/>
                </a:lnTo>
                <a:lnTo>
                  <a:pt x="4975974" y="62442"/>
                </a:lnTo>
                <a:lnTo>
                  <a:pt x="4982701" y="73970"/>
                </a:lnTo>
                <a:lnTo>
                  <a:pt x="4988466" y="87419"/>
                </a:lnTo>
                <a:lnTo>
                  <a:pt x="4993271" y="99907"/>
                </a:lnTo>
                <a:lnTo>
                  <a:pt x="4996154" y="113356"/>
                </a:lnTo>
                <a:lnTo>
                  <a:pt x="4999037" y="127766"/>
                </a:lnTo>
                <a:lnTo>
                  <a:pt x="4999037" y="142175"/>
                </a:lnTo>
                <a:lnTo>
                  <a:pt x="4999037" y="3238327"/>
                </a:lnTo>
                <a:lnTo>
                  <a:pt x="4999037" y="3253697"/>
                </a:lnTo>
                <a:lnTo>
                  <a:pt x="4996154" y="3268106"/>
                </a:lnTo>
                <a:lnTo>
                  <a:pt x="4993271" y="3281555"/>
                </a:lnTo>
                <a:lnTo>
                  <a:pt x="4988466" y="3295004"/>
                </a:lnTo>
                <a:lnTo>
                  <a:pt x="4982701" y="3307493"/>
                </a:lnTo>
                <a:lnTo>
                  <a:pt x="4975974" y="3319021"/>
                </a:lnTo>
                <a:lnTo>
                  <a:pt x="4967325" y="3329588"/>
                </a:lnTo>
                <a:lnTo>
                  <a:pt x="4957715" y="3339194"/>
                </a:lnTo>
                <a:lnTo>
                  <a:pt x="4947144" y="3349761"/>
                </a:lnTo>
                <a:lnTo>
                  <a:pt x="4936573" y="3357446"/>
                </a:lnTo>
                <a:lnTo>
                  <a:pt x="4925042" y="3364171"/>
                </a:lnTo>
                <a:lnTo>
                  <a:pt x="4913510" y="3369935"/>
                </a:lnTo>
                <a:lnTo>
                  <a:pt x="4899095" y="3374738"/>
                </a:lnTo>
                <a:lnTo>
                  <a:pt x="4885641" y="3378580"/>
                </a:lnTo>
                <a:lnTo>
                  <a:pt x="4872187" y="3380502"/>
                </a:lnTo>
                <a:lnTo>
                  <a:pt x="4857773" y="3381462"/>
                </a:lnTo>
                <a:lnTo>
                  <a:pt x="142226" y="3381462"/>
                </a:lnTo>
                <a:lnTo>
                  <a:pt x="127811" y="3380502"/>
                </a:lnTo>
                <a:lnTo>
                  <a:pt x="113396" y="3378580"/>
                </a:lnTo>
                <a:lnTo>
                  <a:pt x="99942" y="3374738"/>
                </a:lnTo>
                <a:lnTo>
                  <a:pt x="86489" y="3369935"/>
                </a:lnTo>
                <a:lnTo>
                  <a:pt x="73996" y="3364171"/>
                </a:lnTo>
                <a:lnTo>
                  <a:pt x="62464" y="3357446"/>
                </a:lnTo>
                <a:lnTo>
                  <a:pt x="51893" y="3349761"/>
                </a:lnTo>
                <a:lnTo>
                  <a:pt x="42283" y="3339194"/>
                </a:lnTo>
                <a:lnTo>
                  <a:pt x="31713" y="3329588"/>
                </a:lnTo>
                <a:lnTo>
                  <a:pt x="24025" y="3319021"/>
                </a:lnTo>
                <a:lnTo>
                  <a:pt x="17298" y="3307493"/>
                </a:lnTo>
                <a:lnTo>
                  <a:pt x="11532" y="3295004"/>
                </a:lnTo>
                <a:lnTo>
                  <a:pt x="6727" y="3281555"/>
                </a:lnTo>
                <a:lnTo>
                  <a:pt x="2883" y="3268106"/>
                </a:lnTo>
                <a:lnTo>
                  <a:pt x="961" y="3253697"/>
                </a:lnTo>
                <a:lnTo>
                  <a:pt x="0" y="3238327"/>
                </a:lnTo>
                <a:lnTo>
                  <a:pt x="0" y="142175"/>
                </a:lnTo>
                <a:lnTo>
                  <a:pt x="961" y="127766"/>
                </a:lnTo>
                <a:lnTo>
                  <a:pt x="2883" y="113356"/>
                </a:lnTo>
                <a:lnTo>
                  <a:pt x="6727" y="99907"/>
                </a:lnTo>
                <a:lnTo>
                  <a:pt x="11532" y="87419"/>
                </a:lnTo>
                <a:lnTo>
                  <a:pt x="17298" y="73970"/>
                </a:lnTo>
                <a:lnTo>
                  <a:pt x="24025" y="62442"/>
                </a:lnTo>
                <a:lnTo>
                  <a:pt x="31713" y="51875"/>
                </a:lnTo>
                <a:lnTo>
                  <a:pt x="42283" y="42268"/>
                </a:lnTo>
                <a:lnTo>
                  <a:pt x="51893" y="32662"/>
                </a:lnTo>
                <a:lnTo>
                  <a:pt x="62464" y="24016"/>
                </a:lnTo>
                <a:lnTo>
                  <a:pt x="73996" y="17292"/>
                </a:lnTo>
                <a:lnTo>
                  <a:pt x="86489" y="10567"/>
                </a:lnTo>
                <a:lnTo>
                  <a:pt x="99942" y="6725"/>
                </a:lnTo>
                <a:lnTo>
                  <a:pt x="113396" y="2882"/>
                </a:lnTo>
                <a:lnTo>
                  <a:pt x="127811" y="961"/>
                </a:lnTo>
                <a:lnTo>
                  <a:pt x="142226" y="0"/>
                </a:lnTo>
                <a:close/>
              </a:path>
            </a:pathLst>
          </a:custGeom>
          <a:solidFill>
            <a:schemeClr val="bg1"/>
          </a:solidFill>
          <a:ln>
            <a:noFill/>
          </a:ln>
        </p:spPr>
        <p:txBody>
          <a:bodyPr bIns="396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chemeClr val="accent1"/>
              </a:solidFill>
              <a:latin typeface="+mn-lt"/>
              <a:ea typeface="+mn-ea"/>
              <a:cs typeface="+mn-ea"/>
              <a:sym typeface="+mn-lt"/>
            </a:endParaRPr>
          </a:p>
        </p:txBody>
      </p:sp>
      <p:sp>
        <p:nvSpPr>
          <p:cNvPr id="49180" name="文本框 30">
            <a:extLst>
              <a:ext uri="{FF2B5EF4-FFF2-40B4-BE49-F238E27FC236}">
                <a16:creationId xmlns:a16="http://schemas.microsoft.com/office/drawing/2014/main" id="{24BD3F15-FF0B-4351-9DC1-A4E0885B5634}"/>
              </a:ext>
            </a:extLst>
          </p:cNvPr>
          <p:cNvSpPr txBox="1">
            <a:spLocks noChangeArrowheads="1"/>
          </p:cNvSpPr>
          <p:nvPr/>
        </p:nvSpPr>
        <p:spPr bwMode="auto">
          <a:xfrm>
            <a:off x="4987925" y="3897313"/>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r" eaLnBrk="1" hangingPunct="1">
              <a:lnSpc>
                <a:spcPct val="100000"/>
              </a:lnSpc>
              <a:spcBef>
                <a:spcPct val="0"/>
              </a:spcBef>
              <a:buFontTx/>
              <a:buNone/>
            </a:pPr>
            <a:r>
              <a:rPr lang="zh-CN" altLang="en-US" sz="2000" b="1">
                <a:solidFill>
                  <a:schemeClr val="bg1"/>
                </a:solidFill>
                <a:sym typeface="Arial" panose="020B0604020202020204" pitchFamily="34" charset="0"/>
              </a:rPr>
              <a:t>请在这里添加标题</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图片 6">
            <a:extLst>
              <a:ext uri="{FF2B5EF4-FFF2-40B4-BE49-F238E27FC236}">
                <a16:creationId xmlns:a16="http://schemas.microsoft.com/office/drawing/2014/main" id="{893DCAE7-43F9-4168-801D-F529892C37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任意多边形 47">
            <a:extLst>
              <a:ext uri="{FF2B5EF4-FFF2-40B4-BE49-F238E27FC236}">
                <a16:creationId xmlns:a16="http://schemas.microsoft.com/office/drawing/2014/main" id="{6E7CBC8A-2D16-492C-85C7-2B4F5C024938}"/>
              </a:ext>
            </a:extLst>
          </p:cNvPr>
          <p:cNvSpPr/>
          <p:nvPr/>
        </p:nvSpPr>
        <p:spPr>
          <a:xfrm rot="5400000">
            <a:off x="1882775" y="-1425575"/>
            <a:ext cx="914400" cy="467995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 name="椭圆 9">
            <a:extLst>
              <a:ext uri="{FF2B5EF4-FFF2-40B4-BE49-F238E27FC236}">
                <a16:creationId xmlns:a16="http://schemas.microsoft.com/office/drawing/2014/main" id="{84C149AC-5796-4317-AA17-843A37908875}"/>
              </a:ext>
            </a:extLst>
          </p:cNvPr>
          <p:cNvSpPr/>
          <p:nvPr/>
        </p:nvSpPr>
        <p:spPr>
          <a:xfrm>
            <a:off x="323850" y="247650"/>
            <a:ext cx="1333500" cy="1333500"/>
          </a:xfrm>
          <a:prstGeom prst="ellipse">
            <a:avLst/>
          </a:prstGeom>
          <a:solidFill>
            <a:schemeClr val="bg1"/>
          </a:solidFill>
          <a:ln w="381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62" name="组合 61">
            <a:extLst>
              <a:ext uri="{FF2B5EF4-FFF2-40B4-BE49-F238E27FC236}">
                <a16:creationId xmlns:a16="http://schemas.microsoft.com/office/drawing/2014/main" id="{C63CCDDE-3D0C-4FA1-AE66-05D6B8F49CC9}"/>
              </a:ext>
            </a:extLst>
          </p:cNvPr>
          <p:cNvGrpSpPr/>
          <p:nvPr/>
        </p:nvGrpSpPr>
        <p:grpSpPr>
          <a:xfrm>
            <a:off x="475624" y="571426"/>
            <a:ext cx="1029952" cy="685949"/>
            <a:chOff x="5302250" y="2903538"/>
            <a:chExt cx="1587500" cy="1057276"/>
          </a:xfrm>
          <a:solidFill>
            <a:srgbClr val="4B649F"/>
          </a:solidFill>
        </p:grpSpPr>
        <p:sp>
          <p:nvSpPr>
            <p:cNvPr id="55" name="Freeform 84">
              <a:extLst>
                <a:ext uri="{FF2B5EF4-FFF2-40B4-BE49-F238E27FC236}">
                  <a16:creationId xmlns:a16="http://schemas.microsoft.com/office/drawing/2014/main" id="{F9F5FBD4-C669-4AAA-81E8-709D9C42A6F3}"/>
                </a:ext>
              </a:extLst>
            </p:cNvPr>
            <p:cNvSpPr/>
            <p:nvPr/>
          </p:nvSpPr>
          <p:spPr bwMode="auto">
            <a:xfrm>
              <a:off x="5362575" y="3040063"/>
              <a:ext cx="706438" cy="61436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6" name="Freeform 85">
              <a:extLst>
                <a:ext uri="{FF2B5EF4-FFF2-40B4-BE49-F238E27FC236}">
                  <a16:creationId xmlns:a16="http://schemas.microsoft.com/office/drawing/2014/main" id="{089327B3-C431-42BA-8AE0-7EA9B95D9958}"/>
                </a:ext>
              </a:extLst>
            </p:cNvPr>
            <p:cNvSpPr/>
            <p:nvPr/>
          </p:nvSpPr>
          <p:spPr bwMode="auto">
            <a:xfrm>
              <a:off x="6115050" y="2903538"/>
              <a:ext cx="400050" cy="747713"/>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7" name="Freeform 86">
              <a:extLst>
                <a:ext uri="{FF2B5EF4-FFF2-40B4-BE49-F238E27FC236}">
                  <a16:creationId xmlns:a16="http://schemas.microsoft.com/office/drawing/2014/main" id="{3E5F4E33-0BCD-41D7-B38D-BF0B89674DBC}"/>
                </a:ext>
              </a:extLst>
            </p:cNvPr>
            <p:cNvSpPr/>
            <p:nvPr/>
          </p:nvSpPr>
          <p:spPr bwMode="auto">
            <a:xfrm>
              <a:off x="6194425" y="3529013"/>
              <a:ext cx="642938" cy="160338"/>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8" name="Freeform 87">
              <a:extLst>
                <a:ext uri="{FF2B5EF4-FFF2-40B4-BE49-F238E27FC236}">
                  <a16:creationId xmlns:a16="http://schemas.microsoft.com/office/drawing/2014/main" id="{E4268F56-D316-40FB-BCF5-F66F67981B51}"/>
                </a:ext>
              </a:extLst>
            </p:cNvPr>
            <p:cNvSpPr/>
            <p:nvPr/>
          </p:nvSpPr>
          <p:spPr bwMode="auto">
            <a:xfrm>
              <a:off x="5335588" y="3771901"/>
              <a:ext cx="1520825" cy="155575"/>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9" name="Freeform 88">
              <a:extLst>
                <a:ext uri="{FF2B5EF4-FFF2-40B4-BE49-F238E27FC236}">
                  <a16:creationId xmlns:a16="http://schemas.microsoft.com/office/drawing/2014/main" id="{612098C0-DA49-4350-AC81-CF459105C4FD}"/>
                </a:ext>
              </a:extLst>
            </p:cNvPr>
            <p:cNvSpPr>
              <a:spLocks noEditPoints="1"/>
            </p:cNvSpPr>
            <p:nvPr/>
          </p:nvSpPr>
          <p:spPr bwMode="auto">
            <a:xfrm>
              <a:off x="5302250" y="3733801"/>
              <a:ext cx="1587500" cy="227013"/>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0" name="Freeform 89">
              <a:extLst>
                <a:ext uri="{FF2B5EF4-FFF2-40B4-BE49-F238E27FC236}">
                  <a16:creationId xmlns:a16="http://schemas.microsoft.com/office/drawing/2014/main" id="{1006FD3A-509B-4FE1-B3CC-2BBE9FBB8D38}"/>
                </a:ext>
              </a:extLst>
            </p:cNvPr>
            <p:cNvSpPr/>
            <p:nvPr/>
          </p:nvSpPr>
          <p:spPr bwMode="auto">
            <a:xfrm>
              <a:off x="5354638" y="3525838"/>
              <a:ext cx="669925" cy="163513"/>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1" name="Freeform 90">
              <a:extLst>
                <a:ext uri="{FF2B5EF4-FFF2-40B4-BE49-F238E27FC236}">
                  <a16:creationId xmlns:a16="http://schemas.microsoft.com/office/drawing/2014/main" id="{F2F8E672-9314-41E3-BE10-74D1788F10AE}"/>
                </a:ext>
              </a:extLst>
            </p:cNvPr>
            <p:cNvSpPr/>
            <p:nvPr/>
          </p:nvSpPr>
          <p:spPr bwMode="auto">
            <a:xfrm>
              <a:off x="6175375" y="3063876"/>
              <a:ext cx="654050" cy="57150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grpSp>
      <p:sp>
        <p:nvSpPr>
          <p:cNvPr id="50182" name="文本框 62">
            <a:extLst>
              <a:ext uri="{FF2B5EF4-FFF2-40B4-BE49-F238E27FC236}">
                <a16:creationId xmlns:a16="http://schemas.microsoft.com/office/drawing/2014/main" id="{05B38BAA-90AB-43CE-9EE2-AB2A32E8577C}"/>
              </a:ext>
            </a:extLst>
          </p:cNvPr>
          <p:cNvSpPr txBox="1">
            <a:spLocks noChangeArrowheads="1"/>
          </p:cNvSpPr>
          <p:nvPr/>
        </p:nvSpPr>
        <p:spPr bwMode="auto">
          <a:xfrm>
            <a:off x="1908175" y="2633663"/>
            <a:ext cx="935513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6600" b="1">
                <a:solidFill>
                  <a:srgbClr val="4B649F"/>
                </a:solidFill>
              </a:rPr>
              <a:t>展示完毕  感谢您的聆听 </a:t>
            </a:r>
          </a:p>
        </p:txBody>
      </p:sp>
      <p:grpSp>
        <p:nvGrpSpPr>
          <p:cNvPr id="50183" name="组合 1026">
            <a:extLst>
              <a:ext uri="{FF2B5EF4-FFF2-40B4-BE49-F238E27FC236}">
                <a16:creationId xmlns:a16="http://schemas.microsoft.com/office/drawing/2014/main" id="{DAF412C9-D1C1-44A6-98D4-EE6801C50B8D}"/>
              </a:ext>
            </a:extLst>
          </p:cNvPr>
          <p:cNvGrpSpPr>
            <a:grpSpLocks/>
          </p:cNvGrpSpPr>
          <p:nvPr/>
        </p:nvGrpSpPr>
        <p:grpSpPr bwMode="auto">
          <a:xfrm>
            <a:off x="2095500" y="3898900"/>
            <a:ext cx="315913" cy="317500"/>
            <a:chOff x="2724480" y="3856218"/>
            <a:chExt cx="317004" cy="317004"/>
          </a:xfrm>
        </p:grpSpPr>
        <p:sp>
          <p:nvSpPr>
            <p:cNvPr id="1024" name="椭圆 1023">
              <a:extLst>
                <a:ext uri="{FF2B5EF4-FFF2-40B4-BE49-F238E27FC236}">
                  <a16:creationId xmlns:a16="http://schemas.microsoft.com/office/drawing/2014/main" id="{9FFEA18C-5DE8-401F-A87D-2897C8BC15DA}"/>
                </a:ext>
              </a:extLst>
            </p:cNvPr>
            <p:cNvSpPr/>
            <p:nvPr/>
          </p:nvSpPr>
          <p:spPr>
            <a:xfrm>
              <a:off x="2724480"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3" name="KSO_Shape">
              <a:extLst>
                <a:ext uri="{FF2B5EF4-FFF2-40B4-BE49-F238E27FC236}">
                  <a16:creationId xmlns:a16="http://schemas.microsoft.com/office/drawing/2014/main" id="{1AD3677D-570B-482E-8ABE-ED7C7B53E120}"/>
                </a:ext>
              </a:extLst>
            </p:cNvPr>
            <p:cNvSpPr/>
            <p:nvPr/>
          </p:nvSpPr>
          <p:spPr bwMode="auto">
            <a:xfrm>
              <a:off x="2799351" y="3908524"/>
              <a:ext cx="167263" cy="212393"/>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grpSp>
        <p:nvGrpSpPr>
          <p:cNvPr id="50184" name="组合 1025">
            <a:extLst>
              <a:ext uri="{FF2B5EF4-FFF2-40B4-BE49-F238E27FC236}">
                <a16:creationId xmlns:a16="http://schemas.microsoft.com/office/drawing/2014/main" id="{D5B19E85-7166-4FC1-A533-CA2CDADE20F4}"/>
              </a:ext>
            </a:extLst>
          </p:cNvPr>
          <p:cNvGrpSpPr>
            <a:grpSpLocks/>
          </p:cNvGrpSpPr>
          <p:nvPr/>
        </p:nvGrpSpPr>
        <p:grpSpPr bwMode="auto">
          <a:xfrm>
            <a:off x="4624388" y="3898900"/>
            <a:ext cx="315912" cy="317500"/>
            <a:chOff x="5253802" y="3856218"/>
            <a:chExt cx="317004" cy="317004"/>
          </a:xfrm>
        </p:grpSpPr>
        <p:sp>
          <p:nvSpPr>
            <p:cNvPr id="104" name="椭圆 103">
              <a:extLst>
                <a:ext uri="{FF2B5EF4-FFF2-40B4-BE49-F238E27FC236}">
                  <a16:creationId xmlns:a16="http://schemas.microsoft.com/office/drawing/2014/main" id="{03A8A981-CBD4-4D24-B181-A3879DE4E093}"/>
                </a:ext>
              </a:extLst>
            </p:cNvPr>
            <p:cNvSpPr/>
            <p:nvPr/>
          </p:nvSpPr>
          <p:spPr>
            <a:xfrm>
              <a:off x="5253802"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6" name="KSO_Shape">
              <a:extLst>
                <a:ext uri="{FF2B5EF4-FFF2-40B4-BE49-F238E27FC236}">
                  <a16:creationId xmlns:a16="http://schemas.microsoft.com/office/drawing/2014/main" id="{3602B3CE-4E10-49DD-A05A-9CFF012A527F}"/>
                </a:ext>
              </a:extLst>
            </p:cNvPr>
            <p:cNvSpPr/>
            <p:nvPr/>
          </p:nvSpPr>
          <p:spPr bwMode="auto">
            <a:xfrm>
              <a:off x="5309556" y="3908524"/>
              <a:ext cx="205496" cy="193372"/>
            </a:xfrm>
            <a:custGeom>
              <a:avLst/>
              <a:gdLst/>
              <a:ahLst/>
              <a:cxnLst/>
              <a:rect l="0" t="0" r="r" b="b"/>
              <a:pathLst>
                <a:path w="1917701" h="1819275">
                  <a:moveTo>
                    <a:pt x="711992" y="795933"/>
                  </a:moveTo>
                  <a:lnTo>
                    <a:pt x="722042" y="796197"/>
                  </a:lnTo>
                  <a:lnTo>
                    <a:pt x="731828" y="796462"/>
                  </a:lnTo>
                  <a:lnTo>
                    <a:pt x="742143" y="796991"/>
                  </a:lnTo>
                  <a:lnTo>
                    <a:pt x="751929" y="797784"/>
                  </a:lnTo>
                  <a:lnTo>
                    <a:pt x="761979" y="798577"/>
                  </a:lnTo>
                  <a:lnTo>
                    <a:pt x="771765" y="799635"/>
                  </a:lnTo>
                  <a:lnTo>
                    <a:pt x="781551" y="800957"/>
                  </a:lnTo>
                  <a:lnTo>
                    <a:pt x="791337" y="802544"/>
                  </a:lnTo>
                  <a:lnTo>
                    <a:pt x="800858" y="804130"/>
                  </a:lnTo>
                  <a:lnTo>
                    <a:pt x="810644" y="805981"/>
                  </a:lnTo>
                  <a:lnTo>
                    <a:pt x="820166" y="807832"/>
                  </a:lnTo>
                  <a:lnTo>
                    <a:pt x="829687" y="810212"/>
                  </a:lnTo>
                  <a:lnTo>
                    <a:pt x="839473" y="812592"/>
                  </a:lnTo>
                  <a:lnTo>
                    <a:pt x="848994" y="814972"/>
                  </a:lnTo>
                  <a:lnTo>
                    <a:pt x="858252" y="817616"/>
                  </a:lnTo>
                  <a:lnTo>
                    <a:pt x="867773" y="820525"/>
                  </a:lnTo>
                  <a:lnTo>
                    <a:pt x="886551" y="826871"/>
                  </a:lnTo>
                  <a:lnTo>
                    <a:pt x="905065" y="833746"/>
                  </a:lnTo>
                  <a:lnTo>
                    <a:pt x="923315" y="841415"/>
                  </a:lnTo>
                  <a:lnTo>
                    <a:pt x="941300" y="849612"/>
                  </a:lnTo>
                  <a:lnTo>
                    <a:pt x="959284" y="858603"/>
                  </a:lnTo>
                  <a:lnTo>
                    <a:pt x="976740" y="868122"/>
                  </a:lnTo>
                  <a:lnTo>
                    <a:pt x="993932" y="878170"/>
                  </a:lnTo>
                  <a:lnTo>
                    <a:pt x="1011123" y="889012"/>
                  </a:lnTo>
                  <a:lnTo>
                    <a:pt x="1003189" y="891392"/>
                  </a:lnTo>
                  <a:lnTo>
                    <a:pt x="995254" y="893772"/>
                  </a:lnTo>
                  <a:lnTo>
                    <a:pt x="987055" y="896416"/>
                  </a:lnTo>
                  <a:lnTo>
                    <a:pt x="979121" y="899325"/>
                  </a:lnTo>
                  <a:lnTo>
                    <a:pt x="971186" y="902762"/>
                  </a:lnTo>
                  <a:lnTo>
                    <a:pt x="962987" y="905936"/>
                  </a:lnTo>
                  <a:lnTo>
                    <a:pt x="955053" y="909638"/>
                  </a:lnTo>
                  <a:lnTo>
                    <a:pt x="947383" y="913604"/>
                  </a:lnTo>
                  <a:lnTo>
                    <a:pt x="939448" y="917835"/>
                  </a:lnTo>
                  <a:lnTo>
                    <a:pt x="932043" y="922066"/>
                  </a:lnTo>
                  <a:lnTo>
                    <a:pt x="924637" y="926826"/>
                  </a:lnTo>
                  <a:lnTo>
                    <a:pt x="917231" y="931850"/>
                  </a:lnTo>
                  <a:lnTo>
                    <a:pt x="910090" y="936874"/>
                  </a:lnTo>
                  <a:lnTo>
                    <a:pt x="902949" y="942427"/>
                  </a:lnTo>
                  <a:lnTo>
                    <a:pt x="896073" y="948509"/>
                  </a:lnTo>
                  <a:lnTo>
                    <a:pt x="889461" y="954326"/>
                  </a:lnTo>
                  <a:lnTo>
                    <a:pt x="883113" y="960937"/>
                  </a:lnTo>
                  <a:lnTo>
                    <a:pt x="877030" y="967812"/>
                  </a:lnTo>
                  <a:lnTo>
                    <a:pt x="871211" y="974952"/>
                  </a:lnTo>
                  <a:lnTo>
                    <a:pt x="865393" y="982356"/>
                  </a:lnTo>
                  <a:lnTo>
                    <a:pt x="859838" y="990024"/>
                  </a:lnTo>
                  <a:lnTo>
                    <a:pt x="854813" y="998486"/>
                  </a:lnTo>
                  <a:lnTo>
                    <a:pt x="850052" y="1006683"/>
                  </a:lnTo>
                  <a:lnTo>
                    <a:pt x="845556" y="1015674"/>
                  </a:lnTo>
                  <a:lnTo>
                    <a:pt x="841324" y="1025193"/>
                  </a:lnTo>
                  <a:lnTo>
                    <a:pt x="837886" y="1034713"/>
                  </a:lnTo>
                  <a:lnTo>
                    <a:pt x="834183" y="1044761"/>
                  </a:lnTo>
                  <a:lnTo>
                    <a:pt x="831274" y="1055074"/>
                  </a:lnTo>
                  <a:lnTo>
                    <a:pt x="828629" y="1066180"/>
                  </a:lnTo>
                  <a:lnTo>
                    <a:pt x="826249" y="1077550"/>
                  </a:lnTo>
                  <a:lnTo>
                    <a:pt x="824398" y="1089185"/>
                  </a:lnTo>
                  <a:lnTo>
                    <a:pt x="823340" y="1101349"/>
                  </a:lnTo>
                  <a:lnTo>
                    <a:pt x="822017" y="1115893"/>
                  </a:lnTo>
                  <a:lnTo>
                    <a:pt x="821488" y="1129907"/>
                  </a:lnTo>
                  <a:lnTo>
                    <a:pt x="821488" y="1143129"/>
                  </a:lnTo>
                  <a:lnTo>
                    <a:pt x="821753" y="1156086"/>
                  </a:lnTo>
                  <a:lnTo>
                    <a:pt x="822546" y="1168514"/>
                  </a:lnTo>
                  <a:lnTo>
                    <a:pt x="824133" y="1180413"/>
                  </a:lnTo>
                  <a:lnTo>
                    <a:pt x="825984" y="1192048"/>
                  </a:lnTo>
                  <a:lnTo>
                    <a:pt x="828100" y="1203154"/>
                  </a:lnTo>
                  <a:lnTo>
                    <a:pt x="830745" y="1213731"/>
                  </a:lnTo>
                  <a:lnTo>
                    <a:pt x="833654" y="1224044"/>
                  </a:lnTo>
                  <a:lnTo>
                    <a:pt x="836828" y="1233828"/>
                  </a:lnTo>
                  <a:lnTo>
                    <a:pt x="840531" y="1243348"/>
                  </a:lnTo>
                  <a:lnTo>
                    <a:pt x="844763" y="1252338"/>
                  </a:lnTo>
                  <a:lnTo>
                    <a:pt x="848994" y="1260800"/>
                  </a:lnTo>
                  <a:lnTo>
                    <a:pt x="853491" y="1269262"/>
                  </a:lnTo>
                  <a:lnTo>
                    <a:pt x="858516" y="1276930"/>
                  </a:lnTo>
                  <a:lnTo>
                    <a:pt x="863806" y="1284334"/>
                  </a:lnTo>
                  <a:lnTo>
                    <a:pt x="869360" y="1291474"/>
                  </a:lnTo>
                  <a:lnTo>
                    <a:pt x="874914" y="1298349"/>
                  </a:lnTo>
                  <a:lnTo>
                    <a:pt x="880997" y="1304960"/>
                  </a:lnTo>
                  <a:lnTo>
                    <a:pt x="887080" y="1311042"/>
                  </a:lnTo>
                  <a:lnTo>
                    <a:pt x="893428" y="1316859"/>
                  </a:lnTo>
                  <a:lnTo>
                    <a:pt x="900040" y="1322412"/>
                  </a:lnTo>
                  <a:lnTo>
                    <a:pt x="906652" y="1327436"/>
                  </a:lnTo>
                  <a:lnTo>
                    <a:pt x="913264" y="1332196"/>
                  </a:lnTo>
                  <a:lnTo>
                    <a:pt x="920405" y="1336956"/>
                  </a:lnTo>
                  <a:lnTo>
                    <a:pt x="927546" y="1341187"/>
                  </a:lnTo>
                  <a:lnTo>
                    <a:pt x="934687" y="1345417"/>
                  </a:lnTo>
                  <a:lnTo>
                    <a:pt x="941828" y="1349119"/>
                  </a:lnTo>
                  <a:lnTo>
                    <a:pt x="949234" y="1352821"/>
                  </a:lnTo>
                  <a:lnTo>
                    <a:pt x="956904" y="1355995"/>
                  </a:lnTo>
                  <a:lnTo>
                    <a:pt x="964310" y="1358903"/>
                  </a:lnTo>
                  <a:lnTo>
                    <a:pt x="971715" y="1361812"/>
                  </a:lnTo>
                  <a:lnTo>
                    <a:pt x="979121" y="1364456"/>
                  </a:lnTo>
                  <a:lnTo>
                    <a:pt x="986526" y="1366836"/>
                  </a:lnTo>
                  <a:lnTo>
                    <a:pt x="993932" y="1368952"/>
                  </a:lnTo>
                  <a:lnTo>
                    <a:pt x="1008479" y="1372654"/>
                  </a:lnTo>
                  <a:lnTo>
                    <a:pt x="1023025" y="1375562"/>
                  </a:lnTo>
                  <a:lnTo>
                    <a:pt x="1037043" y="1378471"/>
                  </a:lnTo>
                  <a:lnTo>
                    <a:pt x="1050532" y="1380058"/>
                  </a:lnTo>
                  <a:lnTo>
                    <a:pt x="1063227" y="1381380"/>
                  </a:lnTo>
                  <a:lnTo>
                    <a:pt x="1075129" y="1382438"/>
                  </a:lnTo>
                  <a:lnTo>
                    <a:pt x="1086237" y="1382702"/>
                  </a:lnTo>
                  <a:lnTo>
                    <a:pt x="1096287" y="1383231"/>
                  </a:lnTo>
                  <a:lnTo>
                    <a:pt x="1105015" y="1383495"/>
                  </a:lnTo>
                  <a:lnTo>
                    <a:pt x="1112421" y="1383231"/>
                  </a:lnTo>
                  <a:lnTo>
                    <a:pt x="1122736" y="1382702"/>
                  </a:lnTo>
                  <a:lnTo>
                    <a:pt x="1126703" y="1382438"/>
                  </a:lnTo>
                  <a:lnTo>
                    <a:pt x="1126703" y="1394337"/>
                  </a:lnTo>
                  <a:lnTo>
                    <a:pt x="1126968" y="1406236"/>
                  </a:lnTo>
                  <a:lnTo>
                    <a:pt x="1127232" y="1417607"/>
                  </a:lnTo>
                  <a:lnTo>
                    <a:pt x="1128025" y="1428977"/>
                  </a:lnTo>
                  <a:lnTo>
                    <a:pt x="1129083" y="1439554"/>
                  </a:lnTo>
                  <a:lnTo>
                    <a:pt x="1130141" y="1450131"/>
                  </a:lnTo>
                  <a:lnTo>
                    <a:pt x="1131728" y="1460444"/>
                  </a:lnTo>
                  <a:lnTo>
                    <a:pt x="1133580" y="1470228"/>
                  </a:lnTo>
                  <a:lnTo>
                    <a:pt x="1135431" y="1480012"/>
                  </a:lnTo>
                  <a:lnTo>
                    <a:pt x="1137547" y="1489267"/>
                  </a:lnTo>
                  <a:lnTo>
                    <a:pt x="1139927" y="1498522"/>
                  </a:lnTo>
                  <a:lnTo>
                    <a:pt x="1142572" y="1507513"/>
                  </a:lnTo>
                  <a:lnTo>
                    <a:pt x="1145481" y="1515710"/>
                  </a:lnTo>
                  <a:lnTo>
                    <a:pt x="1148391" y="1524172"/>
                  </a:lnTo>
                  <a:lnTo>
                    <a:pt x="1151564" y="1532105"/>
                  </a:lnTo>
                  <a:lnTo>
                    <a:pt x="1155003" y="1539773"/>
                  </a:lnTo>
                  <a:lnTo>
                    <a:pt x="1158441" y="1547442"/>
                  </a:lnTo>
                  <a:lnTo>
                    <a:pt x="1162408" y="1554581"/>
                  </a:lnTo>
                  <a:lnTo>
                    <a:pt x="1166111" y="1561721"/>
                  </a:lnTo>
                  <a:lnTo>
                    <a:pt x="1170078" y="1568596"/>
                  </a:lnTo>
                  <a:lnTo>
                    <a:pt x="1174575" y="1575207"/>
                  </a:lnTo>
                  <a:lnTo>
                    <a:pt x="1178806" y="1581553"/>
                  </a:lnTo>
                  <a:lnTo>
                    <a:pt x="1183038" y="1587370"/>
                  </a:lnTo>
                  <a:lnTo>
                    <a:pt x="1187799" y="1593452"/>
                  </a:lnTo>
                  <a:lnTo>
                    <a:pt x="1192560" y="1599005"/>
                  </a:lnTo>
                  <a:lnTo>
                    <a:pt x="1197320" y="1604558"/>
                  </a:lnTo>
                  <a:lnTo>
                    <a:pt x="1202346" y="1609582"/>
                  </a:lnTo>
                  <a:lnTo>
                    <a:pt x="1207635" y="1614607"/>
                  </a:lnTo>
                  <a:lnTo>
                    <a:pt x="1212660" y="1619366"/>
                  </a:lnTo>
                  <a:lnTo>
                    <a:pt x="1217950" y="1624126"/>
                  </a:lnTo>
                  <a:lnTo>
                    <a:pt x="1223240" y="1628357"/>
                  </a:lnTo>
                  <a:lnTo>
                    <a:pt x="1229058" y="1632852"/>
                  </a:lnTo>
                  <a:lnTo>
                    <a:pt x="1234348" y="1636819"/>
                  </a:lnTo>
                  <a:lnTo>
                    <a:pt x="1239902" y="1640521"/>
                  </a:lnTo>
                  <a:lnTo>
                    <a:pt x="1245721" y="1644487"/>
                  </a:lnTo>
                  <a:lnTo>
                    <a:pt x="1251540" y="1647660"/>
                  </a:lnTo>
                  <a:lnTo>
                    <a:pt x="1263177" y="1654271"/>
                  </a:lnTo>
                  <a:lnTo>
                    <a:pt x="1274814" y="1660353"/>
                  </a:lnTo>
                  <a:lnTo>
                    <a:pt x="1286716" y="1665377"/>
                  </a:lnTo>
                  <a:lnTo>
                    <a:pt x="1298882" y="1670137"/>
                  </a:lnTo>
                  <a:lnTo>
                    <a:pt x="1310784" y="1673839"/>
                  </a:lnTo>
                  <a:lnTo>
                    <a:pt x="1322686" y="1677541"/>
                  </a:lnTo>
                  <a:lnTo>
                    <a:pt x="1334588" y="1680714"/>
                  </a:lnTo>
                  <a:lnTo>
                    <a:pt x="1346225" y="1683094"/>
                  </a:lnTo>
                  <a:lnTo>
                    <a:pt x="1357862" y="1685474"/>
                  </a:lnTo>
                  <a:lnTo>
                    <a:pt x="1368971" y="1687325"/>
                  </a:lnTo>
                  <a:lnTo>
                    <a:pt x="1380079" y="1688382"/>
                  </a:lnTo>
                  <a:lnTo>
                    <a:pt x="1390658" y="1689705"/>
                  </a:lnTo>
                  <a:lnTo>
                    <a:pt x="1401238" y="1690498"/>
                  </a:lnTo>
                  <a:lnTo>
                    <a:pt x="1411024" y="1690762"/>
                  </a:lnTo>
                  <a:lnTo>
                    <a:pt x="1411817" y="1709537"/>
                  </a:lnTo>
                  <a:lnTo>
                    <a:pt x="1412346" y="1728311"/>
                  </a:lnTo>
                  <a:lnTo>
                    <a:pt x="1412875" y="1747086"/>
                  </a:lnTo>
                  <a:lnTo>
                    <a:pt x="1412875" y="1766125"/>
                  </a:lnTo>
                  <a:lnTo>
                    <a:pt x="1412346" y="1792832"/>
                  </a:lnTo>
                  <a:lnTo>
                    <a:pt x="1411553" y="1819275"/>
                  </a:lnTo>
                  <a:lnTo>
                    <a:pt x="793" y="1811078"/>
                  </a:lnTo>
                  <a:lnTo>
                    <a:pt x="264" y="1784635"/>
                  </a:lnTo>
                  <a:lnTo>
                    <a:pt x="0" y="1757928"/>
                  </a:lnTo>
                  <a:lnTo>
                    <a:pt x="529" y="1733071"/>
                  </a:lnTo>
                  <a:lnTo>
                    <a:pt x="1058" y="1708215"/>
                  </a:lnTo>
                  <a:lnTo>
                    <a:pt x="2645" y="1683623"/>
                  </a:lnTo>
                  <a:lnTo>
                    <a:pt x="4232" y="1659031"/>
                  </a:lnTo>
                  <a:lnTo>
                    <a:pt x="6612" y="1634968"/>
                  </a:lnTo>
                  <a:lnTo>
                    <a:pt x="8992" y="1610905"/>
                  </a:lnTo>
                  <a:lnTo>
                    <a:pt x="12166" y="1587106"/>
                  </a:lnTo>
                  <a:lnTo>
                    <a:pt x="15340" y="1563307"/>
                  </a:lnTo>
                  <a:lnTo>
                    <a:pt x="19307" y="1539773"/>
                  </a:lnTo>
                  <a:lnTo>
                    <a:pt x="23804" y="1516503"/>
                  </a:lnTo>
                  <a:lnTo>
                    <a:pt x="28300" y="1493762"/>
                  </a:lnTo>
                  <a:lnTo>
                    <a:pt x="33590" y="1470757"/>
                  </a:lnTo>
                  <a:lnTo>
                    <a:pt x="38879" y="1448280"/>
                  </a:lnTo>
                  <a:lnTo>
                    <a:pt x="44962" y="1425804"/>
                  </a:lnTo>
                  <a:lnTo>
                    <a:pt x="51045" y="1403856"/>
                  </a:lnTo>
                  <a:lnTo>
                    <a:pt x="57658" y="1382173"/>
                  </a:lnTo>
                  <a:lnTo>
                    <a:pt x="64799" y="1360754"/>
                  </a:lnTo>
                  <a:lnTo>
                    <a:pt x="72204" y="1339336"/>
                  </a:lnTo>
                  <a:lnTo>
                    <a:pt x="79874" y="1318710"/>
                  </a:lnTo>
                  <a:lnTo>
                    <a:pt x="88073" y="1298085"/>
                  </a:lnTo>
                  <a:lnTo>
                    <a:pt x="96272" y="1277459"/>
                  </a:lnTo>
                  <a:lnTo>
                    <a:pt x="105265" y="1257627"/>
                  </a:lnTo>
                  <a:lnTo>
                    <a:pt x="114522" y="1238059"/>
                  </a:lnTo>
                  <a:lnTo>
                    <a:pt x="123779" y="1218491"/>
                  </a:lnTo>
                  <a:lnTo>
                    <a:pt x="133565" y="1199452"/>
                  </a:lnTo>
                  <a:lnTo>
                    <a:pt x="143615" y="1180678"/>
                  </a:lnTo>
                  <a:lnTo>
                    <a:pt x="153930" y="1162432"/>
                  </a:lnTo>
                  <a:lnTo>
                    <a:pt x="165038" y="1144451"/>
                  </a:lnTo>
                  <a:lnTo>
                    <a:pt x="176147" y="1126734"/>
                  </a:lnTo>
                  <a:lnTo>
                    <a:pt x="187255" y="1109546"/>
                  </a:lnTo>
                  <a:lnTo>
                    <a:pt x="198892" y="1092623"/>
                  </a:lnTo>
                  <a:lnTo>
                    <a:pt x="210794" y="1075964"/>
                  </a:lnTo>
                  <a:lnTo>
                    <a:pt x="222960" y="1059834"/>
                  </a:lnTo>
                  <a:lnTo>
                    <a:pt x="235391" y="1044232"/>
                  </a:lnTo>
                  <a:lnTo>
                    <a:pt x="248351" y="1028895"/>
                  </a:lnTo>
                  <a:lnTo>
                    <a:pt x="261310" y="1013823"/>
                  </a:lnTo>
                  <a:lnTo>
                    <a:pt x="274799" y="999544"/>
                  </a:lnTo>
                  <a:lnTo>
                    <a:pt x="288288" y="985529"/>
                  </a:lnTo>
                  <a:lnTo>
                    <a:pt x="302041" y="971779"/>
                  </a:lnTo>
                  <a:lnTo>
                    <a:pt x="316059" y="958557"/>
                  </a:lnTo>
                  <a:lnTo>
                    <a:pt x="330341" y="946129"/>
                  </a:lnTo>
                  <a:lnTo>
                    <a:pt x="344888" y="933965"/>
                  </a:lnTo>
                  <a:lnTo>
                    <a:pt x="359963" y="922066"/>
                  </a:lnTo>
                  <a:lnTo>
                    <a:pt x="374774" y="910695"/>
                  </a:lnTo>
                  <a:lnTo>
                    <a:pt x="389850" y="899589"/>
                  </a:lnTo>
                  <a:lnTo>
                    <a:pt x="405454" y="889541"/>
                  </a:lnTo>
                  <a:lnTo>
                    <a:pt x="420794" y="879757"/>
                  </a:lnTo>
                  <a:lnTo>
                    <a:pt x="436664" y="870238"/>
                  </a:lnTo>
                  <a:lnTo>
                    <a:pt x="452533" y="861511"/>
                  </a:lnTo>
                  <a:lnTo>
                    <a:pt x="468666" y="853314"/>
                  </a:lnTo>
                  <a:lnTo>
                    <a:pt x="485064" y="845646"/>
                  </a:lnTo>
                  <a:lnTo>
                    <a:pt x="501727" y="838242"/>
                  </a:lnTo>
                  <a:lnTo>
                    <a:pt x="518389" y="831631"/>
                  </a:lnTo>
                  <a:lnTo>
                    <a:pt x="535316" y="825285"/>
                  </a:lnTo>
                  <a:lnTo>
                    <a:pt x="552243" y="819732"/>
                  </a:lnTo>
                  <a:lnTo>
                    <a:pt x="569435" y="814972"/>
                  </a:lnTo>
                  <a:lnTo>
                    <a:pt x="586891" y="810477"/>
                  </a:lnTo>
                  <a:lnTo>
                    <a:pt x="604347" y="806510"/>
                  </a:lnTo>
                  <a:lnTo>
                    <a:pt x="622067" y="803337"/>
                  </a:lnTo>
                  <a:lnTo>
                    <a:pt x="639787" y="800693"/>
                  </a:lnTo>
                  <a:lnTo>
                    <a:pt x="657508" y="798577"/>
                  </a:lnTo>
                  <a:lnTo>
                    <a:pt x="675757" y="796991"/>
                  </a:lnTo>
                  <a:lnTo>
                    <a:pt x="693742" y="796197"/>
                  </a:lnTo>
                  <a:lnTo>
                    <a:pt x="711992" y="795933"/>
                  </a:lnTo>
                  <a:close/>
                  <a:moveTo>
                    <a:pt x="1463280" y="660400"/>
                  </a:moveTo>
                  <a:lnTo>
                    <a:pt x="1469893" y="660400"/>
                  </a:lnTo>
                  <a:lnTo>
                    <a:pt x="1477034" y="660665"/>
                  </a:lnTo>
                  <a:lnTo>
                    <a:pt x="1483912" y="660929"/>
                  </a:lnTo>
                  <a:lnTo>
                    <a:pt x="1490789" y="661988"/>
                  </a:lnTo>
                  <a:lnTo>
                    <a:pt x="1497666" y="663046"/>
                  </a:lnTo>
                  <a:lnTo>
                    <a:pt x="1504279" y="664898"/>
                  </a:lnTo>
                  <a:lnTo>
                    <a:pt x="1510891" y="666750"/>
                  </a:lnTo>
                  <a:lnTo>
                    <a:pt x="1516975" y="668867"/>
                  </a:lnTo>
                  <a:lnTo>
                    <a:pt x="1523323" y="671248"/>
                  </a:lnTo>
                  <a:lnTo>
                    <a:pt x="1529142" y="673894"/>
                  </a:lnTo>
                  <a:lnTo>
                    <a:pt x="1535226" y="676804"/>
                  </a:lnTo>
                  <a:lnTo>
                    <a:pt x="1540780" y="679979"/>
                  </a:lnTo>
                  <a:lnTo>
                    <a:pt x="1546599" y="683683"/>
                  </a:lnTo>
                  <a:lnTo>
                    <a:pt x="1551625" y="687123"/>
                  </a:lnTo>
                  <a:lnTo>
                    <a:pt x="1556915" y="691356"/>
                  </a:lnTo>
                  <a:lnTo>
                    <a:pt x="1561676" y="695590"/>
                  </a:lnTo>
                  <a:lnTo>
                    <a:pt x="1566437" y="700088"/>
                  </a:lnTo>
                  <a:lnTo>
                    <a:pt x="1570934" y="704850"/>
                  </a:lnTo>
                  <a:lnTo>
                    <a:pt x="1575431" y="709613"/>
                  </a:lnTo>
                  <a:lnTo>
                    <a:pt x="1579134" y="714640"/>
                  </a:lnTo>
                  <a:lnTo>
                    <a:pt x="1583101" y="719931"/>
                  </a:lnTo>
                  <a:lnTo>
                    <a:pt x="1586540" y="725223"/>
                  </a:lnTo>
                  <a:lnTo>
                    <a:pt x="1589978" y="731044"/>
                  </a:lnTo>
                  <a:lnTo>
                    <a:pt x="1592888" y="736600"/>
                  </a:lnTo>
                  <a:lnTo>
                    <a:pt x="1595533" y="742685"/>
                  </a:lnTo>
                  <a:lnTo>
                    <a:pt x="1597914" y="748771"/>
                  </a:lnTo>
                  <a:lnTo>
                    <a:pt x="1600030" y="754856"/>
                  </a:lnTo>
                  <a:lnTo>
                    <a:pt x="1601881" y="761206"/>
                  </a:lnTo>
                  <a:lnTo>
                    <a:pt x="1603204" y="767556"/>
                  </a:lnTo>
                  <a:lnTo>
                    <a:pt x="1604526" y="774435"/>
                  </a:lnTo>
                  <a:lnTo>
                    <a:pt x="1605320" y="781050"/>
                  </a:lnTo>
                  <a:lnTo>
                    <a:pt x="1605584" y="787665"/>
                  </a:lnTo>
                  <a:lnTo>
                    <a:pt x="1605849" y="794544"/>
                  </a:lnTo>
                  <a:lnTo>
                    <a:pt x="1604791" y="967581"/>
                  </a:lnTo>
                  <a:lnTo>
                    <a:pt x="1781745" y="968375"/>
                  </a:lnTo>
                  <a:lnTo>
                    <a:pt x="1788887" y="968640"/>
                  </a:lnTo>
                  <a:lnTo>
                    <a:pt x="1795764" y="969169"/>
                  </a:lnTo>
                  <a:lnTo>
                    <a:pt x="1802641" y="970227"/>
                  </a:lnTo>
                  <a:lnTo>
                    <a:pt x="1809518" y="971285"/>
                  </a:lnTo>
                  <a:lnTo>
                    <a:pt x="1815866" y="972873"/>
                  </a:lnTo>
                  <a:lnTo>
                    <a:pt x="1822479" y="974725"/>
                  </a:lnTo>
                  <a:lnTo>
                    <a:pt x="1828827" y="977106"/>
                  </a:lnTo>
                  <a:lnTo>
                    <a:pt x="1834911" y="979488"/>
                  </a:lnTo>
                  <a:lnTo>
                    <a:pt x="1840994" y="982133"/>
                  </a:lnTo>
                  <a:lnTo>
                    <a:pt x="1846813" y="985044"/>
                  </a:lnTo>
                  <a:lnTo>
                    <a:pt x="1852633" y="988219"/>
                  </a:lnTo>
                  <a:lnTo>
                    <a:pt x="1857923" y="991923"/>
                  </a:lnTo>
                  <a:lnTo>
                    <a:pt x="1863213" y="995363"/>
                  </a:lnTo>
                  <a:lnTo>
                    <a:pt x="1868503" y="999596"/>
                  </a:lnTo>
                  <a:lnTo>
                    <a:pt x="1873264" y="1003829"/>
                  </a:lnTo>
                  <a:lnTo>
                    <a:pt x="1878025" y="1008327"/>
                  </a:lnTo>
                  <a:lnTo>
                    <a:pt x="1882522" y="1012825"/>
                  </a:lnTo>
                  <a:lnTo>
                    <a:pt x="1886754" y="1017852"/>
                  </a:lnTo>
                  <a:lnTo>
                    <a:pt x="1890986" y="1022879"/>
                  </a:lnTo>
                  <a:lnTo>
                    <a:pt x="1894689" y="1027906"/>
                  </a:lnTo>
                  <a:lnTo>
                    <a:pt x="1898128" y="1033463"/>
                  </a:lnTo>
                  <a:lnTo>
                    <a:pt x="1901302" y="1039283"/>
                  </a:lnTo>
                  <a:lnTo>
                    <a:pt x="1904211" y="1044840"/>
                  </a:lnTo>
                  <a:lnTo>
                    <a:pt x="1907385" y="1050660"/>
                  </a:lnTo>
                  <a:lnTo>
                    <a:pt x="1909766" y="1056746"/>
                  </a:lnTo>
                  <a:lnTo>
                    <a:pt x="1911882" y="1063096"/>
                  </a:lnTo>
                  <a:lnTo>
                    <a:pt x="1913469" y="1069181"/>
                  </a:lnTo>
                  <a:lnTo>
                    <a:pt x="1915056" y="1075796"/>
                  </a:lnTo>
                  <a:lnTo>
                    <a:pt x="1916114" y="1082410"/>
                  </a:lnTo>
                  <a:lnTo>
                    <a:pt x="1916908" y="1089290"/>
                  </a:lnTo>
                  <a:lnTo>
                    <a:pt x="1917436" y="1095640"/>
                  </a:lnTo>
                  <a:lnTo>
                    <a:pt x="1917701" y="1102783"/>
                  </a:lnTo>
                  <a:lnTo>
                    <a:pt x="1917436" y="1109663"/>
                  </a:lnTo>
                  <a:lnTo>
                    <a:pt x="1916908" y="1116277"/>
                  </a:lnTo>
                  <a:lnTo>
                    <a:pt x="1915849" y="1123156"/>
                  </a:lnTo>
                  <a:lnTo>
                    <a:pt x="1914791" y="1129506"/>
                  </a:lnTo>
                  <a:lnTo>
                    <a:pt x="1913204" y="1136121"/>
                  </a:lnTo>
                  <a:lnTo>
                    <a:pt x="1911088" y="1142471"/>
                  </a:lnTo>
                  <a:lnTo>
                    <a:pt x="1908972" y="1148556"/>
                  </a:lnTo>
                  <a:lnTo>
                    <a:pt x="1906592" y="1154642"/>
                  </a:lnTo>
                  <a:lnTo>
                    <a:pt x="1903682" y="1160463"/>
                  </a:lnTo>
                  <a:lnTo>
                    <a:pt x="1900773" y="1166283"/>
                  </a:lnTo>
                  <a:lnTo>
                    <a:pt x="1897599" y="1171840"/>
                  </a:lnTo>
                  <a:lnTo>
                    <a:pt x="1893896" y="1177131"/>
                  </a:lnTo>
                  <a:lnTo>
                    <a:pt x="1889928" y="1182158"/>
                  </a:lnTo>
                  <a:lnTo>
                    <a:pt x="1885960" y="1187450"/>
                  </a:lnTo>
                  <a:lnTo>
                    <a:pt x="1881728" y="1192213"/>
                  </a:lnTo>
                  <a:lnTo>
                    <a:pt x="1876967" y="1196975"/>
                  </a:lnTo>
                  <a:lnTo>
                    <a:pt x="1872206" y="1201208"/>
                  </a:lnTo>
                  <a:lnTo>
                    <a:pt x="1867445" y="1205442"/>
                  </a:lnTo>
                  <a:lnTo>
                    <a:pt x="1862155" y="1209411"/>
                  </a:lnTo>
                  <a:lnTo>
                    <a:pt x="1856600" y="1212850"/>
                  </a:lnTo>
                  <a:lnTo>
                    <a:pt x="1851046" y="1216554"/>
                  </a:lnTo>
                  <a:lnTo>
                    <a:pt x="1845491" y="1219465"/>
                  </a:lnTo>
                  <a:lnTo>
                    <a:pt x="1839407" y="1222375"/>
                  </a:lnTo>
                  <a:lnTo>
                    <a:pt x="1833588" y="1225021"/>
                  </a:lnTo>
                  <a:lnTo>
                    <a:pt x="1827240" y="1227402"/>
                  </a:lnTo>
                  <a:lnTo>
                    <a:pt x="1821156" y="1229519"/>
                  </a:lnTo>
                  <a:lnTo>
                    <a:pt x="1814544" y="1231371"/>
                  </a:lnTo>
                  <a:lnTo>
                    <a:pt x="1807931" y="1232958"/>
                  </a:lnTo>
                  <a:lnTo>
                    <a:pt x="1801054" y="1234017"/>
                  </a:lnTo>
                  <a:lnTo>
                    <a:pt x="1794177" y="1234546"/>
                  </a:lnTo>
                  <a:lnTo>
                    <a:pt x="1787300" y="1235340"/>
                  </a:lnTo>
                  <a:lnTo>
                    <a:pt x="1780158" y="1235340"/>
                  </a:lnTo>
                  <a:lnTo>
                    <a:pt x="1603204" y="1234281"/>
                  </a:lnTo>
                  <a:lnTo>
                    <a:pt x="1602410" y="1407319"/>
                  </a:lnTo>
                  <a:lnTo>
                    <a:pt x="1602146" y="1413933"/>
                  </a:lnTo>
                  <a:lnTo>
                    <a:pt x="1601617" y="1420813"/>
                  </a:lnTo>
                  <a:lnTo>
                    <a:pt x="1600559" y="1427692"/>
                  </a:lnTo>
                  <a:lnTo>
                    <a:pt x="1599501" y="1434306"/>
                  </a:lnTo>
                  <a:lnTo>
                    <a:pt x="1597914" y="1440392"/>
                  </a:lnTo>
                  <a:lnTo>
                    <a:pt x="1595798" y="1446742"/>
                  </a:lnTo>
                  <a:lnTo>
                    <a:pt x="1593682" y="1453092"/>
                  </a:lnTo>
                  <a:lnTo>
                    <a:pt x="1591301" y="1459177"/>
                  </a:lnTo>
                  <a:lnTo>
                    <a:pt x="1588656" y="1464998"/>
                  </a:lnTo>
                  <a:lnTo>
                    <a:pt x="1585482" y="1470819"/>
                  </a:lnTo>
                  <a:lnTo>
                    <a:pt x="1582043" y="1476111"/>
                  </a:lnTo>
                  <a:lnTo>
                    <a:pt x="1578605" y="1481931"/>
                  </a:lnTo>
                  <a:lnTo>
                    <a:pt x="1574637" y="1486958"/>
                  </a:lnTo>
                  <a:lnTo>
                    <a:pt x="1570670" y="1491986"/>
                  </a:lnTo>
                  <a:lnTo>
                    <a:pt x="1566437" y="1496748"/>
                  </a:lnTo>
                  <a:lnTo>
                    <a:pt x="1561941" y="1501511"/>
                  </a:lnTo>
                  <a:lnTo>
                    <a:pt x="1557180" y="1505744"/>
                  </a:lnTo>
                  <a:lnTo>
                    <a:pt x="1552154" y="1509713"/>
                  </a:lnTo>
                  <a:lnTo>
                    <a:pt x="1546864" y="1513946"/>
                  </a:lnTo>
                  <a:lnTo>
                    <a:pt x="1541309" y="1517650"/>
                  </a:lnTo>
                  <a:lnTo>
                    <a:pt x="1536019" y="1521090"/>
                  </a:lnTo>
                  <a:lnTo>
                    <a:pt x="1530200" y="1524000"/>
                  </a:lnTo>
                  <a:lnTo>
                    <a:pt x="1524381" y="1527175"/>
                  </a:lnTo>
                  <a:lnTo>
                    <a:pt x="1518297" y="1529821"/>
                  </a:lnTo>
                  <a:lnTo>
                    <a:pt x="1511949" y="1532202"/>
                  </a:lnTo>
                  <a:lnTo>
                    <a:pt x="1505601" y="1534319"/>
                  </a:lnTo>
                  <a:lnTo>
                    <a:pt x="1499253" y="1535906"/>
                  </a:lnTo>
                  <a:lnTo>
                    <a:pt x="1492640" y="1537494"/>
                  </a:lnTo>
                  <a:lnTo>
                    <a:pt x="1485763" y="1538288"/>
                  </a:lnTo>
                  <a:lnTo>
                    <a:pt x="1478886" y="1539346"/>
                  </a:lnTo>
                  <a:lnTo>
                    <a:pt x="1472009" y="1539875"/>
                  </a:lnTo>
                  <a:lnTo>
                    <a:pt x="1464867" y="1539875"/>
                  </a:lnTo>
                  <a:lnTo>
                    <a:pt x="1458255" y="1539611"/>
                  </a:lnTo>
                  <a:lnTo>
                    <a:pt x="1451113" y="1539346"/>
                  </a:lnTo>
                  <a:lnTo>
                    <a:pt x="1444236" y="1538288"/>
                  </a:lnTo>
                  <a:lnTo>
                    <a:pt x="1437623" y="1536965"/>
                  </a:lnTo>
                  <a:lnTo>
                    <a:pt x="1431010" y="1535377"/>
                  </a:lnTo>
                  <a:lnTo>
                    <a:pt x="1424398" y="1533525"/>
                  </a:lnTo>
                  <a:lnTo>
                    <a:pt x="1418314" y="1531673"/>
                  </a:lnTo>
                  <a:lnTo>
                    <a:pt x="1411966" y="1529292"/>
                  </a:lnTo>
                  <a:lnTo>
                    <a:pt x="1406147" y="1526381"/>
                  </a:lnTo>
                  <a:lnTo>
                    <a:pt x="1400063" y="1523471"/>
                  </a:lnTo>
                  <a:lnTo>
                    <a:pt x="1394509" y="1520296"/>
                  </a:lnTo>
                  <a:lnTo>
                    <a:pt x="1388690" y="1516592"/>
                  </a:lnTo>
                  <a:lnTo>
                    <a:pt x="1383399" y="1512888"/>
                  </a:lnTo>
                  <a:lnTo>
                    <a:pt x="1378374" y="1508919"/>
                  </a:lnTo>
                  <a:lnTo>
                    <a:pt x="1373348" y="1504686"/>
                  </a:lnTo>
                  <a:lnTo>
                    <a:pt x="1368852" y="1500188"/>
                  </a:lnTo>
                  <a:lnTo>
                    <a:pt x="1364355" y="1495425"/>
                  </a:lnTo>
                  <a:lnTo>
                    <a:pt x="1359858" y="1490663"/>
                  </a:lnTo>
                  <a:lnTo>
                    <a:pt x="1356155" y="1485636"/>
                  </a:lnTo>
                  <a:lnTo>
                    <a:pt x="1352188" y="1480344"/>
                  </a:lnTo>
                  <a:lnTo>
                    <a:pt x="1348749" y="1475052"/>
                  </a:lnTo>
                  <a:lnTo>
                    <a:pt x="1345311" y="1469496"/>
                  </a:lnTo>
                  <a:lnTo>
                    <a:pt x="1342401" y="1463675"/>
                  </a:lnTo>
                  <a:lnTo>
                    <a:pt x="1339756" y="1457854"/>
                  </a:lnTo>
                  <a:lnTo>
                    <a:pt x="1337375" y="1451504"/>
                  </a:lnTo>
                  <a:lnTo>
                    <a:pt x="1335259" y="1445154"/>
                  </a:lnTo>
                  <a:lnTo>
                    <a:pt x="1333408" y="1439069"/>
                  </a:lnTo>
                  <a:lnTo>
                    <a:pt x="1332085" y="1432454"/>
                  </a:lnTo>
                  <a:lnTo>
                    <a:pt x="1330763" y="1425840"/>
                  </a:lnTo>
                  <a:lnTo>
                    <a:pt x="1329969" y="1419490"/>
                  </a:lnTo>
                  <a:lnTo>
                    <a:pt x="1329440" y="1412611"/>
                  </a:lnTo>
                  <a:lnTo>
                    <a:pt x="1329440" y="1405731"/>
                  </a:lnTo>
                  <a:lnTo>
                    <a:pt x="1330234" y="1232958"/>
                  </a:lnTo>
                  <a:lnTo>
                    <a:pt x="1153279" y="1231636"/>
                  </a:lnTo>
                  <a:lnTo>
                    <a:pt x="1146402" y="1231371"/>
                  </a:lnTo>
                  <a:lnTo>
                    <a:pt x="1139525" y="1231106"/>
                  </a:lnTo>
                  <a:lnTo>
                    <a:pt x="1132648" y="1230048"/>
                  </a:lnTo>
                  <a:lnTo>
                    <a:pt x="1125771" y="1228990"/>
                  </a:lnTo>
                  <a:lnTo>
                    <a:pt x="1119423" y="1227138"/>
                  </a:lnTo>
                  <a:lnTo>
                    <a:pt x="1112810" y="1225286"/>
                  </a:lnTo>
                  <a:lnTo>
                    <a:pt x="1106462" y="1223433"/>
                  </a:lnTo>
                  <a:lnTo>
                    <a:pt x="1100378" y="1221052"/>
                  </a:lnTo>
                  <a:lnTo>
                    <a:pt x="1094295" y="1218406"/>
                  </a:lnTo>
                  <a:lnTo>
                    <a:pt x="1088476" y="1215231"/>
                  </a:lnTo>
                  <a:lnTo>
                    <a:pt x="1082656" y="1212056"/>
                  </a:lnTo>
                  <a:lnTo>
                    <a:pt x="1077102" y="1208352"/>
                  </a:lnTo>
                  <a:lnTo>
                    <a:pt x="1071812" y="1204648"/>
                  </a:lnTo>
                  <a:lnTo>
                    <a:pt x="1066786" y="1200679"/>
                  </a:lnTo>
                  <a:lnTo>
                    <a:pt x="1062025" y="1196446"/>
                  </a:lnTo>
                  <a:lnTo>
                    <a:pt x="1057264" y="1192213"/>
                  </a:lnTo>
                  <a:lnTo>
                    <a:pt x="1052767" y="1187450"/>
                  </a:lnTo>
                  <a:lnTo>
                    <a:pt x="1048271" y="1182688"/>
                  </a:lnTo>
                  <a:lnTo>
                    <a:pt x="1044303" y="1177396"/>
                  </a:lnTo>
                  <a:lnTo>
                    <a:pt x="1040600" y="1172104"/>
                  </a:lnTo>
                  <a:lnTo>
                    <a:pt x="1036897" y="1166813"/>
                  </a:lnTo>
                  <a:lnTo>
                    <a:pt x="1033723" y="1161256"/>
                  </a:lnTo>
                  <a:lnTo>
                    <a:pt x="1030549" y="1155435"/>
                  </a:lnTo>
                  <a:lnTo>
                    <a:pt x="1027904" y="1149615"/>
                  </a:lnTo>
                  <a:lnTo>
                    <a:pt x="1025523" y="1143265"/>
                  </a:lnTo>
                  <a:lnTo>
                    <a:pt x="1023407" y="1137444"/>
                  </a:lnTo>
                  <a:lnTo>
                    <a:pt x="1021820" y="1130829"/>
                  </a:lnTo>
                  <a:lnTo>
                    <a:pt x="1020233" y="1124215"/>
                  </a:lnTo>
                  <a:lnTo>
                    <a:pt x="1019175" y="1117600"/>
                  </a:lnTo>
                  <a:lnTo>
                    <a:pt x="1018117" y="1111250"/>
                  </a:lnTo>
                  <a:lnTo>
                    <a:pt x="1017853" y="1104371"/>
                  </a:lnTo>
                  <a:lnTo>
                    <a:pt x="1017588" y="1097492"/>
                  </a:lnTo>
                  <a:lnTo>
                    <a:pt x="1017853" y="1090613"/>
                  </a:lnTo>
                  <a:lnTo>
                    <a:pt x="1018382" y="1083733"/>
                  </a:lnTo>
                  <a:lnTo>
                    <a:pt x="1019440" y="1077383"/>
                  </a:lnTo>
                  <a:lnTo>
                    <a:pt x="1020498" y="1070769"/>
                  </a:lnTo>
                  <a:lnTo>
                    <a:pt x="1022085" y="1064154"/>
                  </a:lnTo>
                  <a:lnTo>
                    <a:pt x="1024201" y="1057804"/>
                  </a:lnTo>
                  <a:lnTo>
                    <a:pt x="1026317" y="1051719"/>
                  </a:lnTo>
                  <a:lnTo>
                    <a:pt x="1028697" y="1045633"/>
                  </a:lnTo>
                  <a:lnTo>
                    <a:pt x="1031607" y="1039813"/>
                  </a:lnTo>
                  <a:lnTo>
                    <a:pt x="1034516" y="1033992"/>
                  </a:lnTo>
                  <a:lnTo>
                    <a:pt x="1037690" y="1028435"/>
                  </a:lnTo>
                  <a:lnTo>
                    <a:pt x="1041394" y="1023144"/>
                  </a:lnTo>
                  <a:lnTo>
                    <a:pt x="1045361" y="1017852"/>
                  </a:lnTo>
                  <a:lnTo>
                    <a:pt x="1049329" y="1012825"/>
                  </a:lnTo>
                  <a:lnTo>
                    <a:pt x="1053561" y="1008063"/>
                  </a:lnTo>
                  <a:lnTo>
                    <a:pt x="1058057" y="1003565"/>
                  </a:lnTo>
                  <a:lnTo>
                    <a:pt x="1062818" y="999067"/>
                  </a:lnTo>
                  <a:lnTo>
                    <a:pt x="1067844" y="994833"/>
                  </a:lnTo>
                  <a:lnTo>
                    <a:pt x="1073134" y="990865"/>
                  </a:lnTo>
                  <a:lnTo>
                    <a:pt x="1078689" y="987160"/>
                  </a:lnTo>
                  <a:lnTo>
                    <a:pt x="1083979" y="983721"/>
                  </a:lnTo>
                  <a:lnTo>
                    <a:pt x="1089798" y="980546"/>
                  </a:lnTo>
                  <a:lnTo>
                    <a:pt x="1095617" y="977635"/>
                  </a:lnTo>
                  <a:lnTo>
                    <a:pt x="1101701" y="975254"/>
                  </a:lnTo>
                  <a:lnTo>
                    <a:pt x="1108049" y="972873"/>
                  </a:lnTo>
                  <a:lnTo>
                    <a:pt x="1114133" y="970756"/>
                  </a:lnTo>
                  <a:lnTo>
                    <a:pt x="1120745" y="968904"/>
                  </a:lnTo>
                  <a:lnTo>
                    <a:pt x="1127358" y="967581"/>
                  </a:lnTo>
                  <a:lnTo>
                    <a:pt x="1134235" y="966258"/>
                  </a:lnTo>
                  <a:lnTo>
                    <a:pt x="1141112" y="965465"/>
                  </a:lnTo>
                  <a:lnTo>
                    <a:pt x="1147989" y="965200"/>
                  </a:lnTo>
                  <a:lnTo>
                    <a:pt x="1155131" y="964935"/>
                  </a:lnTo>
                  <a:lnTo>
                    <a:pt x="1332085" y="965994"/>
                  </a:lnTo>
                  <a:lnTo>
                    <a:pt x="1332879" y="793221"/>
                  </a:lnTo>
                  <a:lnTo>
                    <a:pt x="1333143" y="786342"/>
                  </a:lnTo>
                  <a:lnTo>
                    <a:pt x="1333672" y="779463"/>
                  </a:lnTo>
                  <a:lnTo>
                    <a:pt x="1334730" y="772583"/>
                  </a:lnTo>
                  <a:lnTo>
                    <a:pt x="1335788" y="765969"/>
                  </a:lnTo>
                  <a:lnTo>
                    <a:pt x="1337375" y="759883"/>
                  </a:lnTo>
                  <a:lnTo>
                    <a:pt x="1339227" y="753269"/>
                  </a:lnTo>
                  <a:lnTo>
                    <a:pt x="1341608" y="747448"/>
                  </a:lnTo>
                  <a:lnTo>
                    <a:pt x="1343988" y="741098"/>
                  </a:lnTo>
                  <a:lnTo>
                    <a:pt x="1346633" y="735013"/>
                  </a:lnTo>
                  <a:lnTo>
                    <a:pt x="1349807" y="729456"/>
                  </a:lnTo>
                  <a:lnTo>
                    <a:pt x="1353246" y="723900"/>
                  </a:lnTo>
                  <a:lnTo>
                    <a:pt x="1356684" y="718344"/>
                  </a:lnTo>
                  <a:lnTo>
                    <a:pt x="1360652" y="713317"/>
                  </a:lnTo>
                  <a:lnTo>
                    <a:pt x="1364355" y="708290"/>
                  </a:lnTo>
                  <a:lnTo>
                    <a:pt x="1368852" y="703527"/>
                  </a:lnTo>
                  <a:lnTo>
                    <a:pt x="1373348" y="698765"/>
                  </a:lnTo>
                  <a:lnTo>
                    <a:pt x="1378109" y="694267"/>
                  </a:lnTo>
                  <a:lnTo>
                    <a:pt x="1383135" y="690298"/>
                  </a:lnTo>
                  <a:lnTo>
                    <a:pt x="1388161" y="686329"/>
                  </a:lnTo>
                  <a:lnTo>
                    <a:pt x="1393451" y="682890"/>
                  </a:lnTo>
                  <a:lnTo>
                    <a:pt x="1399270" y="679186"/>
                  </a:lnTo>
                  <a:lnTo>
                    <a:pt x="1404824" y="676275"/>
                  </a:lnTo>
                  <a:lnTo>
                    <a:pt x="1410908" y="673365"/>
                  </a:lnTo>
                  <a:lnTo>
                    <a:pt x="1416992" y="670454"/>
                  </a:lnTo>
                  <a:lnTo>
                    <a:pt x="1423075" y="668073"/>
                  </a:lnTo>
                  <a:lnTo>
                    <a:pt x="1429688" y="666221"/>
                  </a:lnTo>
                  <a:lnTo>
                    <a:pt x="1436036" y="664369"/>
                  </a:lnTo>
                  <a:lnTo>
                    <a:pt x="1442649" y="662781"/>
                  </a:lnTo>
                  <a:lnTo>
                    <a:pt x="1449261" y="661988"/>
                  </a:lnTo>
                  <a:lnTo>
                    <a:pt x="1456138" y="660929"/>
                  </a:lnTo>
                  <a:lnTo>
                    <a:pt x="1463280" y="660400"/>
                  </a:lnTo>
                  <a:close/>
                  <a:moveTo>
                    <a:pt x="714108" y="0"/>
                  </a:moveTo>
                  <a:lnTo>
                    <a:pt x="723364" y="0"/>
                  </a:lnTo>
                  <a:lnTo>
                    <a:pt x="732621" y="264"/>
                  </a:lnTo>
                  <a:lnTo>
                    <a:pt x="741349" y="529"/>
                  </a:lnTo>
                  <a:lnTo>
                    <a:pt x="750606" y="1058"/>
                  </a:lnTo>
                  <a:lnTo>
                    <a:pt x="759599" y="2115"/>
                  </a:lnTo>
                  <a:lnTo>
                    <a:pt x="768591" y="3173"/>
                  </a:lnTo>
                  <a:lnTo>
                    <a:pt x="777319" y="4495"/>
                  </a:lnTo>
                  <a:lnTo>
                    <a:pt x="786312" y="5817"/>
                  </a:lnTo>
                  <a:lnTo>
                    <a:pt x="795040" y="7404"/>
                  </a:lnTo>
                  <a:lnTo>
                    <a:pt x="803503" y="9520"/>
                  </a:lnTo>
                  <a:lnTo>
                    <a:pt x="812231" y="11635"/>
                  </a:lnTo>
                  <a:lnTo>
                    <a:pt x="820959" y="14015"/>
                  </a:lnTo>
                  <a:lnTo>
                    <a:pt x="829158" y="16395"/>
                  </a:lnTo>
                  <a:lnTo>
                    <a:pt x="837622" y="19039"/>
                  </a:lnTo>
                  <a:lnTo>
                    <a:pt x="845821" y="21948"/>
                  </a:lnTo>
                  <a:lnTo>
                    <a:pt x="853755" y="24856"/>
                  </a:lnTo>
                  <a:lnTo>
                    <a:pt x="861954" y="28294"/>
                  </a:lnTo>
                  <a:lnTo>
                    <a:pt x="869889" y="31732"/>
                  </a:lnTo>
                  <a:lnTo>
                    <a:pt x="877559" y="35434"/>
                  </a:lnTo>
                  <a:lnTo>
                    <a:pt x="885493" y="39136"/>
                  </a:lnTo>
                  <a:lnTo>
                    <a:pt x="892899" y="43102"/>
                  </a:lnTo>
                  <a:lnTo>
                    <a:pt x="900569" y="47333"/>
                  </a:lnTo>
                  <a:lnTo>
                    <a:pt x="907710" y="51299"/>
                  </a:lnTo>
                  <a:lnTo>
                    <a:pt x="915116" y="56059"/>
                  </a:lnTo>
                  <a:lnTo>
                    <a:pt x="922257" y="60554"/>
                  </a:lnTo>
                  <a:lnTo>
                    <a:pt x="929398" y="65314"/>
                  </a:lnTo>
                  <a:lnTo>
                    <a:pt x="936274" y="70338"/>
                  </a:lnTo>
                  <a:lnTo>
                    <a:pt x="943151" y="75362"/>
                  </a:lnTo>
                  <a:lnTo>
                    <a:pt x="949763" y="80915"/>
                  </a:lnTo>
                  <a:lnTo>
                    <a:pt x="956111" y="86204"/>
                  </a:lnTo>
                  <a:lnTo>
                    <a:pt x="962458" y="91757"/>
                  </a:lnTo>
                  <a:lnTo>
                    <a:pt x="968806" y="97575"/>
                  </a:lnTo>
                  <a:lnTo>
                    <a:pt x="974889" y="103392"/>
                  </a:lnTo>
                  <a:lnTo>
                    <a:pt x="980972" y="109474"/>
                  </a:lnTo>
                  <a:lnTo>
                    <a:pt x="986526" y="115556"/>
                  </a:lnTo>
                  <a:lnTo>
                    <a:pt x="992080" y="121902"/>
                  </a:lnTo>
                  <a:lnTo>
                    <a:pt x="997635" y="128513"/>
                  </a:lnTo>
                  <a:lnTo>
                    <a:pt x="1002924" y="134859"/>
                  </a:lnTo>
                  <a:lnTo>
                    <a:pt x="1008214" y="141470"/>
                  </a:lnTo>
                  <a:lnTo>
                    <a:pt x="1013239" y="148345"/>
                  </a:lnTo>
                  <a:lnTo>
                    <a:pt x="1018000" y="155220"/>
                  </a:lnTo>
                  <a:lnTo>
                    <a:pt x="1022761" y="162360"/>
                  </a:lnTo>
                  <a:lnTo>
                    <a:pt x="1027257" y="169499"/>
                  </a:lnTo>
                  <a:lnTo>
                    <a:pt x="1031489" y="176903"/>
                  </a:lnTo>
                  <a:lnTo>
                    <a:pt x="1035720" y="184043"/>
                  </a:lnTo>
                  <a:lnTo>
                    <a:pt x="1039688" y="191711"/>
                  </a:lnTo>
                  <a:lnTo>
                    <a:pt x="1043655" y="199115"/>
                  </a:lnTo>
                  <a:lnTo>
                    <a:pt x="1047093" y="206784"/>
                  </a:lnTo>
                  <a:lnTo>
                    <a:pt x="1050532" y="214717"/>
                  </a:lnTo>
                  <a:lnTo>
                    <a:pt x="1053705" y="222650"/>
                  </a:lnTo>
                  <a:lnTo>
                    <a:pt x="1057144" y="230318"/>
                  </a:lnTo>
                  <a:lnTo>
                    <a:pt x="1059788" y="238780"/>
                  </a:lnTo>
                  <a:lnTo>
                    <a:pt x="1062433" y="246713"/>
                  </a:lnTo>
                  <a:lnTo>
                    <a:pt x="1064814" y="255175"/>
                  </a:lnTo>
                  <a:lnTo>
                    <a:pt x="1067194" y="263372"/>
                  </a:lnTo>
                  <a:lnTo>
                    <a:pt x="1069310" y="271834"/>
                  </a:lnTo>
                  <a:lnTo>
                    <a:pt x="1070897" y="280031"/>
                  </a:lnTo>
                  <a:lnTo>
                    <a:pt x="1072484" y="288757"/>
                  </a:lnTo>
                  <a:lnTo>
                    <a:pt x="1074071" y="297219"/>
                  </a:lnTo>
                  <a:lnTo>
                    <a:pt x="1075129" y="305945"/>
                  </a:lnTo>
                  <a:lnTo>
                    <a:pt x="1076186" y="314936"/>
                  </a:lnTo>
                  <a:lnTo>
                    <a:pt x="1076980" y="323397"/>
                  </a:lnTo>
                  <a:lnTo>
                    <a:pt x="1077509" y="332388"/>
                  </a:lnTo>
                  <a:lnTo>
                    <a:pt x="1077773" y="341379"/>
                  </a:lnTo>
                  <a:lnTo>
                    <a:pt x="1077773" y="350369"/>
                  </a:lnTo>
                  <a:lnTo>
                    <a:pt x="1077509" y="359360"/>
                  </a:lnTo>
                  <a:lnTo>
                    <a:pt x="1077244" y="368350"/>
                  </a:lnTo>
                  <a:lnTo>
                    <a:pt x="1076716" y="377341"/>
                  </a:lnTo>
                  <a:lnTo>
                    <a:pt x="1075658" y="385803"/>
                  </a:lnTo>
                  <a:lnTo>
                    <a:pt x="1074600" y="394793"/>
                  </a:lnTo>
                  <a:lnTo>
                    <a:pt x="1073277" y="403519"/>
                  </a:lnTo>
                  <a:lnTo>
                    <a:pt x="1071955" y="411981"/>
                  </a:lnTo>
                  <a:lnTo>
                    <a:pt x="1070103" y="420707"/>
                  </a:lnTo>
                  <a:lnTo>
                    <a:pt x="1068252" y="428905"/>
                  </a:lnTo>
                  <a:lnTo>
                    <a:pt x="1065872" y="437366"/>
                  </a:lnTo>
                  <a:lnTo>
                    <a:pt x="1063756" y="445564"/>
                  </a:lnTo>
                  <a:lnTo>
                    <a:pt x="1061111" y="454026"/>
                  </a:lnTo>
                  <a:lnTo>
                    <a:pt x="1058466" y="461958"/>
                  </a:lnTo>
                  <a:lnTo>
                    <a:pt x="1055557" y="469891"/>
                  </a:lnTo>
                  <a:lnTo>
                    <a:pt x="1052383" y="478089"/>
                  </a:lnTo>
                  <a:lnTo>
                    <a:pt x="1048945" y="485757"/>
                  </a:lnTo>
                  <a:lnTo>
                    <a:pt x="1045506" y="493426"/>
                  </a:lnTo>
                  <a:lnTo>
                    <a:pt x="1041804" y="501358"/>
                  </a:lnTo>
                  <a:lnTo>
                    <a:pt x="1038101" y="508762"/>
                  </a:lnTo>
                  <a:lnTo>
                    <a:pt x="1033869" y="516166"/>
                  </a:lnTo>
                  <a:lnTo>
                    <a:pt x="1029637" y="523570"/>
                  </a:lnTo>
                  <a:lnTo>
                    <a:pt x="1025141" y="530710"/>
                  </a:lnTo>
                  <a:lnTo>
                    <a:pt x="1020380" y="537850"/>
                  </a:lnTo>
                  <a:lnTo>
                    <a:pt x="1015620" y="544725"/>
                  </a:lnTo>
                  <a:lnTo>
                    <a:pt x="1010859" y="551864"/>
                  </a:lnTo>
                  <a:lnTo>
                    <a:pt x="1005834" y="558211"/>
                  </a:lnTo>
                  <a:lnTo>
                    <a:pt x="1000544" y="564821"/>
                  </a:lnTo>
                  <a:lnTo>
                    <a:pt x="995254" y="571432"/>
                  </a:lnTo>
                  <a:lnTo>
                    <a:pt x="989436" y="578043"/>
                  </a:lnTo>
                  <a:lnTo>
                    <a:pt x="983882" y="584125"/>
                  </a:lnTo>
                  <a:lnTo>
                    <a:pt x="977798" y="590207"/>
                  </a:lnTo>
                  <a:lnTo>
                    <a:pt x="971980" y="596024"/>
                  </a:lnTo>
                  <a:lnTo>
                    <a:pt x="965632" y="601842"/>
                  </a:lnTo>
                  <a:lnTo>
                    <a:pt x="959549" y="607659"/>
                  </a:lnTo>
                  <a:lnTo>
                    <a:pt x="953201" y="612948"/>
                  </a:lnTo>
                  <a:lnTo>
                    <a:pt x="946325" y="618501"/>
                  </a:lnTo>
                  <a:lnTo>
                    <a:pt x="939713" y="623789"/>
                  </a:lnTo>
                  <a:lnTo>
                    <a:pt x="933100" y="628813"/>
                  </a:lnTo>
                  <a:lnTo>
                    <a:pt x="926224" y="633573"/>
                  </a:lnTo>
                  <a:lnTo>
                    <a:pt x="919083" y="638333"/>
                  </a:lnTo>
                  <a:lnTo>
                    <a:pt x="911942" y="642828"/>
                  </a:lnTo>
                  <a:lnTo>
                    <a:pt x="904536" y="647323"/>
                  </a:lnTo>
                  <a:lnTo>
                    <a:pt x="897131" y="651290"/>
                  </a:lnTo>
                  <a:lnTo>
                    <a:pt x="889461" y="655521"/>
                  </a:lnTo>
                  <a:lnTo>
                    <a:pt x="881791" y="659487"/>
                  </a:lnTo>
                  <a:lnTo>
                    <a:pt x="874120" y="663189"/>
                  </a:lnTo>
                  <a:lnTo>
                    <a:pt x="866186" y="666627"/>
                  </a:lnTo>
                  <a:lnTo>
                    <a:pt x="857987" y="670064"/>
                  </a:lnTo>
                  <a:lnTo>
                    <a:pt x="850052" y="672973"/>
                  </a:lnTo>
                  <a:lnTo>
                    <a:pt x="841853" y="676146"/>
                  </a:lnTo>
                  <a:lnTo>
                    <a:pt x="833654" y="679055"/>
                  </a:lnTo>
                  <a:lnTo>
                    <a:pt x="825455" y="681699"/>
                  </a:lnTo>
                  <a:lnTo>
                    <a:pt x="816992" y="684079"/>
                  </a:lnTo>
                  <a:lnTo>
                    <a:pt x="808264" y="686195"/>
                  </a:lnTo>
                  <a:lnTo>
                    <a:pt x="799800" y="688310"/>
                  </a:lnTo>
                  <a:lnTo>
                    <a:pt x="791072" y="690161"/>
                  </a:lnTo>
                  <a:lnTo>
                    <a:pt x="782609" y="691483"/>
                  </a:lnTo>
                  <a:lnTo>
                    <a:pt x="773616" y="693070"/>
                  </a:lnTo>
                  <a:lnTo>
                    <a:pt x="764624" y="694128"/>
                  </a:lnTo>
                  <a:lnTo>
                    <a:pt x="755632" y="695185"/>
                  </a:lnTo>
                  <a:lnTo>
                    <a:pt x="746639" y="695714"/>
                  </a:lnTo>
                  <a:lnTo>
                    <a:pt x="737647" y="696243"/>
                  </a:lnTo>
                  <a:lnTo>
                    <a:pt x="728390" y="696507"/>
                  </a:lnTo>
                  <a:lnTo>
                    <a:pt x="719133" y="696507"/>
                  </a:lnTo>
                  <a:lnTo>
                    <a:pt x="709876" y="696507"/>
                  </a:lnTo>
                  <a:lnTo>
                    <a:pt x="700883" y="695979"/>
                  </a:lnTo>
                  <a:lnTo>
                    <a:pt x="691891" y="695450"/>
                  </a:lnTo>
                  <a:lnTo>
                    <a:pt x="682898" y="694392"/>
                  </a:lnTo>
                  <a:lnTo>
                    <a:pt x="673906" y="693599"/>
                  </a:lnTo>
                  <a:lnTo>
                    <a:pt x="664913" y="692541"/>
                  </a:lnTo>
                  <a:lnTo>
                    <a:pt x="656186" y="690954"/>
                  </a:lnTo>
                  <a:lnTo>
                    <a:pt x="647458" y="689103"/>
                  </a:lnTo>
                  <a:lnTo>
                    <a:pt x="638730" y="687252"/>
                  </a:lnTo>
                  <a:lnTo>
                    <a:pt x="630266" y="684872"/>
                  </a:lnTo>
                  <a:lnTo>
                    <a:pt x="621538" y="683021"/>
                  </a:lnTo>
                  <a:lnTo>
                    <a:pt x="613339" y="680113"/>
                  </a:lnTo>
                  <a:lnTo>
                    <a:pt x="604876" y="677468"/>
                  </a:lnTo>
                  <a:lnTo>
                    <a:pt x="596676" y="674824"/>
                  </a:lnTo>
                  <a:lnTo>
                    <a:pt x="588478" y="671651"/>
                  </a:lnTo>
                  <a:lnTo>
                    <a:pt x="580543" y="668213"/>
                  </a:lnTo>
                  <a:lnTo>
                    <a:pt x="572873" y="665040"/>
                  </a:lnTo>
                  <a:lnTo>
                    <a:pt x="564674" y="661603"/>
                  </a:lnTo>
                  <a:lnTo>
                    <a:pt x="557004" y="657636"/>
                  </a:lnTo>
                  <a:lnTo>
                    <a:pt x="549598" y="653405"/>
                  </a:lnTo>
                  <a:lnTo>
                    <a:pt x="541928" y="649439"/>
                  </a:lnTo>
                  <a:lnTo>
                    <a:pt x="534787" y="645208"/>
                  </a:lnTo>
                  <a:lnTo>
                    <a:pt x="527382" y="640713"/>
                  </a:lnTo>
                  <a:lnTo>
                    <a:pt x="520241" y="635953"/>
                  </a:lnTo>
                  <a:lnTo>
                    <a:pt x="513364" y="631193"/>
                  </a:lnTo>
                  <a:lnTo>
                    <a:pt x="506223" y="626169"/>
                  </a:lnTo>
                  <a:lnTo>
                    <a:pt x="499611" y="621145"/>
                  </a:lnTo>
                  <a:lnTo>
                    <a:pt x="492734" y="615592"/>
                  </a:lnTo>
                  <a:lnTo>
                    <a:pt x="486122" y="610303"/>
                  </a:lnTo>
                  <a:lnTo>
                    <a:pt x="480039" y="604750"/>
                  </a:lnTo>
                  <a:lnTo>
                    <a:pt x="473691" y="598933"/>
                  </a:lnTo>
                  <a:lnTo>
                    <a:pt x="467873" y="593115"/>
                  </a:lnTo>
                  <a:lnTo>
                    <a:pt x="461790" y="587298"/>
                  </a:lnTo>
                  <a:lnTo>
                    <a:pt x="455971" y="580952"/>
                  </a:lnTo>
                  <a:lnTo>
                    <a:pt x="450152" y="574605"/>
                  </a:lnTo>
                  <a:lnTo>
                    <a:pt x="444863" y="568523"/>
                  </a:lnTo>
                  <a:lnTo>
                    <a:pt x="439573" y="561913"/>
                  </a:lnTo>
                  <a:lnTo>
                    <a:pt x="434283" y="555038"/>
                  </a:lnTo>
                  <a:lnTo>
                    <a:pt x="429258" y="548162"/>
                  </a:lnTo>
                  <a:lnTo>
                    <a:pt x="424497" y="541287"/>
                  </a:lnTo>
                  <a:lnTo>
                    <a:pt x="419737" y="534148"/>
                  </a:lnTo>
                  <a:lnTo>
                    <a:pt x="415240" y="527008"/>
                  </a:lnTo>
                  <a:lnTo>
                    <a:pt x="411009" y="519868"/>
                  </a:lnTo>
                  <a:lnTo>
                    <a:pt x="406777" y="512464"/>
                  </a:lnTo>
                  <a:lnTo>
                    <a:pt x="402545" y="505060"/>
                  </a:lnTo>
                  <a:lnTo>
                    <a:pt x="398842" y="497392"/>
                  </a:lnTo>
                  <a:lnTo>
                    <a:pt x="395140" y="489988"/>
                  </a:lnTo>
                  <a:lnTo>
                    <a:pt x="391966" y="481791"/>
                  </a:lnTo>
                  <a:lnTo>
                    <a:pt x="388792" y="474122"/>
                  </a:lnTo>
                  <a:lnTo>
                    <a:pt x="385618" y="466189"/>
                  </a:lnTo>
                  <a:lnTo>
                    <a:pt x="382709" y="458256"/>
                  </a:lnTo>
                  <a:lnTo>
                    <a:pt x="380064" y="449795"/>
                  </a:lnTo>
                  <a:lnTo>
                    <a:pt x="377684" y="441862"/>
                  </a:lnTo>
                  <a:lnTo>
                    <a:pt x="375303" y="433400"/>
                  </a:lnTo>
                  <a:lnTo>
                    <a:pt x="373187" y="425203"/>
                  </a:lnTo>
                  <a:lnTo>
                    <a:pt x="371336" y="416477"/>
                  </a:lnTo>
                  <a:lnTo>
                    <a:pt x="370014" y="407750"/>
                  </a:lnTo>
                  <a:lnTo>
                    <a:pt x="368427" y="399289"/>
                  </a:lnTo>
                  <a:lnTo>
                    <a:pt x="367369" y="390562"/>
                  </a:lnTo>
                  <a:lnTo>
                    <a:pt x="366311" y="382101"/>
                  </a:lnTo>
                  <a:lnTo>
                    <a:pt x="365517" y="373110"/>
                  </a:lnTo>
                  <a:lnTo>
                    <a:pt x="364988" y="364120"/>
                  </a:lnTo>
                  <a:lnTo>
                    <a:pt x="364724" y="355129"/>
                  </a:lnTo>
                  <a:lnTo>
                    <a:pt x="364724" y="346403"/>
                  </a:lnTo>
                  <a:lnTo>
                    <a:pt x="364988" y="337412"/>
                  </a:lnTo>
                  <a:lnTo>
                    <a:pt x="365253" y="328422"/>
                  </a:lnTo>
                  <a:lnTo>
                    <a:pt x="365782" y="319695"/>
                  </a:lnTo>
                  <a:lnTo>
                    <a:pt x="366575" y="310705"/>
                  </a:lnTo>
                  <a:lnTo>
                    <a:pt x="367898" y="301979"/>
                  </a:lnTo>
                  <a:lnTo>
                    <a:pt x="368956" y="292988"/>
                  </a:lnTo>
                  <a:lnTo>
                    <a:pt x="370542" y="284791"/>
                  </a:lnTo>
                  <a:lnTo>
                    <a:pt x="372394" y="276064"/>
                  </a:lnTo>
                  <a:lnTo>
                    <a:pt x="374245" y="267603"/>
                  </a:lnTo>
                  <a:lnTo>
                    <a:pt x="376626" y="259141"/>
                  </a:lnTo>
                  <a:lnTo>
                    <a:pt x="378477" y="250944"/>
                  </a:lnTo>
                  <a:lnTo>
                    <a:pt x="381386" y="242746"/>
                  </a:lnTo>
                  <a:lnTo>
                    <a:pt x="384031" y="234549"/>
                  </a:lnTo>
                  <a:lnTo>
                    <a:pt x="386940" y="226616"/>
                  </a:lnTo>
                  <a:lnTo>
                    <a:pt x="390114" y="218683"/>
                  </a:lnTo>
                  <a:lnTo>
                    <a:pt x="393553" y="210750"/>
                  </a:lnTo>
                  <a:lnTo>
                    <a:pt x="396991" y="203082"/>
                  </a:lnTo>
                  <a:lnTo>
                    <a:pt x="400694" y="195678"/>
                  </a:lnTo>
                  <a:lnTo>
                    <a:pt x="404396" y="187745"/>
                  </a:lnTo>
                  <a:lnTo>
                    <a:pt x="408628" y="180341"/>
                  </a:lnTo>
                  <a:lnTo>
                    <a:pt x="412860" y="173201"/>
                  </a:lnTo>
                  <a:lnTo>
                    <a:pt x="417356" y="165797"/>
                  </a:lnTo>
                  <a:lnTo>
                    <a:pt x="422117" y="158658"/>
                  </a:lnTo>
                  <a:lnTo>
                    <a:pt x="426878" y="151783"/>
                  </a:lnTo>
                  <a:lnTo>
                    <a:pt x="431638" y="144907"/>
                  </a:lnTo>
                  <a:lnTo>
                    <a:pt x="436664" y="138297"/>
                  </a:lnTo>
                  <a:lnTo>
                    <a:pt x="441953" y="131686"/>
                  </a:lnTo>
                  <a:lnTo>
                    <a:pt x="447243" y="125075"/>
                  </a:lnTo>
                  <a:lnTo>
                    <a:pt x="453062" y="118993"/>
                  </a:lnTo>
                  <a:lnTo>
                    <a:pt x="458616" y="112647"/>
                  </a:lnTo>
                  <a:lnTo>
                    <a:pt x="464434" y="106301"/>
                  </a:lnTo>
                  <a:lnTo>
                    <a:pt x="470518" y="100483"/>
                  </a:lnTo>
                  <a:lnTo>
                    <a:pt x="476865" y="94666"/>
                  </a:lnTo>
                  <a:lnTo>
                    <a:pt x="482948" y="89113"/>
                  </a:lnTo>
                  <a:lnTo>
                    <a:pt x="489560" y="83560"/>
                  </a:lnTo>
                  <a:lnTo>
                    <a:pt x="496172" y="78271"/>
                  </a:lnTo>
                  <a:lnTo>
                    <a:pt x="502520" y="72983"/>
                  </a:lnTo>
                  <a:lnTo>
                    <a:pt x="509397" y="67958"/>
                  </a:lnTo>
                  <a:lnTo>
                    <a:pt x="516538" y="62934"/>
                  </a:lnTo>
                  <a:lnTo>
                    <a:pt x="523414" y="58175"/>
                  </a:lnTo>
                  <a:lnTo>
                    <a:pt x="530820" y="53679"/>
                  </a:lnTo>
                  <a:lnTo>
                    <a:pt x="537961" y="49184"/>
                  </a:lnTo>
                  <a:lnTo>
                    <a:pt x="545367" y="45217"/>
                  </a:lnTo>
                  <a:lnTo>
                    <a:pt x="553301" y="40987"/>
                  </a:lnTo>
                  <a:lnTo>
                    <a:pt x="560707" y="37020"/>
                  </a:lnTo>
                  <a:lnTo>
                    <a:pt x="568377" y="33583"/>
                  </a:lnTo>
                  <a:lnTo>
                    <a:pt x="576311" y="29881"/>
                  </a:lnTo>
                  <a:lnTo>
                    <a:pt x="584510" y="26707"/>
                  </a:lnTo>
                  <a:lnTo>
                    <a:pt x="592445" y="23534"/>
                  </a:lnTo>
                  <a:lnTo>
                    <a:pt x="600379" y="20361"/>
                  </a:lnTo>
                  <a:lnTo>
                    <a:pt x="608843" y="17717"/>
                  </a:lnTo>
                  <a:lnTo>
                    <a:pt x="617042" y="15073"/>
                  </a:lnTo>
                  <a:lnTo>
                    <a:pt x="625505" y="12693"/>
                  </a:lnTo>
                  <a:lnTo>
                    <a:pt x="633969" y="10313"/>
                  </a:lnTo>
                  <a:lnTo>
                    <a:pt x="642697" y="8462"/>
                  </a:lnTo>
                  <a:lnTo>
                    <a:pt x="651425" y="6875"/>
                  </a:lnTo>
                  <a:lnTo>
                    <a:pt x="659888" y="5024"/>
                  </a:lnTo>
                  <a:lnTo>
                    <a:pt x="668881" y="3702"/>
                  </a:lnTo>
                  <a:lnTo>
                    <a:pt x="677873" y="2644"/>
                  </a:lnTo>
                  <a:lnTo>
                    <a:pt x="686601" y="1851"/>
                  </a:lnTo>
                  <a:lnTo>
                    <a:pt x="695858" y="793"/>
                  </a:lnTo>
                  <a:lnTo>
                    <a:pt x="704851" y="264"/>
                  </a:lnTo>
                  <a:lnTo>
                    <a:pt x="714108"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noProof="1">
                <a:solidFill>
                  <a:srgbClr val="FFFFFF"/>
                </a:solidFill>
              </a:endParaRPr>
            </a:p>
          </p:txBody>
        </p:sp>
      </p:grpSp>
      <p:sp>
        <p:nvSpPr>
          <p:cNvPr id="50185" name="文本框 1027">
            <a:extLst>
              <a:ext uri="{FF2B5EF4-FFF2-40B4-BE49-F238E27FC236}">
                <a16:creationId xmlns:a16="http://schemas.microsoft.com/office/drawing/2014/main" id="{9B7B8D75-E712-4954-BD53-AEF3FCC87310}"/>
              </a:ext>
            </a:extLst>
          </p:cNvPr>
          <p:cNvSpPr txBox="1">
            <a:spLocks noChangeArrowheads="1"/>
          </p:cNvSpPr>
          <p:nvPr/>
        </p:nvSpPr>
        <p:spPr bwMode="auto">
          <a:xfrm>
            <a:off x="2411413" y="3846513"/>
            <a:ext cx="180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dirty="0"/>
              <a:t>答辩人：代用名</a:t>
            </a:r>
          </a:p>
        </p:txBody>
      </p:sp>
      <p:sp>
        <p:nvSpPr>
          <p:cNvPr id="50186" name="文本框 112">
            <a:extLst>
              <a:ext uri="{FF2B5EF4-FFF2-40B4-BE49-F238E27FC236}">
                <a16:creationId xmlns:a16="http://schemas.microsoft.com/office/drawing/2014/main" id="{0C94EBB1-602A-42FD-B81A-6DA9F8C7F463}"/>
              </a:ext>
            </a:extLst>
          </p:cNvPr>
          <p:cNvSpPr txBox="1">
            <a:spLocks noChangeArrowheads="1"/>
          </p:cNvSpPr>
          <p:nvPr/>
        </p:nvSpPr>
        <p:spPr bwMode="auto">
          <a:xfrm>
            <a:off x="4940300" y="3846513"/>
            <a:ext cx="203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dirty="0"/>
              <a:t>指导教师：代用名</a:t>
            </a:r>
          </a:p>
        </p:txBody>
      </p:sp>
      <p:sp>
        <p:nvSpPr>
          <p:cNvPr id="50187" name="文本框 1066">
            <a:extLst>
              <a:ext uri="{FF2B5EF4-FFF2-40B4-BE49-F238E27FC236}">
                <a16:creationId xmlns:a16="http://schemas.microsoft.com/office/drawing/2014/main" id="{525425A4-09DB-476A-A57B-C7E3AEE3F6A6}"/>
              </a:ext>
            </a:extLst>
          </p:cNvPr>
          <p:cNvSpPr txBox="1">
            <a:spLocks noChangeArrowheads="1"/>
          </p:cNvSpPr>
          <p:nvPr/>
        </p:nvSpPr>
        <p:spPr bwMode="auto">
          <a:xfrm>
            <a:off x="1766888" y="598488"/>
            <a:ext cx="2627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3200" b="1">
                <a:solidFill>
                  <a:schemeClr val="bg1"/>
                </a:solidFill>
              </a:rPr>
              <a:t>中国*****大学</a:t>
            </a:r>
          </a:p>
        </p:txBody>
      </p:sp>
      <p:sp>
        <p:nvSpPr>
          <p:cNvPr id="1068" name="矩形 1067">
            <a:extLst>
              <a:ext uri="{FF2B5EF4-FFF2-40B4-BE49-F238E27FC236}">
                <a16:creationId xmlns:a16="http://schemas.microsoft.com/office/drawing/2014/main" id="{9D9D3A56-E346-44CD-91D3-535460ADF282}"/>
              </a:ext>
            </a:extLst>
          </p:cNvPr>
          <p:cNvSpPr/>
          <p:nvPr/>
        </p:nvSpPr>
        <p:spPr>
          <a:xfrm>
            <a:off x="1466850" y="2439988"/>
            <a:ext cx="9677400" cy="211455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69" name="矩形 1068">
            <a:extLst>
              <a:ext uri="{FF2B5EF4-FFF2-40B4-BE49-F238E27FC236}">
                <a16:creationId xmlns:a16="http://schemas.microsoft.com/office/drawing/2014/main" id="{8206E572-D842-456B-AF95-EDEB852CC945}"/>
              </a:ext>
            </a:extLst>
          </p:cNvPr>
          <p:cNvSpPr/>
          <p:nvPr/>
        </p:nvSpPr>
        <p:spPr>
          <a:xfrm>
            <a:off x="10906125" y="4237038"/>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7" name="矩形 116">
            <a:extLst>
              <a:ext uri="{FF2B5EF4-FFF2-40B4-BE49-F238E27FC236}">
                <a16:creationId xmlns:a16="http://schemas.microsoft.com/office/drawing/2014/main" id="{25742DE4-5729-4552-81CC-8EDD37E49F90}"/>
              </a:ext>
            </a:extLst>
          </p:cNvPr>
          <p:cNvSpPr/>
          <p:nvPr/>
        </p:nvSpPr>
        <p:spPr>
          <a:xfrm>
            <a:off x="10637838" y="4008438"/>
            <a:ext cx="474662" cy="474662"/>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8" name="矩形 117">
            <a:extLst>
              <a:ext uri="{FF2B5EF4-FFF2-40B4-BE49-F238E27FC236}">
                <a16:creationId xmlns:a16="http://schemas.microsoft.com/office/drawing/2014/main" id="{09B66E8D-9486-4066-A8D3-4282D5687BEF}"/>
              </a:ext>
            </a:extLst>
          </p:cNvPr>
          <p:cNvSpPr/>
          <p:nvPr/>
        </p:nvSpPr>
        <p:spPr>
          <a:xfrm>
            <a:off x="1308100" y="2233613"/>
            <a:ext cx="474663" cy="474662"/>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9" name="矩形 118">
            <a:extLst>
              <a:ext uri="{FF2B5EF4-FFF2-40B4-BE49-F238E27FC236}">
                <a16:creationId xmlns:a16="http://schemas.microsoft.com/office/drawing/2014/main" id="{BB28D89C-FFCA-4988-A90B-775B76204155}"/>
              </a:ext>
            </a:extLst>
          </p:cNvPr>
          <p:cNvSpPr/>
          <p:nvPr/>
        </p:nvSpPr>
        <p:spPr>
          <a:xfrm>
            <a:off x="1460500" y="2386013"/>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60104115313"/>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60104115313"/>
  <p:tag name="MH_LIBRARY" val="GRAPHIC"/>
  <p:tag name="MH_TYPE" val="Other"/>
  <p:tag name="MH_ORDER" val="3"/>
</p:tagLst>
</file>

<file path=ppt/tags/tag3.xml><?xml version="1.0" encoding="utf-8"?>
<p:tagLst xmlns:a="http://schemas.openxmlformats.org/drawingml/2006/main" xmlns:r="http://schemas.openxmlformats.org/officeDocument/2006/relationships" xmlns:p="http://schemas.openxmlformats.org/presentationml/2006/main">
  <p:tag name="MH" val="20160104115313"/>
  <p:tag name="MH_LIBRARY" val="GRAPHIC"/>
  <p:tag name="MH_TYPE" val="Other"/>
  <p:tag name="MH_ORDER" val="6"/>
</p:tagLst>
</file>

<file path=ppt/tags/tag4.xml><?xml version="1.0" encoding="utf-8"?>
<p:tagLst xmlns:a="http://schemas.openxmlformats.org/drawingml/2006/main" xmlns:r="http://schemas.openxmlformats.org/officeDocument/2006/relationships" xmlns:p="http://schemas.openxmlformats.org/presentationml/2006/main">
  <p:tag name="MH" val="20160104115313"/>
  <p:tag name="MH_LIBRARY" val="GRAPHIC"/>
  <p:tag name="MH_TYPE" val="Other"/>
  <p:tag name="MH_ORDER" val="8"/>
</p:tagLst>
</file>

<file path=ppt/tags/tag5.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SubTitle"/>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SubTitle"/>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SubTitle"/>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SubTitle"/>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SubTitle"/>
  <p:tag name="MH_ORDER" val="5"/>
</p:tagLst>
</file>

<file path=ppt/tags/tag10.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SubTitle"/>
  <p:tag name="MH_ORDER" val="6"/>
</p:tagLst>
</file>

<file path=ppt/tags/tag11.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Other"/>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Other"/>
  <p:tag name="MH_ORDER" val="2"/>
</p:tagLst>
</file>

<file path=ppt/tags/tag13.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Other"/>
  <p:tag name="MH_ORDER" val="3"/>
</p:tagLst>
</file>

<file path=ppt/tags/tag14.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Other"/>
  <p:tag name="MH_ORDER" val="4"/>
</p:tagLst>
</file>

<file path=ppt/tags/tag15.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Other"/>
  <p:tag name="MH_ORDER" val="5"/>
</p:tagLst>
</file>

<file path=ppt/tags/tag16.xml><?xml version="1.0" encoding="utf-8"?>
<p:tagLst xmlns:a="http://schemas.openxmlformats.org/drawingml/2006/main" xmlns:r="http://schemas.openxmlformats.org/officeDocument/2006/relationships" xmlns:p="http://schemas.openxmlformats.org/presentationml/2006/main">
  <p:tag name="MH" val="20151228104613"/>
  <p:tag name="MH_LIBRARY" val="GRAPHIC"/>
  <p:tag name="MH_TYPE" val="Other"/>
  <p:tag name="MH_ORDER" val="6"/>
</p:tagLst>
</file>

<file path=ppt/theme/theme1.xml><?xml version="1.0" encoding="utf-8"?>
<a:theme xmlns:a="http://schemas.openxmlformats.org/drawingml/2006/main" name="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1">
      <a:dk1>
        <a:sysClr val="windowText" lastClr="000000"/>
      </a:dk1>
      <a:lt1>
        <a:sysClr val="window" lastClr="FFFFFF"/>
      </a:lt1>
      <a:dk2>
        <a:srgbClr val="444D26"/>
      </a:dk2>
      <a:lt2>
        <a:srgbClr val="FEFAC9"/>
      </a:lt2>
      <a:accent1>
        <a:srgbClr val="25B7C0"/>
      </a:accent1>
      <a:accent2>
        <a:srgbClr val="F6A500"/>
      </a:accent2>
      <a:accent3>
        <a:srgbClr val="585858"/>
      </a:accent3>
      <a:accent4>
        <a:srgbClr val="FD7104"/>
      </a:accent4>
      <a:accent5>
        <a:srgbClr val="9C85C0"/>
      </a:accent5>
      <a:accent6>
        <a:srgbClr val="809EC2"/>
      </a:accent6>
      <a:hlink>
        <a:srgbClr val="8E58B6"/>
      </a:hlink>
      <a:folHlink>
        <a:srgbClr val="7F6F6F"/>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a:spPr>
      <a:bodyPr anchor="ctr"/>
      <a:lstStyle>
        <a:defPPr marL="0" marR="0" indent="0" algn="ctr" defTabSz="914400" eaLnBrk="1" fontAlgn="base" latinLnBrk="0" hangingPunct="1">
          <a:spcBef>
            <a:spcPct val="0"/>
          </a:spcBef>
          <a:spcAft>
            <a:spcPct val="0"/>
          </a:spcAft>
          <a:buClrTx/>
          <a:buSzTx/>
          <a:buFontTx/>
          <a:buNone/>
          <a:defRPr kumimoji="0" sz="1800" b="0" i="0" u="none" strike="noStrike" kern="0" cap="none" spc="0" normalizeH="0" baseline="0" noProof="0" smtClean="0">
            <a:ln>
              <a:noFill/>
            </a:ln>
            <a:solidFill>
              <a:srgbClr val="FFFFFF"/>
            </a:solidFill>
            <a:effectLst/>
            <a:uLnTx/>
            <a:uFillTx/>
            <a:latin typeface="Arial" pitchFamily="34" charset="0"/>
            <a:ea typeface="宋体" pitchFamily="2" charset="-122"/>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TotalTime>
  <Pages>0</Pages>
  <Words>1579</Words>
  <Characters>0</Characters>
  <Application>Microsoft Office PowerPoint</Application>
  <DocSecurity>0</DocSecurity>
  <PresentationFormat>宽屏</PresentationFormat>
  <Lines>0</Lines>
  <Paragraphs>169</Paragraphs>
  <Slides>24</Slides>
  <Notes>0</Notes>
  <HiddenSlides>0</HiddenSlides>
  <MMClips>0</MMClips>
  <ScaleCrop>false</ScaleCrop>
  <HeadingPairs>
    <vt:vector size="8" baseType="variant">
      <vt:variant>
        <vt:lpstr>已用的字体</vt:lpstr>
      </vt:variant>
      <vt:variant>
        <vt:i4>4</vt:i4>
      </vt:variant>
      <vt:variant>
        <vt:lpstr>主题</vt:lpstr>
      </vt:variant>
      <vt:variant>
        <vt:i4>4</vt:i4>
      </vt:variant>
      <vt:variant>
        <vt:lpstr>嵌入 OLE 服务器</vt:lpstr>
      </vt:variant>
      <vt:variant>
        <vt:i4>1</vt:i4>
      </vt:variant>
      <vt:variant>
        <vt:lpstr>幻灯片标题</vt:lpstr>
      </vt:variant>
      <vt:variant>
        <vt:i4>24</vt:i4>
      </vt:variant>
    </vt:vector>
  </HeadingPairs>
  <TitlesOfParts>
    <vt:vector size="33" baseType="lpstr">
      <vt:lpstr>等线</vt:lpstr>
      <vt:lpstr>微软雅黑</vt:lpstr>
      <vt:lpstr>Arial</vt:lpstr>
      <vt:lpstr>Arial Black</vt:lpstr>
      <vt:lpstr>Office 主题</vt:lpstr>
      <vt:lpstr>1_自定义设计方案</vt:lpstr>
      <vt:lpstr>1_Office 主题</vt:lpstr>
      <vt:lpstr>2_自定义设计方案</vt:lpstr>
      <vt:lpstr>Microsoft Excel 97-2003 Worksheet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优品PPT</dc:creator>
  <cp:keywords/>
  <dc:description>http://www.ypppt.com/</dc:description>
  <cp:lastModifiedBy>润徽 姚</cp:lastModifiedBy>
  <cp:revision>34</cp:revision>
  <dcterms:created xsi:type="dcterms:W3CDTF">2016-01-15T03:19:00Z</dcterms:created>
  <dcterms:modified xsi:type="dcterms:W3CDTF">2026-09-04T13:33:08Z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2052-10.1.0.5457</vt:lpwstr>
  </property>
</Properties>
</file>